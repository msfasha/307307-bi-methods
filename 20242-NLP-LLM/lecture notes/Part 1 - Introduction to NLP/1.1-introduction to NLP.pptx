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92" r:id="rId8"/>
    <p:sldId id="262" r:id="rId9"/>
    <p:sldId id="294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93" r:id="rId19"/>
    <p:sldId id="271" r:id="rId20"/>
    <p:sldId id="274" r:id="rId21"/>
    <p:sldId id="272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6" r:id="rId30"/>
    <p:sldId id="287" r:id="rId31"/>
    <p:sldId id="288" r:id="rId32"/>
    <p:sldId id="295" r:id="rId33"/>
    <p:sldId id="291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467BAA-958C-43DD-AE6C-14EC1A9C72D6}" v="184" dt="2025-03-27T06:19:07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18637E31-0E18-4A5A-AC68-AF9D3439D974}"/>
    <pc:docChg chg="undo custSel delSld modSld sldOrd">
      <pc:chgData name="Mohammed Fasha" userId="cc64f42d-a1a6-4f08-b97b-0c37f877119f" providerId="ADAL" clId="{18637E31-0E18-4A5A-AC68-AF9D3439D974}" dt="2025-03-25T08:02:14.603" v="201" actId="113"/>
      <pc:docMkLst>
        <pc:docMk/>
      </pc:docMkLst>
      <pc:sldChg chg="del">
        <pc:chgData name="Mohammed Fasha" userId="cc64f42d-a1a6-4f08-b97b-0c37f877119f" providerId="ADAL" clId="{18637E31-0E18-4A5A-AC68-AF9D3439D974}" dt="2025-03-25T07:35:56.861" v="5" actId="2696"/>
        <pc:sldMkLst>
          <pc:docMk/>
          <pc:sldMk cId="0" sldId="273"/>
        </pc:sldMkLst>
      </pc:sldChg>
      <pc:sldChg chg="ord">
        <pc:chgData name="Mohammed Fasha" userId="cc64f42d-a1a6-4f08-b97b-0c37f877119f" providerId="ADAL" clId="{18637E31-0E18-4A5A-AC68-AF9D3439D974}" dt="2025-03-25T07:35:51.921" v="4"/>
        <pc:sldMkLst>
          <pc:docMk/>
          <pc:sldMk cId="0" sldId="274"/>
        </pc:sldMkLst>
      </pc:sldChg>
      <pc:sldChg chg="addSp delSp modSp mod">
        <pc:chgData name="Mohammed Fasha" userId="cc64f42d-a1a6-4f08-b97b-0c37f877119f" providerId="ADAL" clId="{18637E31-0E18-4A5A-AC68-AF9D3439D974}" dt="2025-03-25T07:52:52.611" v="43" actId="1076"/>
        <pc:sldMkLst>
          <pc:docMk/>
          <pc:sldMk cId="0" sldId="275"/>
        </pc:sldMkLst>
        <pc:spChg chg="mod">
          <ac:chgData name="Mohammed Fasha" userId="cc64f42d-a1a6-4f08-b97b-0c37f877119f" providerId="ADAL" clId="{18637E31-0E18-4A5A-AC68-AF9D3439D974}" dt="2025-03-25T07:36:05.331" v="15" actId="20577"/>
          <ac:spMkLst>
            <pc:docMk/>
            <pc:sldMk cId="0" sldId="275"/>
            <ac:spMk id="145" creationId="{00000000-0000-0000-0000-000000000000}"/>
          </ac:spMkLst>
        </pc:spChg>
        <pc:spChg chg="mod">
          <ac:chgData name="Mohammed Fasha" userId="cc64f42d-a1a6-4f08-b97b-0c37f877119f" providerId="ADAL" clId="{18637E31-0E18-4A5A-AC68-AF9D3439D974}" dt="2025-03-25T07:52:49.123" v="42" actId="14100"/>
          <ac:spMkLst>
            <pc:docMk/>
            <pc:sldMk cId="0" sldId="275"/>
            <ac:spMk id="146" creationId="{00000000-0000-0000-0000-000000000000}"/>
          </ac:spMkLst>
        </pc:spChg>
        <pc:picChg chg="add mod">
          <ac:chgData name="Mohammed Fasha" userId="cc64f42d-a1a6-4f08-b97b-0c37f877119f" providerId="ADAL" clId="{18637E31-0E18-4A5A-AC68-AF9D3439D974}" dt="2025-03-25T07:52:52.611" v="43" actId="1076"/>
          <ac:picMkLst>
            <pc:docMk/>
            <pc:sldMk cId="0" sldId="275"/>
            <ac:picMk id="3" creationId="{15EEB7E5-33DF-486D-A03F-C24FCFB0A2BF}"/>
          </ac:picMkLst>
        </pc:picChg>
      </pc:sldChg>
      <pc:sldChg chg="modSp mod">
        <pc:chgData name="Mohammed Fasha" userId="cc64f42d-a1a6-4f08-b97b-0c37f877119f" providerId="ADAL" clId="{18637E31-0E18-4A5A-AC68-AF9D3439D974}" dt="2025-03-25T08:02:14.603" v="201" actId="113"/>
        <pc:sldMkLst>
          <pc:docMk/>
          <pc:sldMk cId="0" sldId="276"/>
        </pc:sldMkLst>
        <pc:spChg chg="mod">
          <ac:chgData name="Mohammed Fasha" userId="cc64f42d-a1a6-4f08-b97b-0c37f877119f" providerId="ADAL" clId="{18637E31-0E18-4A5A-AC68-AF9D3439D974}" dt="2025-03-25T07:55:25.446" v="46" actId="14100"/>
          <ac:spMkLst>
            <pc:docMk/>
            <pc:sldMk cId="0" sldId="276"/>
            <ac:spMk id="151" creationId="{00000000-0000-0000-0000-000000000000}"/>
          </ac:spMkLst>
        </pc:spChg>
      </pc:sldChg>
      <pc:sldChg chg="modSp mod">
        <pc:chgData name="Mohammed Fasha" userId="cc64f42d-a1a6-4f08-b97b-0c37f877119f" providerId="ADAL" clId="{18637E31-0E18-4A5A-AC68-AF9D3439D974}" dt="2025-03-25T07:35:39.640" v="0" actId="21"/>
        <pc:sldMkLst>
          <pc:docMk/>
          <pc:sldMk cId="3862054301" sldId="293"/>
        </pc:sldMkLst>
        <pc:spChg chg="mod">
          <ac:chgData name="Mohammed Fasha" userId="cc64f42d-a1a6-4f08-b97b-0c37f877119f" providerId="ADAL" clId="{18637E31-0E18-4A5A-AC68-AF9D3439D974}" dt="2025-03-25T07:35:39.640" v="0" actId="21"/>
          <ac:spMkLst>
            <pc:docMk/>
            <pc:sldMk cId="3862054301" sldId="293"/>
            <ac:spMk id="3" creationId="{8AEDF9A6-3E2A-ECD5-AC94-898AAFEDC346}"/>
          </ac:spMkLst>
        </pc:spChg>
      </pc:sldChg>
    </pc:docChg>
  </pc:docChgLst>
  <pc:docChgLst>
    <pc:chgData name="Mohammed Fasha" userId="cc64f42d-a1a6-4f08-b97b-0c37f877119f" providerId="ADAL" clId="{CD467BAA-958C-43DD-AE6C-14EC1A9C72D6}"/>
    <pc:docChg chg="undo redo custSel addSld delSld modSld sldOrd">
      <pc:chgData name="Mohammed Fasha" userId="cc64f42d-a1a6-4f08-b97b-0c37f877119f" providerId="ADAL" clId="{CD467BAA-958C-43DD-AE6C-14EC1A9C72D6}" dt="2025-03-27T06:20:00.723" v="3664" actId="255"/>
      <pc:docMkLst>
        <pc:docMk/>
      </pc:docMkLst>
      <pc:sldChg chg="add">
        <pc:chgData name="Mohammed Fasha" userId="cc64f42d-a1a6-4f08-b97b-0c37f877119f" providerId="ADAL" clId="{CD467BAA-958C-43DD-AE6C-14EC1A9C72D6}" dt="2025-03-25T02:49:01.516" v="1"/>
        <pc:sldMkLst>
          <pc:docMk/>
          <pc:sldMk cId="0" sldId="256"/>
        </pc:sldMkLst>
      </pc:sldChg>
      <pc:sldChg chg="add">
        <pc:chgData name="Mohammed Fasha" userId="cc64f42d-a1a6-4f08-b97b-0c37f877119f" providerId="ADAL" clId="{CD467BAA-958C-43DD-AE6C-14EC1A9C72D6}" dt="2025-03-25T02:49:01.516" v="1"/>
        <pc:sldMkLst>
          <pc:docMk/>
          <pc:sldMk cId="0" sldId="257"/>
        </pc:sldMkLst>
      </pc:sldChg>
      <pc:sldChg chg="modSp add mod">
        <pc:chgData name="Mohammed Fasha" userId="cc64f42d-a1a6-4f08-b97b-0c37f877119f" providerId="ADAL" clId="{CD467BAA-958C-43DD-AE6C-14EC1A9C72D6}" dt="2025-03-25T02:49:01.573" v="2" actId="27636"/>
        <pc:sldMkLst>
          <pc:docMk/>
          <pc:sldMk cId="0" sldId="258"/>
        </pc:sldMkLst>
        <pc:spChg chg="mod">
          <ac:chgData name="Mohammed Fasha" userId="cc64f42d-a1a6-4f08-b97b-0c37f877119f" providerId="ADAL" clId="{CD467BAA-958C-43DD-AE6C-14EC1A9C72D6}" dt="2025-03-25T02:49:01.573" v="2" actId="27636"/>
          <ac:spMkLst>
            <pc:docMk/>
            <pc:sldMk cId="0" sldId="258"/>
            <ac:spMk id="98" creationId="{00000000-0000-0000-0000-000000000000}"/>
          </ac:spMkLst>
        </pc:spChg>
      </pc:sldChg>
      <pc:sldChg chg="add">
        <pc:chgData name="Mohammed Fasha" userId="cc64f42d-a1a6-4f08-b97b-0c37f877119f" providerId="ADAL" clId="{CD467BAA-958C-43DD-AE6C-14EC1A9C72D6}" dt="2025-03-25T02:49:01.516" v="1"/>
        <pc:sldMkLst>
          <pc:docMk/>
          <pc:sldMk cId="0" sldId="259"/>
        </pc:sldMkLst>
      </pc:sldChg>
      <pc:sldChg chg="modSp add mod">
        <pc:chgData name="Mohammed Fasha" userId="cc64f42d-a1a6-4f08-b97b-0c37f877119f" providerId="ADAL" clId="{CD467BAA-958C-43DD-AE6C-14EC1A9C72D6}" dt="2025-03-25T02:49:01.579" v="3" actId="27636"/>
        <pc:sldMkLst>
          <pc:docMk/>
          <pc:sldMk cId="0" sldId="260"/>
        </pc:sldMkLst>
        <pc:spChg chg="mod">
          <ac:chgData name="Mohammed Fasha" userId="cc64f42d-a1a6-4f08-b97b-0c37f877119f" providerId="ADAL" clId="{CD467BAA-958C-43DD-AE6C-14EC1A9C72D6}" dt="2025-03-25T02:49:01.579" v="3" actId="27636"/>
          <ac:spMkLst>
            <pc:docMk/>
            <pc:sldMk cId="0" sldId="260"/>
            <ac:spMk id="103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07:32.822" v="1597" actId="20577"/>
        <pc:sldMkLst>
          <pc:docMk/>
          <pc:sldMk cId="0" sldId="261"/>
        </pc:sldMkLst>
        <pc:spChg chg="mod">
          <ac:chgData name="Mohammed Fasha" userId="cc64f42d-a1a6-4f08-b97b-0c37f877119f" providerId="ADAL" clId="{CD467BAA-958C-43DD-AE6C-14EC1A9C72D6}" dt="2025-03-25T03:07:32.822" v="1597" actId="20577"/>
          <ac:spMkLst>
            <pc:docMk/>
            <pc:sldMk cId="0" sldId="261"/>
            <ac:spMk id="104" creationId="{00000000-0000-0000-0000-000000000000}"/>
          </ac:spMkLst>
        </pc:spChg>
      </pc:sldChg>
      <pc:sldChg chg="addSp modSp add mod">
        <pc:chgData name="Mohammed Fasha" userId="cc64f42d-a1a6-4f08-b97b-0c37f877119f" providerId="ADAL" clId="{CD467BAA-958C-43DD-AE6C-14EC1A9C72D6}" dt="2025-03-25T03:07:12.229" v="1572" actId="14100"/>
        <pc:sldMkLst>
          <pc:docMk/>
          <pc:sldMk cId="0" sldId="262"/>
        </pc:sldMkLst>
        <pc:spChg chg="mod">
          <ac:chgData name="Mohammed Fasha" userId="cc64f42d-a1a6-4f08-b97b-0c37f877119f" providerId="ADAL" clId="{CD467BAA-958C-43DD-AE6C-14EC1A9C72D6}" dt="2025-03-25T03:01:26.999" v="1143" actId="20577"/>
          <ac:spMkLst>
            <pc:docMk/>
            <pc:sldMk cId="0" sldId="262"/>
            <ac:spMk id="106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07:12.229" v="1572" actId="14100"/>
          <ac:spMkLst>
            <pc:docMk/>
            <pc:sldMk cId="0" sldId="262"/>
            <ac:spMk id="107" creationId="{00000000-0000-0000-0000-000000000000}"/>
          </ac:spMkLst>
        </pc:spChg>
        <pc:picChg chg="add mod">
          <ac:chgData name="Mohammed Fasha" userId="cc64f42d-a1a6-4f08-b97b-0c37f877119f" providerId="ADAL" clId="{CD467BAA-958C-43DD-AE6C-14EC1A9C72D6}" dt="2025-03-25T03:06:48.805" v="1568" actId="1076"/>
          <ac:picMkLst>
            <pc:docMk/>
            <pc:sldMk cId="0" sldId="262"/>
            <ac:picMk id="3" creationId="{394DC598-5D0F-E7B7-D006-500289211721}"/>
          </ac:picMkLst>
        </pc:picChg>
      </pc:sldChg>
      <pc:sldChg chg="modSp add mod">
        <pc:chgData name="Mohammed Fasha" userId="cc64f42d-a1a6-4f08-b97b-0c37f877119f" providerId="ADAL" clId="{CD467BAA-958C-43DD-AE6C-14EC1A9C72D6}" dt="2025-03-25T03:12:23.831" v="1959" actId="403"/>
        <pc:sldMkLst>
          <pc:docMk/>
          <pc:sldMk cId="0" sldId="263"/>
        </pc:sldMkLst>
        <pc:spChg chg="mod">
          <ac:chgData name="Mohammed Fasha" userId="cc64f42d-a1a6-4f08-b97b-0c37f877119f" providerId="ADAL" clId="{CD467BAA-958C-43DD-AE6C-14EC1A9C72D6}" dt="2025-03-25T03:12:23.831" v="1959" actId="403"/>
          <ac:spMkLst>
            <pc:docMk/>
            <pc:sldMk cId="0" sldId="263"/>
            <ac:spMk id="109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4:14:20.805" v="2582" actId="207"/>
        <pc:sldMkLst>
          <pc:docMk/>
          <pc:sldMk cId="0" sldId="264"/>
        </pc:sldMkLst>
        <pc:spChg chg="mod">
          <ac:chgData name="Mohammed Fasha" userId="cc64f42d-a1a6-4f08-b97b-0c37f877119f" providerId="ADAL" clId="{CD467BAA-958C-43DD-AE6C-14EC1A9C72D6}" dt="2025-03-25T03:13:01.958" v="1965" actId="20577"/>
          <ac:spMkLst>
            <pc:docMk/>
            <pc:sldMk cId="0" sldId="264"/>
            <ac:spMk id="112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4:14:20.805" v="2582" actId="207"/>
          <ac:spMkLst>
            <pc:docMk/>
            <pc:sldMk cId="0" sldId="264"/>
            <ac:spMk id="113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4:14:27.108" v="2583" actId="207"/>
        <pc:sldMkLst>
          <pc:docMk/>
          <pc:sldMk cId="0" sldId="265"/>
        </pc:sldMkLst>
        <pc:spChg chg="mod">
          <ac:chgData name="Mohammed Fasha" userId="cc64f42d-a1a6-4f08-b97b-0c37f877119f" providerId="ADAL" clId="{CD467BAA-958C-43DD-AE6C-14EC1A9C72D6}" dt="2025-03-25T03:13:37.200" v="1986" actId="21"/>
          <ac:spMkLst>
            <pc:docMk/>
            <pc:sldMk cId="0" sldId="265"/>
            <ac:spMk id="117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3:16.416" v="1966" actId="1076"/>
          <ac:spMkLst>
            <pc:docMk/>
            <pc:sldMk cId="0" sldId="265"/>
            <ac:spMk id="118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4:14:27.108" v="2583" actId="207"/>
          <ac:spMkLst>
            <pc:docMk/>
            <pc:sldMk cId="0" sldId="265"/>
            <ac:spMk id="119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0:52.041" v="1814" actId="1076"/>
          <ac:spMkLst>
            <pc:docMk/>
            <pc:sldMk cId="0" sldId="265"/>
            <ac:spMk id="120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4:14:16.613" v="2581" actId="207"/>
        <pc:sldMkLst>
          <pc:docMk/>
          <pc:sldMk cId="0" sldId="266"/>
        </pc:sldMkLst>
        <pc:spChg chg="mod">
          <ac:chgData name="Mohammed Fasha" userId="cc64f42d-a1a6-4f08-b97b-0c37f877119f" providerId="ADAL" clId="{CD467BAA-958C-43DD-AE6C-14EC1A9C72D6}" dt="2025-03-25T03:14:50.085" v="2021" actId="14100"/>
          <ac:spMkLst>
            <pc:docMk/>
            <pc:sldMk cId="0" sldId="266"/>
            <ac:spMk id="122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5:50.833" v="2032" actId="113"/>
          <ac:spMkLst>
            <pc:docMk/>
            <pc:sldMk cId="0" sldId="266"/>
            <ac:spMk id="123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4:14:16.613" v="2581" actId="207"/>
          <ac:spMkLst>
            <pc:docMk/>
            <pc:sldMk cId="0" sldId="266"/>
            <ac:spMk id="124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15:05.923" v="2023" actId="255"/>
        <pc:sldMkLst>
          <pc:docMk/>
          <pc:sldMk cId="0" sldId="267"/>
        </pc:sldMkLst>
        <pc:spChg chg="mod">
          <ac:chgData name="Mohammed Fasha" userId="cc64f42d-a1a6-4f08-b97b-0c37f877119f" providerId="ADAL" clId="{CD467BAA-958C-43DD-AE6C-14EC1A9C72D6}" dt="2025-03-25T03:15:05.923" v="2023" actId="255"/>
          <ac:spMkLst>
            <pc:docMk/>
            <pc:sldMk cId="0" sldId="267"/>
            <ac:spMk id="126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15:13.363" v="2024" actId="255"/>
        <pc:sldMkLst>
          <pc:docMk/>
          <pc:sldMk cId="0" sldId="268"/>
        </pc:sldMkLst>
        <pc:spChg chg="mod">
          <ac:chgData name="Mohammed Fasha" userId="cc64f42d-a1a6-4f08-b97b-0c37f877119f" providerId="ADAL" clId="{CD467BAA-958C-43DD-AE6C-14EC1A9C72D6}" dt="2025-03-25T03:15:13.363" v="2024" actId="255"/>
          <ac:spMkLst>
            <pc:docMk/>
            <pc:sldMk cId="0" sldId="268"/>
            <ac:spMk id="129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15:24.805" v="2027" actId="20577"/>
        <pc:sldMkLst>
          <pc:docMk/>
          <pc:sldMk cId="0" sldId="269"/>
        </pc:sldMkLst>
        <pc:spChg chg="mod">
          <ac:chgData name="Mohammed Fasha" userId="cc64f42d-a1a6-4f08-b97b-0c37f877119f" providerId="ADAL" clId="{CD467BAA-958C-43DD-AE6C-14EC1A9C72D6}" dt="2025-03-25T03:15:24.805" v="2027" actId="20577"/>
          <ac:spMkLst>
            <pc:docMk/>
            <pc:sldMk cId="0" sldId="269"/>
            <ac:spMk id="131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16:35.163" v="2039" actId="1076"/>
        <pc:sldMkLst>
          <pc:docMk/>
          <pc:sldMk cId="0" sldId="270"/>
        </pc:sldMkLst>
        <pc:spChg chg="mod">
          <ac:chgData name="Mohammed Fasha" userId="cc64f42d-a1a6-4f08-b97b-0c37f877119f" providerId="ADAL" clId="{CD467BAA-958C-43DD-AE6C-14EC1A9C72D6}" dt="2025-03-25T03:15:36.606" v="2029" actId="207"/>
          <ac:spMkLst>
            <pc:docMk/>
            <pc:sldMk cId="0" sldId="270"/>
            <ac:spMk id="132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6:35.163" v="2039" actId="1076"/>
          <ac:spMkLst>
            <pc:docMk/>
            <pc:sldMk cId="0" sldId="270"/>
            <ac:spMk id="133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6:07.636" v="2034" actId="1076"/>
          <ac:spMkLst>
            <pc:docMk/>
            <pc:sldMk cId="0" sldId="270"/>
            <ac:spMk id="134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3:16:28.406" v="2037" actId="1076"/>
          <ac:spMkLst>
            <pc:docMk/>
            <pc:sldMk cId="0" sldId="270"/>
            <ac:spMk id="135" creationId="{00000000-0000-0000-0000-000000000000}"/>
          </ac:spMkLst>
        </pc:spChg>
      </pc:sldChg>
      <pc:sldChg chg="addSp modSp add mod">
        <pc:chgData name="Mohammed Fasha" userId="cc64f42d-a1a6-4f08-b97b-0c37f877119f" providerId="ADAL" clId="{CD467BAA-958C-43DD-AE6C-14EC1A9C72D6}" dt="2025-03-25T04:13:10.518" v="2578"/>
        <pc:sldMkLst>
          <pc:docMk/>
          <pc:sldMk cId="0" sldId="271"/>
        </pc:sldMkLst>
        <pc:spChg chg="mod">
          <ac:chgData name="Mohammed Fasha" userId="cc64f42d-a1a6-4f08-b97b-0c37f877119f" providerId="ADAL" clId="{CD467BAA-958C-43DD-AE6C-14EC1A9C72D6}" dt="2025-03-25T02:51:35.900" v="291"/>
          <ac:spMkLst>
            <pc:docMk/>
            <pc:sldMk cId="0" sldId="271"/>
            <ac:spMk id="136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5T04:12:32.502" v="2575" actId="14100"/>
          <ac:spMkLst>
            <pc:docMk/>
            <pc:sldMk cId="0" sldId="271"/>
            <ac:spMk id="137" creationId="{00000000-0000-0000-0000-000000000000}"/>
          </ac:spMkLst>
        </pc:spChg>
        <pc:picChg chg="add mod">
          <ac:chgData name="Mohammed Fasha" userId="cc64f42d-a1a6-4f08-b97b-0c37f877119f" providerId="ADAL" clId="{CD467BAA-958C-43DD-AE6C-14EC1A9C72D6}" dt="2025-03-25T04:13:10.518" v="2578"/>
          <ac:picMkLst>
            <pc:docMk/>
            <pc:sldMk cId="0" sldId="271"/>
            <ac:picMk id="3074" creationId="{1332C41D-0312-3E28-9209-0CDB17E0B8A5}"/>
          </ac:picMkLst>
        </pc:picChg>
      </pc:sldChg>
      <pc:sldChg chg="modSp add mod">
        <pc:chgData name="Mohammed Fasha" userId="cc64f42d-a1a6-4f08-b97b-0c37f877119f" providerId="ADAL" clId="{CD467BAA-958C-43DD-AE6C-14EC1A9C72D6}" dt="2025-03-25T02:51:56.038" v="295" actId="20577"/>
        <pc:sldMkLst>
          <pc:docMk/>
          <pc:sldMk cId="0" sldId="272"/>
        </pc:sldMkLst>
        <pc:spChg chg="mod">
          <ac:chgData name="Mohammed Fasha" userId="cc64f42d-a1a6-4f08-b97b-0c37f877119f" providerId="ADAL" clId="{CD467BAA-958C-43DD-AE6C-14EC1A9C72D6}" dt="2025-03-25T02:51:56.038" v="295" actId="20577"/>
          <ac:spMkLst>
            <pc:docMk/>
            <pc:sldMk cId="0" sldId="272"/>
            <ac:spMk id="139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2:52:08.885" v="309" actId="21"/>
        <pc:sldMkLst>
          <pc:docMk/>
          <pc:sldMk cId="0" sldId="273"/>
        </pc:sldMkLst>
      </pc:sldChg>
      <pc:sldChg chg="addSp delSp modSp add mod">
        <pc:chgData name="Mohammed Fasha" userId="cc64f42d-a1a6-4f08-b97b-0c37f877119f" providerId="ADAL" clId="{CD467BAA-958C-43DD-AE6C-14EC1A9C72D6}" dt="2025-03-27T05:21:58.114" v="2622" actId="1076"/>
        <pc:sldMkLst>
          <pc:docMk/>
          <pc:sldMk cId="0" sldId="274"/>
        </pc:sldMkLst>
        <pc:spChg chg="mod">
          <ac:chgData name="Mohammed Fasha" userId="cc64f42d-a1a6-4f08-b97b-0c37f877119f" providerId="ADAL" clId="{CD467BAA-958C-43DD-AE6C-14EC1A9C72D6}" dt="2025-03-27T05:20:44.943" v="2609" actId="14100"/>
          <ac:spMkLst>
            <pc:docMk/>
            <pc:sldMk cId="0" sldId="274"/>
            <ac:spMk id="143" creationId="{00000000-0000-0000-0000-000000000000}"/>
          </ac:spMkLst>
        </pc:spChg>
        <pc:spChg chg="del mod">
          <ac:chgData name="Mohammed Fasha" userId="cc64f42d-a1a6-4f08-b97b-0c37f877119f" providerId="ADAL" clId="{CD467BAA-958C-43DD-AE6C-14EC1A9C72D6}" dt="2025-03-27T05:19:15.475" v="2597" actId="478"/>
          <ac:spMkLst>
            <pc:docMk/>
            <pc:sldMk cId="0" sldId="274"/>
            <ac:spMk id="144" creationId="{00000000-0000-0000-0000-000000000000}"/>
          </ac:spMkLst>
        </pc:spChg>
        <pc:graphicFrameChg chg="add mod">
          <ac:chgData name="Mohammed Fasha" userId="cc64f42d-a1a6-4f08-b97b-0c37f877119f" providerId="ADAL" clId="{CD467BAA-958C-43DD-AE6C-14EC1A9C72D6}" dt="2025-03-27T05:19:03.076" v="2596"/>
          <ac:graphicFrameMkLst>
            <pc:docMk/>
            <pc:sldMk cId="0" sldId="274"/>
            <ac:graphicFrameMk id="3" creationId="{943F8939-7019-FDC9-F76E-9D1D5E805B2D}"/>
          </ac:graphicFrameMkLst>
        </pc:graphicFrameChg>
        <pc:graphicFrameChg chg="add mod">
          <ac:chgData name="Mohammed Fasha" userId="cc64f42d-a1a6-4f08-b97b-0c37f877119f" providerId="ADAL" clId="{CD467BAA-958C-43DD-AE6C-14EC1A9C72D6}" dt="2025-03-27T05:19:03.076" v="2596"/>
          <ac:graphicFrameMkLst>
            <pc:docMk/>
            <pc:sldMk cId="0" sldId="274"/>
            <ac:graphicFrameMk id="4" creationId="{BE1417B1-B8A0-7DE0-ED24-CA72E0927F59}"/>
          </ac:graphicFrameMkLst>
        </pc:graphicFrameChg>
        <pc:graphicFrameChg chg="add mod">
          <ac:chgData name="Mohammed Fasha" userId="cc64f42d-a1a6-4f08-b97b-0c37f877119f" providerId="ADAL" clId="{CD467BAA-958C-43DD-AE6C-14EC1A9C72D6}" dt="2025-03-27T05:19:03.076" v="2596"/>
          <ac:graphicFrameMkLst>
            <pc:docMk/>
            <pc:sldMk cId="0" sldId="274"/>
            <ac:graphicFrameMk id="5" creationId="{F88CA1D9-6F8E-37E0-42F1-94A4243B1FDA}"/>
          </ac:graphicFrameMkLst>
        </pc:graphicFrameChg>
        <pc:graphicFrameChg chg="add mod">
          <ac:chgData name="Mohammed Fasha" userId="cc64f42d-a1a6-4f08-b97b-0c37f877119f" providerId="ADAL" clId="{CD467BAA-958C-43DD-AE6C-14EC1A9C72D6}" dt="2025-03-27T05:19:03.076" v="2596"/>
          <ac:graphicFrameMkLst>
            <pc:docMk/>
            <pc:sldMk cId="0" sldId="274"/>
            <ac:graphicFrameMk id="6" creationId="{8AF51F17-DADB-5748-4869-C80702E6706E}"/>
          </ac:graphicFrameMkLst>
        </pc:graphicFrameChg>
        <pc:graphicFrameChg chg="add mod">
          <ac:chgData name="Mohammed Fasha" userId="cc64f42d-a1a6-4f08-b97b-0c37f877119f" providerId="ADAL" clId="{CD467BAA-958C-43DD-AE6C-14EC1A9C72D6}" dt="2025-03-27T05:19:03.076" v="2596"/>
          <ac:graphicFrameMkLst>
            <pc:docMk/>
            <pc:sldMk cId="0" sldId="274"/>
            <ac:graphicFrameMk id="8" creationId="{09663822-EF0F-D18E-EA82-FDC8A1048DF2}"/>
          </ac:graphicFrameMkLst>
        </pc:graphicFrameChg>
        <pc:graphicFrameChg chg="add mod">
          <ac:chgData name="Mohammed Fasha" userId="cc64f42d-a1a6-4f08-b97b-0c37f877119f" providerId="ADAL" clId="{CD467BAA-958C-43DD-AE6C-14EC1A9C72D6}" dt="2025-03-27T05:19:03.076" v="2596"/>
          <ac:graphicFrameMkLst>
            <pc:docMk/>
            <pc:sldMk cId="0" sldId="274"/>
            <ac:graphicFrameMk id="9" creationId="{892984AE-2F94-77EA-F1E6-8C8E273D34E9}"/>
          </ac:graphicFrameMkLst>
        </pc:graphicFrameChg>
        <pc:graphicFrameChg chg="add mod">
          <ac:chgData name="Mohammed Fasha" userId="cc64f42d-a1a6-4f08-b97b-0c37f877119f" providerId="ADAL" clId="{CD467BAA-958C-43DD-AE6C-14EC1A9C72D6}" dt="2025-03-27T05:19:03.076" v="2596"/>
          <ac:graphicFrameMkLst>
            <pc:docMk/>
            <pc:sldMk cId="0" sldId="274"/>
            <ac:graphicFrameMk id="10" creationId="{9CC5E6A6-7767-6D93-0EA6-BA0A5BAB85D2}"/>
          </ac:graphicFrameMkLst>
        </pc:graphicFrameChg>
        <pc:graphicFrameChg chg="add mod">
          <ac:chgData name="Mohammed Fasha" userId="cc64f42d-a1a6-4f08-b97b-0c37f877119f" providerId="ADAL" clId="{CD467BAA-958C-43DD-AE6C-14EC1A9C72D6}" dt="2025-03-27T05:19:03.076" v="2596"/>
          <ac:graphicFrameMkLst>
            <pc:docMk/>
            <pc:sldMk cId="0" sldId="274"/>
            <ac:graphicFrameMk id="11" creationId="{448BB0A9-6D15-67E5-6B37-EA881BBEB9C3}"/>
          </ac:graphicFrameMkLst>
        </pc:graphicFrameChg>
        <pc:graphicFrameChg chg="add mod">
          <ac:chgData name="Mohammed Fasha" userId="cc64f42d-a1a6-4f08-b97b-0c37f877119f" providerId="ADAL" clId="{CD467BAA-958C-43DD-AE6C-14EC1A9C72D6}" dt="2025-03-27T05:19:03.076" v="2596"/>
          <ac:graphicFrameMkLst>
            <pc:docMk/>
            <pc:sldMk cId="0" sldId="274"/>
            <ac:graphicFrameMk id="12" creationId="{23A603C1-B7D4-B9AA-799E-577583F2E8FB}"/>
          </ac:graphicFrameMkLst>
        </pc:graphicFrameChg>
        <pc:graphicFrameChg chg="add mod">
          <ac:chgData name="Mohammed Fasha" userId="cc64f42d-a1a6-4f08-b97b-0c37f877119f" providerId="ADAL" clId="{CD467BAA-958C-43DD-AE6C-14EC1A9C72D6}" dt="2025-03-27T05:19:03.076" v="2596"/>
          <ac:graphicFrameMkLst>
            <pc:docMk/>
            <pc:sldMk cId="0" sldId="274"/>
            <ac:graphicFrameMk id="13" creationId="{B1839904-368A-BD0C-3DE6-8690B7B71E9C}"/>
          </ac:graphicFrameMkLst>
        </pc:graphicFrameChg>
        <pc:graphicFrameChg chg="add del mod modGraphic">
          <ac:chgData name="Mohammed Fasha" userId="cc64f42d-a1a6-4f08-b97b-0c37f877119f" providerId="ADAL" clId="{CD467BAA-958C-43DD-AE6C-14EC1A9C72D6}" dt="2025-03-27T05:21:53.225" v="2621" actId="478"/>
          <ac:graphicFrameMkLst>
            <pc:docMk/>
            <pc:sldMk cId="0" sldId="274"/>
            <ac:graphicFrameMk id="15" creationId="{EEA346B6-3EFC-18F8-90EA-B9CFD338305E}"/>
          </ac:graphicFrameMkLst>
        </pc:graphicFrameChg>
        <pc:graphicFrameChg chg="add mod modGraphic">
          <ac:chgData name="Mohammed Fasha" userId="cc64f42d-a1a6-4f08-b97b-0c37f877119f" providerId="ADAL" clId="{CD467BAA-958C-43DD-AE6C-14EC1A9C72D6}" dt="2025-03-27T05:21:58.114" v="2622" actId="1076"/>
          <ac:graphicFrameMkLst>
            <pc:docMk/>
            <pc:sldMk cId="0" sldId="274"/>
            <ac:graphicFrameMk id="16" creationId="{BC0E043D-BB8A-32DC-EAC8-72A7D0CA169C}"/>
          </ac:graphicFrameMkLst>
        </pc:graphicFrameChg>
      </pc:sldChg>
      <pc:sldChg chg="modSp add mod">
        <pc:chgData name="Mohammed Fasha" userId="cc64f42d-a1a6-4f08-b97b-0c37f877119f" providerId="ADAL" clId="{CD467BAA-958C-43DD-AE6C-14EC1A9C72D6}" dt="2025-03-25T03:17:12.169" v="2046" actId="6549"/>
        <pc:sldMkLst>
          <pc:docMk/>
          <pc:sldMk cId="0" sldId="275"/>
        </pc:sldMkLst>
        <pc:spChg chg="mod">
          <ac:chgData name="Mohammed Fasha" userId="cc64f42d-a1a6-4f08-b97b-0c37f877119f" providerId="ADAL" clId="{CD467BAA-958C-43DD-AE6C-14EC1A9C72D6}" dt="2025-03-25T03:17:12.169" v="2046" actId="6549"/>
          <ac:spMkLst>
            <pc:docMk/>
            <pc:sldMk cId="0" sldId="275"/>
            <ac:spMk id="146" creationId="{00000000-0000-0000-0000-000000000000}"/>
          </ac:spMkLst>
        </pc:spChg>
      </pc:sldChg>
      <pc:sldChg chg="addSp delSp modSp add mod">
        <pc:chgData name="Mohammed Fasha" userId="cc64f42d-a1a6-4f08-b97b-0c37f877119f" providerId="ADAL" clId="{CD467BAA-958C-43DD-AE6C-14EC1A9C72D6}" dt="2025-03-27T06:20:00.723" v="3664" actId="255"/>
        <pc:sldMkLst>
          <pc:docMk/>
          <pc:sldMk cId="0" sldId="276"/>
        </pc:sldMkLst>
        <pc:spChg chg="add">
          <ac:chgData name="Mohammed Fasha" userId="cc64f42d-a1a6-4f08-b97b-0c37f877119f" providerId="ADAL" clId="{CD467BAA-958C-43DD-AE6C-14EC1A9C72D6}" dt="2025-03-27T05:48:32.837" v="2652"/>
          <ac:spMkLst>
            <pc:docMk/>
            <pc:sldMk cId="0" sldId="276"/>
            <ac:spMk id="2" creationId="{565313BA-B162-8FC5-B3AE-29FBDBE33BAC}"/>
          </ac:spMkLst>
        </pc:spChg>
        <pc:spChg chg="add">
          <ac:chgData name="Mohammed Fasha" userId="cc64f42d-a1a6-4f08-b97b-0c37f877119f" providerId="ADAL" clId="{CD467BAA-958C-43DD-AE6C-14EC1A9C72D6}" dt="2025-03-27T05:48:42.218" v="2653"/>
          <ac:spMkLst>
            <pc:docMk/>
            <pc:sldMk cId="0" sldId="276"/>
            <ac:spMk id="3" creationId="{3823C19C-0038-FCAB-871B-D33B6755F5F0}"/>
          </ac:spMkLst>
        </pc:spChg>
        <pc:spChg chg="add">
          <ac:chgData name="Mohammed Fasha" userId="cc64f42d-a1a6-4f08-b97b-0c37f877119f" providerId="ADAL" clId="{CD467BAA-958C-43DD-AE6C-14EC1A9C72D6}" dt="2025-03-27T05:48:53.581" v="2657"/>
          <ac:spMkLst>
            <pc:docMk/>
            <pc:sldMk cId="0" sldId="276"/>
            <ac:spMk id="4" creationId="{7A1FEEAD-C5E8-D5E0-679A-BAD1BCEB242B}"/>
          </ac:spMkLst>
        </pc:spChg>
        <pc:spChg chg="add">
          <ac:chgData name="Mohammed Fasha" userId="cc64f42d-a1a6-4f08-b97b-0c37f877119f" providerId="ADAL" clId="{CD467BAA-958C-43DD-AE6C-14EC1A9C72D6}" dt="2025-03-27T05:49:04.348" v="2658"/>
          <ac:spMkLst>
            <pc:docMk/>
            <pc:sldMk cId="0" sldId="276"/>
            <ac:spMk id="5" creationId="{4650BECD-576E-2A7C-4AAD-51FCBD3740CC}"/>
          </ac:spMkLst>
        </pc:spChg>
        <pc:spChg chg="add mod">
          <ac:chgData name="Mohammed Fasha" userId="cc64f42d-a1a6-4f08-b97b-0c37f877119f" providerId="ADAL" clId="{CD467BAA-958C-43DD-AE6C-14EC1A9C72D6}" dt="2025-03-27T06:13:34.717" v="3490" actId="14100"/>
          <ac:spMkLst>
            <pc:docMk/>
            <pc:sldMk cId="0" sldId="276"/>
            <ac:spMk id="9" creationId="{1CF1029F-413A-0DA0-F481-FF0BFD26F06A}"/>
          </ac:spMkLst>
        </pc:spChg>
        <pc:spChg chg="add mod">
          <ac:chgData name="Mohammed Fasha" userId="cc64f42d-a1a6-4f08-b97b-0c37f877119f" providerId="ADAL" clId="{CD467BAA-958C-43DD-AE6C-14EC1A9C72D6}" dt="2025-03-27T06:19:46.558" v="3662" actId="1076"/>
          <ac:spMkLst>
            <pc:docMk/>
            <pc:sldMk cId="0" sldId="276"/>
            <ac:spMk id="11" creationId="{56739892-FDDF-71A9-ADC6-BAF89F0C2A35}"/>
          </ac:spMkLst>
        </pc:spChg>
        <pc:spChg chg="add mod">
          <ac:chgData name="Mohammed Fasha" userId="cc64f42d-a1a6-4f08-b97b-0c37f877119f" providerId="ADAL" clId="{CD467BAA-958C-43DD-AE6C-14EC1A9C72D6}" dt="2025-03-27T06:13:14.605" v="3483" actId="1036"/>
          <ac:spMkLst>
            <pc:docMk/>
            <pc:sldMk cId="0" sldId="276"/>
            <ac:spMk id="13" creationId="{329226C2-42F0-F928-D90B-44EDC623A50D}"/>
          </ac:spMkLst>
        </pc:spChg>
        <pc:spChg chg="add">
          <ac:chgData name="Mohammed Fasha" userId="cc64f42d-a1a6-4f08-b97b-0c37f877119f" providerId="ADAL" clId="{CD467BAA-958C-43DD-AE6C-14EC1A9C72D6}" dt="2025-03-27T06:04:17.819" v="3096"/>
          <ac:spMkLst>
            <pc:docMk/>
            <pc:sldMk cId="0" sldId="276"/>
            <ac:spMk id="14" creationId="{743A9E0B-6637-9B47-4EA7-1B324570A4F7}"/>
          </ac:spMkLst>
        </pc:spChg>
        <pc:spChg chg="add del mod">
          <ac:chgData name="Mohammed Fasha" userId="cc64f42d-a1a6-4f08-b97b-0c37f877119f" providerId="ADAL" clId="{CD467BAA-958C-43DD-AE6C-14EC1A9C72D6}" dt="2025-03-27T06:05:21.233" v="3127" actId="478"/>
          <ac:spMkLst>
            <pc:docMk/>
            <pc:sldMk cId="0" sldId="276"/>
            <ac:spMk id="15" creationId="{2B4F5602-A614-CBA7-5F65-AA87AA04C1D7}"/>
          </ac:spMkLst>
        </pc:spChg>
        <pc:spChg chg="add mod">
          <ac:chgData name="Mohammed Fasha" userId="cc64f42d-a1a6-4f08-b97b-0c37f877119f" providerId="ADAL" clId="{CD467BAA-958C-43DD-AE6C-14EC1A9C72D6}" dt="2025-03-27T06:14:34.525" v="3518" actId="20577"/>
          <ac:spMkLst>
            <pc:docMk/>
            <pc:sldMk cId="0" sldId="276"/>
            <ac:spMk id="16" creationId="{20602073-7B6E-A022-6568-96518DFCE75D}"/>
          </ac:spMkLst>
        </pc:spChg>
        <pc:spChg chg="add mod">
          <ac:chgData name="Mohammed Fasha" userId="cc64f42d-a1a6-4f08-b97b-0c37f877119f" providerId="ADAL" clId="{CD467BAA-958C-43DD-AE6C-14EC1A9C72D6}" dt="2025-03-27T06:04:53.040" v="3105"/>
          <ac:spMkLst>
            <pc:docMk/>
            <pc:sldMk cId="0" sldId="276"/>
            <ac:spMk id="17" creationId="{B540BE22-8186-46A0-F1C9-0A0C3133F8DA}"/>
          </ac:spMkLst>
        </pc:spChg>
        <pc:spChg chg="add mod">
          <ac:chgData name="Mohammed Fasha" userId="cc64f42d-a1a6-4f08-b97b-0c37f877119f" providerId="ADAL" clId="{CD467BAA-958C-43DD-AE6C-14EC1A9C72D6}" dt="2025-03-27T06:19:58.593" v="3663" actId="404"/>
          <ac:spMkLst>
            <pc:docMk/>
            <pc:sldMk cId="0" sldId="276"/>
            <ac:spMk id="18" creationId="{512AA434-8263-878C-DF21-A4A805DE2E23}"/>
          </ac:spMkLst>
        </pc:spChg>
        <pc:spChg chg="add mod">
          <ac:chgData name="Mohammed Fasha" userId="cc64f42d-a1a6-4f08-b97b-0c37f877119f" providerId="ADAL" clId="{CD467BAA-958C-43DD-AE6C-14EC1A9C72D6}" dt="2025-03-27T06:20:00.723" v="3664" actId="255"/>
          <ac:spMkLst>
            <pc:docMk/>
            <pc:sldMk cId="0" sldId="276"/>
            <ac:spMk id="19" creationId="{A602EDBC-7A21-5A70-2F21-BA09B5929E01}"/>
          </ac:spMkLst>
        </pc:spChg>
        <pc:spChg chg="mod">
          <ac:chgData name="Mohammed Fasha" userId="cc64f42d-a1a6-4f08-b97b-0c37f877119f" providerId="ADAL" clId="{CD467BAA-958C-43DD-AE6C-14EC1A9C72D6}" dt="2025-03-27T05:59:07.047" v="2964" actId="27636"/>
          <ac:spMkLst>
            <pc:docMk/>
            <pc:sldMk cId="0" sldId="276"/>
            <ac:spMk id="148" creationId="{00000000-0000-0000-0000-000000000000}"/>
          </ac:spMkLst>
        </pc:spChg>
        <pc:spChg chg="del mod">
          <ac:chgData name="Mohammed Fasha" userId="cc64f42d-a1a6-4f08-b97b-0c37f877119f" providerId="ADAL" clId="{CD467BAA-958C-43DD-AE6C-14EC1A9C72D6}" dt="2025-03-27T05:59:10.765" v="2965" actId="478"/>
          <ac:spMkLst>
            <pc:docMk/>
            <pc:sldMk cId="0" sldId="276"/>
            <ac:spMk id="149" creationId="{00000000-0000-0000-0000-000000000000}"/>
          </ac:spMkLst>
        </pc:spChg>
        <pc:spChg chg="mod">
          <ac:chgData name="Mohammed Fasha" userId="cc64f42d-a1a6-4f08-b97b-0c37f877119f" providerId="ADAL" clId="{CD467BAA-958C-43DD-AE6C-14EC1A9C72D6}" dt="2025-03-27T06:13:38.309" v="3491" actId="14100"/>
          <ac:spMkLst>
            <pc:docMk/>
            <pc:sldMk cId="0" sldId="276"/>
            <ac:spMk id="151" creationId="{00000000-0000-0000-0000-000000000000}"/>
          </ac:spMkLst>
        </pc:spChg>
        <pc:graphicFrameChg chg="add mod modGraphic">
          <ac:chgData name="Mohammed Fasha" userId="cc64f42d-a1a6-4f08-b97b-0c37f877119f" providerId="ADAL" clId="{CD467BAA-958C-43DD-AE6C-14EC1A9C72D6}" dt="2025-03-27T06:01:44.867" v="3056" actId="1076"/>
          <ac:graphicFrameMkLst>
            <pc:docMk/>
            <pc:sldMk cId="0" sldId="276"/>
            <ac:graphicFrameMk id="6" creationId="{421512CA-3C45-56E1-C100-CE4E8F0E14B1}"/>
          </ac:graphicFrameMkLst>
        </pc:graphicFrameChg>
        <pc:graphicFrameChg chg="add del mod modGraphic">
          <ac:chgData name="Mohammed Fasha" userId="cc64f42d-a1a6-4f08-b97b-0c37f877119f" providerId="ADAL" clId="{CD467BAA-958C-43DD-AE6C-14EC1A9C72D6}" dt="2025-03-27T06:00:07.919" v="3001" actId="21"/>
          <ac:graphicFrameMkLst>
            <pc:docMk/>
            <pc:sldMk cId="0" sldId="276"/>
            <ac:graphicFrameMk id="7" creationId="{5A50D271-6099-8848-32B9-52F0C96B2575}"/>
          </ac:graphicFrameMkLst>
        </pc:graphicFrameChg>
        <pc:graphicFrameChg chg="add mod modGraphic">
          <ac:chgData name="Mohammed Fasha" userId="cc64f42d-a1a6-4f08-b97b-0c37f877119f" providerId="ADAL" clId="{CD467BAA-958C-43DD-AE6C-14EC1A9C72D6}" dt="2025-03-27T06:11:08.603" v="3345" actId="1076"/>
          <ac:graphicFrameMkLst>
            <pc:docMk/>
            <pc:sldMk cId="0" sldId="276"/>
            <ac:graphicFrameMk id="8" creationId="{0D439BFF-3BEA-55C6-98CA-7A1F9774EDF5}"/>
          </ac:graphicFrameMkLst>
        </pc:graphicFrameChg>
        <pc:graphicFrameChg chg="add mod modGraphic">
          <ac:chgData name="Mohammed Fasha" userId="cc64f42d-a1a6-4f08-b97b-0c37f877119f" providerId="ADAL" clId="{CD467BAA-958C-43DD-AE6C-14EC1A9C72D6}" dt="2025-03-27T06:11:15.021" v="3347" actId="1076"/>
          <ac:graphicFrameMkLst>
            <pc:docMk/>
            <pc:sldMk cId="0" sldId="276"/>
            <ac:graphicFrameMk id="12" creationId="{8BD96D17-9F2B-B7C4-8E4F-0B510D15EB97}"/>
          </ac:graphicFrameMkLst>
        </pc:graphicFrameChg>
        <pc:graphicFrameChg chg="del">
          <ac:chgData name="Mohammed Fasha" userId="cc64f42d-a1a6-4f08-b97b-0c37f877119f" providerId="ADAL" clId="{CD467BAA-958C-43DD-AE6C-14EC1A9C72D6}" dt="2025-03-27T05:51:12.737" v="2665" actId="478"/>
          <ac:graphicFrameMkLst>
            <pc:docMk/>
            <pc:sldMk cId="0" sldId="276"/>
            <ac:graphicFrameMk id="150" creationId="{00000000-0000-0000-0000-000000000000}"/>
          </ac:graphicFrameMkLst>
        </pc:graphicFrameChg>
      </pc:sldChg>
      <pc:sldChg chg="modSp add mod">
        <pc:chgData name="Mohammed Fasha" userId="cc64f42d-a1a6-4f08-b97b-0c37f877119f" providerId="ADAL" clId="{CD467BAA-958C-43DD-AE6C-14EC1A9C72D6}" dt="2025-03-27T06:17:35.667" v="3549" actId="14100"/>
        <pc:sldMkLst>
          <pc:docMk/>
          <pc:sldMk cId="0" sldId="277"/>
        </pc:sldMkLst>
        <pc:spChg chg="mod">
          <ac:chgData name="Mohammed Fasha" userId="cc64f42d-a1a6-4f08-b97b-0c37f877119f" providerId="ADAL" clId="{CD467BAA-958C-43DD-AE6C-14EC1A9C72D6}" dt="2025-03-27T06:17:35.667" v="3549" actId="14100"/>
          <ac:spMkLst>
            <pc:docMk/>
            <pc:sldMk cId="0" sldId="277"/>
            <ac:spMk id="153" creationId="{00000000-0000-0000-0000-000000000000}"/>
          </ac:spMkLst>
        </pc:spChg>
        <pc:graphicFrameChg chg="mod modGraphic">
          <ac:chgData name="Mohammed Fasha" userId="cc64f42d-a1a6-4f08-b97b-0c37f877119f" providerId="ADAL" clId="{CD467BAA-958C-43DD-AE6C-14EC1A9C72D6}" dt="2025-03-27T06:16:39.293" v="3545" actId="1076"/>
          <ac:graphicFrameMkLst>
            <pc:docMk/>
            <pc:sldMk cId="0" sldId="277"/>
            <ac:graphicFrameMk id="154" creationId="{00000000-0000-0000-0000-000000000000}"/>
          </ac:graphicFrameMkLst>
        </pc:graphicFrameChg>
      </pc:sldChg>
      <pc:sldChg chg="modSp add mod">
        <pc:chgData name="Mohammed Fasha" userId="cc64f42d-a1a6-4f08-b97b-0c37f877119f" providerId="ADAL" clId="{CD467BAA-958C-43DD-AE6C-14EC1A9C72D6}" dt="2025-03-25T03:17:43.981" v="2049" actId="255"/>
        <pc:sldMkLst>
          <pc:docMk/>
          <pc:sldMk cId="0" sldId="278"/>
        </pc:sldMkLst>
        <pc:spChg chg="mod">
          <ac:chgData name="Mohammed Fasha" userId="cc64f42d-a1a6-4f08-b97b-0c37f877119f" providerId="ADAL" clId="{CD467BAA-958C-43DD-AE6C-14EC1A9C72D6}" dt="2025-03-25T03:17:43.981" v="2049" actId="255"/>
          <ac:spMkLst>
            <pc:docMk/>
            <pc:sldMk cId="0" sldId="278"/>
            <ac:spMk id="156" creationId="{00000000-0000-0000-0000-000000000000}"/>
          </ac:spMkLst>
        </pc:spChg>
      </pc:sldChg>
      <pc:sldChg chg="modSp add mod">
        <pc:chgData name="Mohammed Fasha" userId="cc64f42d-a1a6-4f08-b97b-0c37f877119f" providerId="ADAL" clId="{CD467BAA-958C-43DD-AE6C-14EC1A9C72D6}" dt="2025-03-25T03:18:08.640" v="2053" actId="12"/>
        <pc:sldMkLst>
          <pc:docMk/>
          <pc:sldMk cId="0" sldId="279"/>
        </pc:sldMkLst>
        <pc:spChg chg="mod">
          <ac:chgData name="Mohammed Fasha" userId="cc64f42d-a1a6-4f08-b97b-0c37f877119f" providerId="ADAL" clId="{CD467BAA-958C-43DD-AE6C-14EC1A9C72D6}" dt="2025-03-25T03:18:08.640" v="2053" actId="12"/>
          <ac:spMkLst>
            <pc:docMk/>
            <pc:sldMk cId="0" sldId="279"/>
            <ac:spMk id="158" creationId="{00000000-0000-0000-0000-000000000000}"/>
          </ac:spMkLst>
        </pc:spChg>
      </pc:sldChg>
      <pc:sldChg chg="add">
        <pc:chgData name="Mohammed Fasha" userId="cc64f42d-a1a6-4f08-b97b-0c37f877119f" providerId="ADAL" clId="{CD467BAA-958C-43DD-AE6C-14EC1A9C72D6}" dt="2025-03-25T02:49:01.516" v="1"/>
        <pc:sldMkLst>
          <pc:docMk/>
          <pc:sldMk cId="0" sldId="280"/>
        </pc:sldMkLst>
      </pc:sldChg>
      <pc:sldChg chg="addSp delSp modSp add mod">
        <pc:chgData name="Mohammed Fasha" userId="cc64f42d-a1a6-4f08-b97b-0c37f877119f" providerId="ADAL" clId="{CD467BAA-958C-43DD-AE6C-14EC1A9C72D6}" dt="2025-03-25T04:02:02.668" v="2506" actId="20577"/>
        <pc:sldMkLst>
          <pc:docMk/>
          <pc:sldMk cId="0" sldId="281"/>
        </pc:sldMkLst>
        <pc:spChg chg="mod">
          <ac:chgData name="Mohammed Fasha" userId="cc64f42d-a1a6-4f08-b97b-0c37f877119f" providerId="ADAL" clId="{CD467BAA-958C-43DD-AE6C-14EC1A9C72D6}" dt="2025-03-25T04:02:02.668" v="2506" actId="20577"/>
          <ac:spMkLst>
            <pc:docMk/>
            <pc:sldMk cId="0" sldId="281"/>
            <ac:spMk id="162" creationId="{00000000-0000-0000-0000-000000000000}"/>
          </ac:spMkLst>
        </pc:spChg>
        <pc:picChg chg="mod">
          <ac:chgData name="Mohammed Fasha" userId="cc64f42d-a1a6-4f08-b97b-0c37f877119f" providerId="ADAL" clId="{CD467BAA-958C-43DD-AE6C-14EC1A9C72D6}" dt="2025-03-25T04:01:24.543" v="2424" actId="1076"/>
          <ac:picMkLst>
            <pc:docMk/>
            <pc:sldMk cId="0" sldId="281"/>
            <ac:picMk id="164" creationId="{00000000-0000-0000-0000-000000000000}"/>
          </ac:picMkLst>
        </pc:picChg>
        <pc:picChg chg="add mod">
          <ac:chgData name="Mohammed Fasha" userId="cc64f42d-a1a6-4f08-b97b-0c37f877119f" providerId="ADAL" clId="{CD467BAA-958C-43DD-AE6C-14EC1A9C72D6}" dt="2025-03-25T04:00:25.603" v="2296" actId="1076"/>
          <ac:picMkLst>
            <pc:docMk/>
            <pc:sldMk cId="0" sldId="281"/>
            <ac:picMk id="2050" creationId="{62F3EE30-1250-B624-2F54-4CC416515993}"/>
          </ac:picMkLst>
        </pc:picChg>
      </pc:sldChg>
      <pc:sldChg chg="add del">
        <pc:chgData name="Mohammed Fasha" userId="cc64f42d-a1a6-4f08-b97b-0c37f877119f" providerId="ADAL" clId="{CD467BAA-958C-43DD-AE6C-14EC1A9C72D6}" dt="2025-03-25T03:56:54.562" v="2200" actId="2696"/>
        <pc:sldMkLst>
          <pc:docMk/>
          <pc:sldMk cId="0" sldId="282"/>
        </pc:sldMkLst>
      </pc:sldChg>
      <pc:sldChg chg="add del">
        <pc:chgData name="Mohammed Fasha" userId="cc64f42d-a1a6-4f08-b97b-0c37f877119f" providerId="ADAL" clId="{CD467BAA-958C-43DD-AE6C-14EC1A9C72D6}" dt="2025-03-25T03:56:54.562" v="2200" actId="2696"/>
        <pc:sldMkLst>
          <pc:docMk/>
          <pc:sldMk cId="0" sldId="283"/>
        </pc:sldMkLst>
      </pc:sldChg>
      <pc:sldChg chg="add del">
        <pc:chgData name="Mohammed Fasha" userId="cc64f42d-a1a6-4f08-b97b-0c37f877119f" providerId="ADAL" clId="{CD467BAA-958C-43DD-AE6C-14EC1A9C72D6}" dt="2025-03-25T03:56:54.562" v="2200" actId="2696"/>
        <pc:sldMkLst>
          <pc:docMk/>
          <pc:sldMk cId="0" sldId="284"/>
        </pc:sldMkLst>
      </pc:sldChg>
      <pc:sldChg chg="add del">
        <pc:chgData name="Mohammed Fasha" userId="cc64f42d-a1a6-4f08-b97b-0c37f877119f" providerId="ADAL" clId="{CD467BAA-958C-43DD-AE6C-14EC1A9C72D6}" dt="2025-03-25T03:56:54.562" v="2200" actId="2696"/>
        <pc:sldMkLst>
          <pc:docMk/>
          <pc:sldMk cId="0" sldId="285"/>
        </pc:sldMkLst>
      </pc:sldChg>
      <pc:sldChg chg="add">
        <pc:chgData name="Mohammed Fasha" userId="cc64f42d-a1a6-4f08-b97b-0c37f877119f" providerId="ADAL" clId="{CD467BAA-958C-43DD-AE6C-14EC1A9C72D6}" dt="2025-03-25T02:49:01.516" v="1"/>
        <pc:sldMkLst>
          <pc:docMk/>
          <pc:sldMk cId="0" sldId="286"/>
        </pc:sldMkLst>
      </pc:sldChg>
      <pc:sldChg chg="addSp modSp add mod">
        <pc:chgData name="Mohammed Fasha" userId="cc64f42d-a1a6-4f08-b97b-0c37f877119f" providerId="ADAL" clId="{CD467BAA-958C-43DD-AE6C-14EC1A9C72D6}" dt="2025-03-25T03:21:10.108" v="2069" actId="27636"/>
        <pc:sldMkLst>
          <pc:docMk/>
          <pc:sldMk cId="0" sldId="287"/>
        </pc:sldMkLst>
        <pc:spChg chg="mod">
          <ac:chgData name="Mohammed Fasha" userId="cc64f42d-a1a6-4f08-b97b-0c37f877119f" providerId="ADAL" clId="{CD467BAA-958C-43DD-AE6C-14EC1A9C72D6}" dt="2025-03-25T03:21:10.108" v="2069" actId="27636"/>
          <ac:spMkLst>
            <pc:docMk/>
            <pc:sldMk cId="0" sldId="287"/>
            <ac:spMk id="172" creationId="{00000000-0000-0000-0000-000000000000}"/>
          </ac:spMkLst>
        </pc:spChg>
        <pc:picChg chg="add mod">
          <ac:chgData name="Mohammed Fasha" userId="cc64f42d-a1a6-4f08-b97b-0c37f877119f" providerId="ADAL" clId="{CD467BAA-958C-43DD-AE6C-14EC1A9C72D6}" dt="2025-03-25T03:21:05.900" v="2067" actId="14100"/>
          <ac:picMkLst>
            <pc:docMk/>
            <pc:sldMk cId="0" sldId="287"/>
            <ac:picMk id="1026" creationId="{B810638E-4060-15FB-0531-4959E1B91DCA}"/>
          </ac:picMkLst>
        </pc:picChg>
      </pc:sldChg>
      <pc:sldChg chg="modSp add mod">
        <pc:chgData name="Mohammed Fasha" userId="cc64f42d-a1a6-4f08-b97b-0c37f877119f" providerId="ADAL" clId="{CD467BAA-958C-43DD-AE6C-14EC1A9C72D6}" dt="2025-03-25T03:21:49.500" v="2081" actId="12"/>
        <pc:sldMkLst>
          <pc:docMk/>
          <pc:sldMk cId="0" sldId="288"/>
        </pc:sldMkLst>
        <pc:spChg chg="mod">
          <ac:chgData name="Mohammed Fasha" userId="cc64f42d-a1a6-4f08-b97b-0c37f877119f" providerId="ADAL" clId="{CD467BAA-958C-43DD-AE6C-14EC1A9C72D6}" dt="2025-03-25T03:21:49.500" v="2081" actId="12"/>
          <ac:spMkLst>
            <pc:docMk/>
            <pc:sldMk cId="0" sldId="288"/>
            <ac:spMk id="174" creationId="{00000000-0000-0000-0000-000000000000}"/>
          </ac:spMkLst>
        </pc:spChg>
      </pc:sldChg>
      <pc:sldChg chg="addSp modSp add del mod">
        <pc:chgData name="Mohammed Fasha" userId="cc64f42d-a1a6-4f08-b97b-0c37f877119f" providerId="ADAL" clId="{CD467BAA-958C-43DD-AE6C-14EC1A9C72D6}" dt="2025-03-25T04:15:06.178" v="2584" actId="2696"/>
        <pc:sldMkLst>
          <pc:docMk/>
          <pc:sldMk cId="0" sldId="289"/>
        </pc:sldMkLst>
      </pc:sldChg>
      <pc:sldChg chg="modSp add mod">
        <pc:chgData name="Mohammed Fasha" userId="cc64f42d-a1a6-4f08-b97b-0c37f877119f" providerId="ADAL" clId="{CD467BAA-958C-43DD-AE6C-14EC1A9C72D6}" dt="2025-03-25T02:49:01.611" v="8" actId="27636"/>
        <pc:sldMkLst>
          <pc:docMk/>
          <pc:sldMk cId="0" sldId="290"/>
        </pc:sldMkLst>
        <pc:spChg chg="mod">
          <ac:chgData name="Mohammed Fasha" userId="cc64f42d-a1a6-4f08-b97b-0c37f877119f" providerId="ADAL" clId="{CD467BAA-958C-43DD-AE6C-14EC1A9C72D6}" dt="2025-03-25T02:49:01.611" v="8" actId="27636"/>
          <ac:spMkLst>
            <pc:docMk/>
            <pc:sldMk cId="0" sldId="290"/>
            <ac:spMk id="181" creationId="{00000000-0000-0000-0000-000000000000}"/>
          </ac:spMkLst>
        </pc:spChg>
      </pc:sldChg>
      <pc:sldChg chg="add ord">
        <pc:chgData name="Mohammed Fasha" userId="cc64f42d-a1a6-4f08-b97b-0c37f877119f" providerId="ADAL" clId="{CD467BAA-958C-43DD-AE6C-14EC1A9C72D6}" dt="2025-03-25T03:23:26.468" v="2119"/>
        <pc:sldMkLst>
          <pc:docMk/>
          <pc:sldMk cId="0" sldId="291"/>
        </pc:sldMkLst>
      </pc:sldChg>
      <pc:sldChg chg="addSp modSp add mod modClrScheme chgLayout">
        <pc:chgData name="Mohammed Fasha" userId="cc64f42d-a1a6-4f08-b97b-0c37f877119f" providerId="ADAL" clId="{CD467BAA-958C-43DD-AE6C-14EC1A9C72D6}" dt="2025-03-25T03:03:08.182" v="1158" actId="1076"/>
        <pc:sldMkLst>
          <pc:docMk/>
          <pc:sldMk cId="1114016609" sldId="292"/>
        </pc:sldMkLst>
        <pc:spChg chg="add mod">
          <ac:chgData name="Mohammed Fasha" userId="cc64f42d-a1a6-4f08-b97b-0c37f877119f" providerId="ADAL" clId="{CD467BAA-958C-43DD-AE6C-14EC1A9C72D6}" dt="2025-03-25T03:01:10.820" v="1119" actId="20577"/>
          <ac:spMkLst>
            <pc:docMk/>
            <pc:sldMk cId="1114016609" sldId="292"/>
            <ac:spMk id="2" creationId="{53B64406-EA25-DA17-15AF-7F20CFE1AFCD}"/>
          </ac:spMkLst>
        </pc:spChg>
        <pc:spChg chg="add mod">
          <ac:chgData name="Mohammed Fasha" userId="cc64f42d-a1a6-4f08-b97b-0c37f877119f" providerId="ADAL" clId="{CD467BAA-958C-43DD-AE6C-14EC1A9C72D6}" dt="2025-03-25T03:01:01.103" v="1099" actId="403"/>
          <ac:spMkLst>
            <pc:docMk/>
            <pc:sldMk cId="1114016609" sldId="292"/>
            <ac:spMk id="3" creationId="{F4B58A1F-AEAD-37A2-6125-E0F0ABD981A8}"/>
          </ac:spMkLst>
        </pc:spChg>
        <pc:spChg chg="add mod">
          <ac:chgData name="Mohammed Fasha" userId="cc64f42d-a1a6-4f08-b97b-0c37f877119f" providerId="ADAL" clId="{CD467BAA-958C-43DD-AE6C-14EC1A9C72D6}" dt="2025-03-25T03:03:08.182" v="1158" actId="1076"/>
          <ac:spMkLst>
            <pc:docMk/>
            <pc:sldMk cId="1114016609" sldId="292"/>
            <ac:spMk id="7" creationId="{AB4E0D99-B729-637A-5BBA-F8B5ABB99B10}"/>
          </ac:spMkLst>
        </pc:spChg>
        <pc:graphicFrameChg chg="add mod modGraphic">
          <ac:chgData name="Mohammed Fasha" userId="cc64f42d-a1a6-4f08-b97b-0c37f877119f" providerId="ADAL" clId="{CD467BAA-958C-43DD-AE6C-14EC1A9C72D6}" dt="2025-03-25T03:03:05.010" v="1156" actId="1076"/>
          <ac:graphicFrameMkLst>
            <pc:docMk/>
            <pc:sldMk cId="1114016609" sldId="292"/>
            <ac:graphicFrameMk id="6" creationId="{173F436C-FA7E-802F-D2CD-EA70E1F278ED}"/>
          </ac:graphicFrameMkLst>
        </pc:graphicFrameChg>
      </pc:sldChg>
      <pc:sldChg chg="addSp modSp new mod modClrScheme chgLayout">
        <pc:chgData name="Mohammed Fasha" userId="cc64f42d-a1a6-4f08-b97b-0c37f877119f" providerId="ADAL" clId="{CD467BAA-958C-43DD-AE6C-14EC1A9C72D6}" dt="2025-03-25T02:51:27.347" v="289" actId="20577"/>
        <pc:sldMkLst>
          <pc:docMk/>
          <pc:sldMk cId="3862054301" sldId="293"/>
        </pc:sldMkLst>
        <pc:spChg chg="add mod">
          <ac:chgData name="Mohammed Fasha" userId="cc64f42d-a1a6-4f08-b97b-0c37f877119f" providerId="ADAL" clId="{CD467BAA-958C-43DD-AE6C-14EC1A9C72D6}" dt="2025-03-25T02:50:59.032" v="212" actId="20577"/>
          <ac:spMkLst>
            <pc:docMk/>
            <pc:sldMk cId="3862054301" sldId="293"/>
            <ac:spMk id="2" creationId="{B2A95881-6818-35D1-B0AC-294F06B29CDE}"/>
          </ac:spMkLst>
        </pc:spChg>
        <pc:spChg chg="add mod">
          <ac:chgData name="Mohammed Fasha" userId="cc64f42d-a1a6-4f08-b97b-0c37f877119f" providerId="ADAL" clId="{CD467BAA-958C-43DD-AE6C-14EC1A9C72D6}" dt="2025-03-25T02:51:27.347" v="289" actId="20577"/>
          <ac:spMkLst>
            <pc:docMk/>
            <pc:sldMk cId="3862054301" sldId="293"/>
            <ac:spMk id="3" creationId="{8AEDF9A6-3E2A-ECD5-AC94-898AAFEDC346}"/>
          </ac:spMkLst>
        </pc:spChg>
      </pc:sldChg>
      <pc:sldChg chg="add">
        <pc:chgData name="Mohammed Fasha" userId="cc64f42d-a1a6-4f08-b97b-0c37f877119f" providerId="ADAL" clId="{CD467BAA-958C-43DD-AE6C-14EC1A9C72D6}" dt="2025-03-25T03:07:22.683" v="1573"/>
        <pc:sldMkLst>
          <pc:docMk/>
          <pc:sldMk cId="397080770" sldId="294"/>
        </pc:sldMkLst>
      </pc:sldChg>
      <pc:sldChg chg="delSp modSp add mod">
        <pc:chgData name="Mohammed Fasha" userId="cc64f42d-a1a6-4f08-b97b-0c37f877119f" providerId="ADAL" clId="{CD467BAA-958C-43DD-AE6C-14EC1A9C72D6}" dt="2025-03-25T04:11:07.244" v="2567" actId="21"/>
        <pc:sldMkLst>
          <pc:docMk/>
          <pc:sldMk cId="1219703126" sldId="295"/>
        </pc:sldMkLst>
        <pc:spChg chg="mod">
          <ac:chgData name="Mohammed Fasha" userId="cc64f42d-a1a6-4f08-b97b-0c37f877119f" providerId="ADAL" clId="{CD467BAA-958C-43DD-AE6C-14EC1A9C72D6}" dt="2025-03-25T04:10:28.055" v="2509"/>
          <ac:spMkLst>
            <pc:docMk/>
            <pc:sldMk cId="1219703126" sldId="295"/>
            <ac:spMk id="161" creationId="{67BAEA8F-D499-E8A3-A300-35B32FE4C40B}"/>
          </ac:spMkLst>
        </pc:spChg>
        <pc:spChg chg="mod">
          <ac:chgData name="Mohammed Fasha" userId="cc64f42d-a1a6-4f08-b97b-0c37f877119f" providerId="ADAL" clId="{CD467BAA-958C-43DD-AE6C-14EC1A9C72D6}" dt="2025-03-25T04:11:06.410" v="2566" actId="21"/>
          <ac:spMkLst>
            <pc:docMk/>
            <pc:sldMk cId="1219703126" sldId="295"/>
            <ac:spMk id="162" creationId="{61A7CF95-C71E-5859-7D68-2CAA57803025}"/>
          </ac:spMkLst>
        </pc:spChg>
        <pc:picChg chg="mod">
          <ac:chgData name="Mohammed Fasha" userId="cc64f42d-a1a6-4f08-b97b-0c37f877119f" providerId="ADAL" clId="{CD467BAA-958C-43DD-AE6C-14EC1A9C72D6}" dt="2025-03-25T04:10:57.490" v="2564" actId="1076"/>
          <ac:picMkLst>
            <pc:docMk/>
            <pc:sldMk cId="1219703126" sldId="295"/>
            <ac:picMk id="164" creationId="{98D75408-003A-ED3D-468E-0FC6FA95A427}"/>
          </ac:picMkLst>
        </pc:picChg>
      </pc:sldChg>
      <pc:sldChg chg="new del">
        <pc:chgData name="Mohammed Fasha" userId="cc64f42d-a1a6-4f08-b97b-0c37f877119f" providerId="ADAL" clId="{CD467BAA-958C-43DD-AE6C-14EC1A9C72D6}" dt="2025-03-25T04:15:23.576" v="2587" actId="47"/>
        <pc:sldMkLst>
          <pc:docMk/>
          <pc:sldMk cId="795639614" sldId="296"/>
        </pc:sldMkLst>
      </pc:sldChg>
      <pc:sldChg chg="add del">
        <pc:chgData name="Mohammed Fasha" userId="cc64f42d-a1a6-4f08-b97b-0c37f877119f" providerId="ADAL" clId="{CD467BAA-958C-43DD-AE6C-14EC1A9C72D6}" dt="2025-03-25T06:00:26.204" v="2592" actId="47"/>
        <pc:sldMkLst>
          <pc:docMk/>
          <pc:sldMk cId="3335634831" sldId="297"/>
        </pc:sldMkLst>
      </pc:sldChg>
      <pc:sldChg chg="new del">
        <pc:chgData name="Mohammed Fasha" userId="cc64f42d-a1a6-4f08-b97b-0c37f877119f" providerId="ADAL" clId="{CD467BAA-958C-43DD-AE6C-14EC1A9C72D6}" dt="2025-03-25T06:00:04.228" v="2590" actId="47"/>
        <pc:sldMkLst>
          <pc:docMk/>
          <pc:sldMk cId="2365600981" sldId="298"/>
        </pc:sldMkLst>
      </pc:sldChg>
      <pc:sldChg chg="new del">
        <pc:chgData name="Mohammed Fasha" userId="cc64f42d-a1a6-4f08-b97b-0c37f877119f" providerId="ADAL" clId="{CD467BAA-958C-43DD-AE6C-14EC1A9C72D6}" dt="2025-03-25T06:00:07.556" v="2591" actId="47"/>
        <pc:sldMkLst>
          <pc:docMk/>
          <pc:sldMk cId="1678889160" sldId="29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07684796" sldId="33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241718055" sldId="34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957811751" sldId="35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499958888" sldId="39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852804652" sldId="39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587789057" sldId="42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625691186" sldId="42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127906749" sldId="42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91491219" sldId="42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339445507" sldId="43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389046835" sldId="43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409345436" sldId="43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522174856" sldId="43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905491798" sldId="44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08461039" sldId="44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210803598" sldId="47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726994946" sldId="47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297456757" sldId="48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941853383" sldId="48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586650541" sldId="51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271956779" sldId="51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281221656" sldId="52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354701919" sldId="58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772982877" sldId="59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013144202" sldId="59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04510001" sldId="59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503045661" sldId="59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474268344" sldId="59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148675757" sldId="59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392152533" sldId="59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480194047" sldId="59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146452721" sldId="60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244541146" sldId="60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59845697" sldId="60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464207026" sldId="60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83467534" sldId="60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877973779" sldId="60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1481256" sldId="61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040874025" sldId="61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99592497" sldId="61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535314737" sldId="61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27652750" sldId="61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3212581" sldId="61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329135496" sldId="61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380276415" sldId="61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46730148" sldId="61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839834530" sldId="62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734309461" sldId="62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69580935" sldId="63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838240985" sldId="63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675291572" sldId="63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145145303" sldId="64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135291414" sldId="64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030124935" sldId="64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168644593" sldId="64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743226386" sldId="64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02107314" sldId="64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62689605" sldId="64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942060319" sldId="65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061130053" sldId="65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585687456" sldId="65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892622100" sldId="65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555764928" sldId="65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461426122" sldId="65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990045589" sldId="65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575039538" sldId="66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554491934" sldId="66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980180774" sldId="66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898885298" sldId="66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652660250" sldId="66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680231355" sldId="66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960150938" sldId="67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605011436" sldId="67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620993364" sldId="67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865119215" sldId="67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170303756" sldId="67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577854815" sldId="67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454522070" sldId="67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377124484" sldId="68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630096202" sldId="68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328652623" sldId="68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916102856" sldId="68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620697854" sldId="68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40683555" sldId="68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788308240" sldId="68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660737293" sldId="68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987101698" sldId="69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982708772" sldId="69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424197979" sldId="69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697141369" sldId="69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317643237" sldId="69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247717824" sldId="70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085160177" sldId="70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862107672" sldId="70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142780366" sldId="70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972625976" sldId="70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2004852" sldId="708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67871309" sldId="709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4114896152" sldId="710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794385322" sldId="711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701206727" sldId="712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499972066" sldId="713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270641495" sldId="714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096386322" sldId="715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1784058309" sldId="716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139017106" sldId="717"/>
        </pc:sldMkLst>
      </pc:sldChg>
      <pc:sldChg chg="del">
        <pc:chgData name="Mohammed Fasha" userId="cc64f42d-a1a6-4f08-b97b-0c37f877119f" providerId="ADAL" clId="{CD467BAA-958C-43DD-AE6C-14EC1A9C72D6}" dt="2025-03-25T02:48:51.438" v="0" actId="4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A70661-5A2C-4AD7-9C89-3E49CD92B18F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F58FC4CE-1CA9-4590-91ED-37F4CBA42F14}">
      <dgm:prSet phldrT="[Text]" custT="1"/>
      <dgm:spPr/>
      <dgm:t>
        <a:bodyPr/>
        <a:lstStyle/>
        <a:p>
          <a:r>
            <a:rPr lang="en-US" sz="1400" b="1" dirty="0"/>
            <a:t>Tokenization</a:t>
          </a:r>
        </a:p>
      </dgm:t>
    </dgm:pt>
    <dgm:pt modelId="{EB562C8A-8639-4252-8D49-DCF4E40BF2BC}" type="parTrans" cxnId="{31CB96F3-1B0D-45FA-B4DB-C6DE3541DD44}">
      <dgm:prSet/>
      <dgm:spPr/>
      <dgm:t>
        <a:bodyPr/>
        <a:lstStyle/>
        <a:p>
          <a:endParaRPr lang="en-US" sz="4000" b="1"/>
        </a:p>
      </dgm:t>
    </dgm:pt>
    <dgm:pt modelId="{FB90831D-5750-4660-AE04-EFD8173E9684}" type="sibTrans" cxnId="{31CB96F3-1B0D-45FA-B4DB-C6DE3541DD44}">
      <dgm:prSet custT="1"/>
      <dgm:spPr/>
      <dgm:t>
        <a:bodyPr/>
        <a:lstStyle/>
        <a:p>
          <a:endParaRPr lang="en-US" sz="1100" b="1"/>
        </a:p>
      </dgm:t>
    </dgm:pt>
    <dgm:pt modelId="{41EE04ED-6592-4E73-B03E-5CCC6B4BC728}">
      <dgm:prSet phldrT="[Text]" custT="1"/>
      <dgm:spPr/>
      <dgm:t>
        <a:bodyPr/>
        <a:lstStyle/>
        <a:p>
          <a:r>
            <a:rPr lang="en-US" sz="1400" b="1" dirty="0"/>
            <a:t>Normalization</a:t>
          </a:r>
        </a:p>
      </dgm:t>
    </dgm:pt>
    <dgm:pt modelId="{33FE19F2-EED3-45B0-A1F2-ED5D316B7ACF}" type="parTrans" cxnId="{433D1DFA-21E5-4D8B-AA26-CED8EF23B26B}">
      <dgm:prSet/>
      <dgm:spPr/>
      <dgm:t>
        <a:bodyPr/>
        <a:lstStyle/>
        <a:p>
          <a:endParaRPr lang="en-US" sz="4000" b="1"/>
        </a:p>
      </dgm:t>
    </dgm:pt>
    <dgm:pt modelId="{1DDAD782-65F9-4825-97D0-A017799C041A}" type="sibTrans" cxnId="{433D1DFA-21E5-4D8B-AA26-CED8EF23B26B}">
      <dgm:prSet custT="1"/>
      <dgm:spPr/>
      <dgm:t>
        <a:bodyPr/>
        <a:lstStyle/>
        <a:p>
          <a:endParaRPr lang="en-US" sz="1100" b="1"/>
        </a:p>
      </dgm:t>
    </dgm:pt>
    <dgm:pt modelId="{911DBC24-1ABF-4EB8-AB8A-35A65364D075}">
      <dgm:prSet phldrT="[Text]" custT="1"/>
      <dgm:spPr/>
      <dgm:t>
        <a:bodyPr/>
        <a:lstStyle/>
        <a:p>
          <a:r>
            <a:rPr lang="en-US" sz="1400" b="1" dirty="0"/>
            <a:t>Stopwords</a:t>
          </a:r>
        </a:p>
      </dgm:t>
    </dgm:pt>
    <dgm:pt modelId="{FAEA5791-D72D-425A-BA49-B3A896E7E2DD}" type="parTrans" cxnId="{38275080-0E19-4C72-93CA-7837E54A1CF1}">
      <dgm:prSet/>
      <dgm:spPr/>
      <dgm:t>
        <a:bodyPr/>
        <a:lstStyle/>
        <a:p>
          <a:endParaRPr lang="en-US" sz="4000" b="1"/>
        </a:p>
      </dgm:t>
    </dgm:pt>
    <dgm:pt modelId="{13D16BD7-C1B4-409E-B878-C47EA3565DBC}" type="sibTrans" cxnId="{38275080-0E19-4C72-93CA-7837E54A1CF1}">
      <dgm:prSet custT="1"/>
      <dgm:spPr/>
      <dgm:t>
        <a:bodyPr/>
        <a:lstStyle/>
        <a:p>
          <a:endParaRPr lang="en-US" sz="1100" b="1"/>
        </a:p>
      </dgm:t>
    </dgm:pt>
    <dgm:pt modelId="{8D83B5C5-9C4A-4515-8F2F-B6D403703EEC}">
      <dgm:prSet phldrT="[Text]" custT="1"/>
      <dgm:spPr/>
      <dgm:t>
        <a:bodyPr/>
        <a:lstStyle/>
        <a:p>
          <a:r>
            <a:rPr lang="en-US" sz="1400" b="1" dirty="0"/>
            <a:t>Stemming/</a:t>
          </a:r>
        </a:p>
        <a:p>
          <a:r>
            <a:rPr lang="en-US" sz="1400" b="1" dirty="0"/>
            <a:t>Lemmatization</a:t>
          </a:r>
        </a:p>
      </dgm:t>
    </dgm:pt>
    <dgm:pt modelId="{8EA7ED3D-AB4B-47B9-8AF2-C45EE12409C7}" type="parTrans" cxnId="{8E815076-6B8F-4145-9914-F6621D554B69}">
      <dgm:prSet/>
      <dgm:spPr/>
      <dgm:t>
        <a:bodyPr/>
        <a:lstStyle/>
        <a:p>
          <a:endParaRPr lang="en-US" sz="4000" b="1"/>
        </a:p>
      </dgm:t>
    </dgm:pt>
    <dgm:pt modelId="{339561C7-14CB-4574-9869-DA7E48911738}" type="sibTrans" cxnId="{8E815076-6B8F-4145-9914-F6621D554B69}">
      <dgm:prSet custT="1"/>
      <dgm:spPr/>
      <dgm:t>
        <a:bodyPr/>
        <a:lstStyle/>
        <a:p>
          <a:endParaRPr lang="en-US" sz="1100" b="1"/>
        </a:p>
      </dgm:t>
    </dgm:pt>
    <dgm:pt modelId="{41475B3C-AC22-4D2D-BC21-945FA3A190E4}">
      <dgm:prSet phldrT="[Text]" custT="1"/>
      <dgm:spPr/>
      <dgm:t>
        <a:bodyPr/>
        <a:lstStyle/>
        <a:p>
          <a:r>
            <a:rPr lang="en-US" sz="1400" b="1" dirty="0" err="1"/>
            <a:t>BoW</a:t>
          </a:r>
          <a:endParaRPr lang="en-US" sz="1400" b="1" dirty="0"/>
        </a:p>
      </dgm:t>
    </dgm:pt>
    <dgm:pt modelId="{1A0098C7-4362-4445-A960-FA927EA4CDF4}" type="parTrans" cxnId="{F9FE5126-5BC8-4AD1-9E12-0619D87C9A50}">
      <dgm:prSet/>
      <dgm:spPr/>
      <dgm:t>
        <a:bodyPr/>
        <a:lstStyle/>
        <a:p>
          <a:endParaRPr lang="en-US" sz="4000" b="1"/>
        </a:p>
      </dgm:t>
    </dgm:pt>
    <dgm:pt modelId="{731C291A-ED72-460B-AA8C-74CEF9AA07DB}" type="sibTrans" cxnId="{F9FE5126-5BC8-4AD1-9E12-0619D87C9A50}">
      <dgm:prSet/>
      <dgm:spPr/>
      <dgm:t>
        <a:bodyPr/>
        <a:lstStyle/>
        <a:p>
          <a:endParaRPr lang="en-US" sz="4000" b="1"/>
        </a:p>
      </dgm:t>
    </dgm:pt>
    <dgm:pt modelId="{CFAE3B5D-8AEF-44B7-A33F-1CA355CF21A6}">
      <dgm:prSet phldrT="[Text]" custT="1"/>
      <dgm:spPr/>
      <dgm:t>
        <a:bodyPr/>
        <a:lstStyle/>
        <a:p>
          <a:r>
            <a:rPr lang="en-US" sz="1400" b="1" dirty="0"/>
            <a:t>Use in Predictive Models</a:t>
          </a:r>
        </a:p>
      </dgm:t>
    </dgm:pt>
    <dgm:pt modelId="{47063A73-BD12-4551-9C5A-238DD8B297E0}" type="parTrans" cxnId="{9A94005C-F1D6-48C9-8008-AF1ABD9BA3D8}">
      <dgm:prSet/>
      <dgm:spPr/>
      <dgm:t>
        <a:bodyPr/>
        <a:lstStyle/>
        <a:p>
          <a:endParaRPr lang="en-US"/>
        </a:p>
      </dgm:t>
    </dgm:pt>
    <dgm:pt modelId="{9094F654-3DDA-475F-9A03-D9EA827439DF}" type="sibTrans" cxnId="{9A94005C-F1D6-48C9-8008-AF1ABD9BA3D8}">
      <dgm:prSet/>
      <dgm:spPr/>
      <dgm:t>
        <a:bodyPr/>
        <a:lstStyle/>
        <a:p>
          <a:endParaRPr lang="en-US"/>
        </a:p>
      </dgm:t>
    </dgm:pt>
    <dgm:pt modelId="{5D5DF7CD-0B66-448E-9381-392AB5B843CA}" type="pres">
      <dgm:prSet presAssocID="{0EA70661-5A2C-4AD7-9C89-3E49CD92B18F}" presName="Name0" presStyleCnt="0">
        <dgm:presLayoutVars>
          <dgm:dir/>
          <dgm:resizeHandles val="exact"/>
        </dgm:presLayoutVars>
      </dgm:prSet>
      <dgm:spPr/>
    </dgm:pt>
    <dgm:pt modelId="{BA69533B-F19A-4BB2-A636-8B9C5A812019}" type="pres">
      <dgm:prSet presAssocID="{F58FC4CE-1CA9-4590-91ED-37F4CBA42F14}" presName="node" presStyleLbl="node1" presStyleIdx="0" presStyleCnt="6">
        <dgm:presLayoutVars>
          <dgm:bulletEnabled val="1"/>
        </dgm:presLayoutVars>
      </dgm:prSet>
      <dgm:spPr/>
    </dgm:pt>
    <dgm:pt modelId="{8094958B-CCE1-47B5-BE13-2FFF5668E64C}" type="pres">
      <dgm:prSet presAssocID="{FB90831D-5750-4660-AE04-EFD8173E9684}" presName="sibTrans" presStyleLbl="sibTrans2D1" presStyleIdx="0" presStyleCnt="5"/>
      <dgm:spPr/>
    </dgm:pt>
    <dgm:pt modelId="{BDABE8B2-475C-4726-ADD8-8E4863A5FA95}" type="pres">
      <dgm:prSet presAssocID="{FB90831D-5750-4660-AE04-EFD8173E9684}" presName="connectorText" presStyleLbl="sibTrans2D1" presStyleIdx="0" presStyleCnt="5"/>
      <dgm:spPr/>
    </dgm:pt>
    <dgm:pt modelId="{660AC105-27B0-4EE5-86BD-7AB31B482613}" type="pres">
      <dgm:prSet presAssocID="{41EE04ED-6592-4E73-B03E-5CCC6B4BC728}" presName="node" presStyleLbl="node1" presStyleIdx="1" presStyleCnt="6">
        <dgm:presLayoutVars>
          <dgm:bulletEnabled val="1"/>
        </dgm:presLayoutVars>
      </dgm:prSet>
      <dgm:spPr/>
    </dgm:pt>
    <dgm:pt modelId="{E3C4A4FB-C431-444D-9D4A-6029DF43DF08}" type="pres">
      <dgm:prSet presAssocID="{1DDAD782-65F9-4825-97D0-A017799C041A}" presName="sibTrans" presStyleLbl="sibTrans2D1" presStyleIdx="1" presStyleCnt="5"/>
      <dgm:spPr/>
    </dgm:pt>
    <dgm:pt modelId="{DCB65963-541A-4111-B887-FEB8F70C5F33}" type="pres">
      <dgm:prSet presAssocID="{1DDAD782-65F9-4825-97D0-A017799C041A}" presName="connectorText" presStyleLbl="sibTrans2D1" presStyleIdx="1" presStyleCnt="5"/>
      <dgm:spPr/>
    </dgm:pt>
    <dgm:pt modelId="{1387B7F4-7DA1-4E29-854F-E1C8CE1717E2}" type="pres">
      <dgm:prSet presAssocID="{911DBC24-1ABF-4EB8-AB8A-35A65364D075}" presName="node" presStyleLbl="node1" presStyleIdx="2" presStyleCnt="6">
        <dgm:presLayoutVars>
          <dgm:bulletEnabled val="1"/>
        </dgm:presLayoutVars>
      </dgm:prSet>
      <dgm:spPr/>
    </dgm:pt>
    <dgm:pt modelId="{CAC414BC-6BD0-47ED-BA0A-DEEE9EACF5CF}" type="pres">
      <dgm:prSet presAssocID="{13D16BD7-C1B4-409E-B878-C47EA3565DBC}" presName="sibTrans" presStyleLbl="sibTrans2D1" presStyleIdx="2" presStyleCnt="5"/>
      <dgm:spPr/>
    </dgm:pt>
    <dgm:pt modelId="{34D02D95-BC73-4FA3-A12A-B478BC64B84C}" type="pres">
      <dgm:prSet presAssocID="{13D16BD7-C1B4-409E-B878-C47EA3565DBC}" presName="connectorText" presStyleLbl="sibTrans2D1" presStyleIdx="2" presStyleCnt="5"/>
      <dgm:spPr/>
    </dgm:pt>
    <dgm:pt modelId="{5D71F6D9-B214-43D0-A438-3FECF7B40DD6}" type="pres">
      <dgm:prSet presAssocID="{8D83B5C5-9C4A-4515-8F2F-B6D403703EEC}" presName="node" presStyleLbl="node1" presStyleIdx="3" presStyleCnt="6">
        <dgm:presLayoutVars>
          <dgm:bulletEnabled val="1"/>
        </dgm:presLayoutVars>
      </dgm:prSet>
      <dgm:spPr/>
    </dgm:pt>
    <dgm:pt modelId="{76D91E22-5F8E-4541-8077-87BEC789CAAC}" type="pres">
      <dgm:prSet presAssocID="{339561C7-14CB-4574-9869-DA7E48911738}" presName="sibTrans" presStyleLbl="sibTrans2D1" presStyleIdx="3" presStyleCnt="5"/>
      <dgm:spPr/>
    </dgm:pt>
    <dgm:pt modelId="{80DC4724-1E4D-46BC-867B-E104A784A957}" type="pres">
      <dgm:prSet presAssocID="{339561C7-14CB-4574-9869-DA7E48911738}" presName="connectorText" presStyleLbl="sibTrans2D1" presStyleIdx="3" presStyleCnt="5"/>
      <dgm:spPr/>
    </dgm:pt>
    <dgm:pt modelId="{DDF57736-374A-474E-BA56-DE52AFC3D2A2}" type="pres">
      <dgm:prSet presAssocID="{41475B3C-AC22-4D2D-BC21-945FA3A190E4}" presName="node" presStyleLbl="node1" presStyleIdx="4" presStyleCnt="6">
        <dgm:presLayoutVars>
          <dgm:bulletEnabled val="1"/>
        </dgm:presLayoutVars>
      </dgm:prSet>
      <dgm:spPr/>
    </dgm:pt>
    <dgm:pt modelId="{EB03FD33-028A-4DF3-9DCC-A2AE47B1BEDA}" type="pres">
      <dgm:prSet presAssocID="{731C291A-ED72-460B-AA8C-74CEF9AA07DB}" presName="sibTrans" presStyleLbl="sibTrans2D1" presStyleIdx="4" presStyleCnt="5"/>
      <dgm:spPr/>
    </dgm:pt>
    <dgm:pt modelId="{5EAE687C-1D6B-43D9-A8F7-EE2C7DE89FAB}" type="pres">
      <dgm:prSet presAssocID="{731C291A-ED72-460B-AA8C-74CEF9AA07DB}" presName="connectorText" presStyleLbl="sibTrans2D1" presStyleIdx="4" presStyleCnt="5"/>
      <dgm:spPr/>
    </dgm:pt>
    <dgm:pt modelId="{F60634B7-6600-4819-8526-8AC143886B1F}" type="pres">
      <dgm:prSet presAssocID="{CFAE3B5D-8AEF-44B7-A33F-1CA355CF21A6}" presName="node" presStyleLbl="node1" presStyleIdx="5" presStyleCnt="6">
        <dgm:presLayoutVars>
          <dgm:bulletEnabled val="1"/>
        </dgm:presLayoutVars>
      </dgm:prSet>
      <dgm:spPr/>
    </dgm:pt>
  </dgm:ptLst>
  <dgm:cxnLst>
    <dgm:cxn modelId="{74B35F06-B8DC-4152-AF44-58E35080B195}" type="presOf" srcId="{41EE04ED-6592-4E73-B03E-5CCC6B4BC728}" destId="{660AC105-27B0-4EE5-86BD-7AB31B482613}" srcOrd="0" destOrd="0" presId="urn:microsoft.com/office/officeart/2005/8/layout/process1"/>
    <dgm:cxn modelId="{F9FE5126-5BC8-4AD1-9E12-0619D87C9A50}" srcId="{0EA70661-5A2C-4AD7-9C89-3E49CD92B18F}" destId="{41475B3C-AC22-4D2D-BC21-945FA3A190E4}" srcOrd="4" destOrd="0" parTransId="{1A0098C7-4362-4445-A960-FA927EA4CDF4}" sibTransId="{731C291A-ED72-460B-AA8C-74CEF9AA07DB}"/>
    <dgm:cxn modelId="{22977D2E-8759-4C1E-8403-C90BAF44BB6B}" type="presOf" srcId="{CFAE3B5D-8AEF-44B7-A33F-1CA355CF21A6}" destId="{F60634B7-6600-4819-8526-8AC143886B1F}" srcOrd="0" destOrd="0" presId="urn:microsoft.com/office/officeart/2005/8/layout/process1"/>
    <dgm:cxn modelId="{9654773C-E29B-40A5-BD25-693B719D4845}" type="presOf" srcId="{339561C7-14CB-4574-9869-DA7E48911738}" destId="{76D91E22-5F8E-4541-8077-87BEC789CAAC}" srcOrd="0" destOrd="0" presId="urn:microsoft.com/office/officeart/2005/8/layout/process1"/>
    <dgm:cxn modelId="{9A94005C-F1D6-48C9-8008-AF1ABD9BA3D8}" srcId="{0EA70661-5A2C-4AD7-9C89-3E49CD92B18F}" destId="{CFAE3B5D-8AEF-44B7-A33F-1CA355CF21A6}" srcOrd="5" destOrd="0" parTransId="{47063A73-BD12-4551-9C5A-238DD8B297E0}" sibTransId="{9094F654-3DDA-475F-9A03-D9EA827439DF}"/>
    <dgm:cxn modelId="{9CB25765-890E-49DD-ADEA-4BE88A617E5C}" type="presOf" srcId="{731C291A-ED72-460B-AA8C-74CEF9AA07DB}" destId="{5EAE687C-1D6B-43D9-A8F7-EE2C7DE89FAB}" srcOrd="1" destOrd="0" presId="urn:microsoft.com/office/officeart/2005/8/layout/process1"/>
    <dgm:cxn modelId="{F86A296D-2C16-4CBD-B146-8E1B4B8EC2B5}" type="presOf" srcId="{731C291A-ED72-460B-AA8C-74CEF9AA07DB}" destId="{EB03FD33-028A-4DF3-9DCC-A2AE47B1BEDA}" srcOrd="0" destOrd="0" presId="urn:microsoft.com/office/officeart/2005/8/layout/process1"/>
    <dgm:cxn modelId="{5F79FF50-DABE-46E5-AC9B-765E7EB718F8}" type="presOf" srcId="{F58FC4CE-1CA9-4590-91ED-37F4CBA42F14}" destId="{BA69533B-F19A-4BB2-A636-8B9C5A812019}" srcOrd="0" destOrd="0" presId="urn:microsoft.com/office/officeart/2005/8/layout/process1"/>
    <dgm:cxn modelId="{8E815076-6B8F-4145-9914-F6621D554B69}" srcId="{0EA70661-5A2C-4AD7-9C89-3E49CD92B18F}" destId="{8D83B5C5-9C4A-4515-8F2F-B6D403703EEC}" srcOrd="3" destOrd="0" parTransId="{8EA7ED3D-AB4B-47B9-8AF2-C45EE12409C7}" sibTransId="{339561C7-14CB-4574-9869-DA7E48911738}"/>
    <dgm:cxn modelId="{D96E175A-9A50-444C-9871-EEBE2DB184D8}" type="presOf" srcId="{1DDAD782-65F9-4825-97D0-A017799C041A}" destId="{DCB65963-541A-4111-B887-FEB8F70C5F33}" srcOrd="1" destOrd="0" presId="urn:microsoft.com/office/officeart/2005/8/layout/process1"/>
    <dgm:cxn modelId="{E009217A-0F90-4E9F-831C-6381F528D690}" type="presOf" srcId="{13D16BD7-C1B4-409E-B878-C47EA3565DBC}" destId="{34D02D95-BC73-4FA3-A12A-B478BC64B84C}" srcOrd="1" destOrd="0" presId="urn:microsoft.com/office/officeart/2005/8/layout/process1"/>
    <dgm:cxn modelId="{40E1AC7F-2E6F-45F4-ACCE-D1083FF32491}" type="presOf" srcId="{339561C7-14CB-4574-9869-DA7E48911738}" destId="{80DC4724-1E4D-46BC-867B-E104A784A957}" srcOrd="1" destOrd="0" presId="urn:microsoft.com/office/officeart/2005/8/layout/process1"/>
    <dgm:cxn modelId="{38275080-0E19-4C72-93CA-7837E54A1CF1}" srcId="{0EA70661-5A2C-4AD7-9C89-3E49CD92B18F}" destId="{911DBC24-1ABF-4EB8-AB8A-35A65364D075}" srcOrd="2" destOrd="0" parTransId="{FAEA5791-D72D-425A-BA49-B3A896E7E2DD}" sibTransId="{13D16BD7-C1B4-409E-B878-C47EA3565DBC}"/>
    <dgm:cxn modelId="{5136778A-A590-4B24-A8AF-5A5A9D338D31}" type="presOf" srcId="{FB90831D-5750-4660-AE04-EFD8173E9684}" destId="{8094958B-CCE1-47B5-BE13-2FFF5668E64C}" srcOrd="0" destOrd="0" presId="urn:microsoft.com/office/officeart/2005/8/layout/process1"/>
    <dgm:cxn modelId="{4987798C-D16A-4CD7-80D8-C2EE42C0B2D6}" type="presOf" srcId="{41475B3C-AC22-4D2D-BC21-945FA3A190E4}" destId="{DDF57736-374A-474E-BA56-DE52AFC3D2A2}" srcOrd="0" destOrd="0" presId="urn:microsoft.com/office/officeart/2005/8/layout/process1"/>
    <dgm:cxn modelId="{6AD9C299-8033-4E1E-A431-C3F2A1649A87}" type="presOf" srcId="{1DDAD782-65F9-4825-97D0-A017799C041A}" destId="{E3C4A4FB-C431-444D-9D4A-6029DF43DF08}" srcOrd="0" destOrd="0" presId="urn:microsoft.com/office/officeart/2005/8/layout/process1"/>
    <dgm:cxn modelId="{CDDA949F-F660-4736-B34F-C9F2A2A690EB}" type="presOf" srcId="{0EA70661-5A2C-4AD7-9C89-3E49CD92B18F}" destId="{5D5DF7CD-0B66-448E-9381-392AB5B843CA}" srcOrd="0" destOrd="0" presId="urn:microsoft.com/office/officeart/2005/8/layout/process1"/>
    <dgm:cxn modelId="{95B699B3-5922-4CEF-AB58-54A902D8C706}" type="presOf" srcId="{911DBC24-1ABF-4EB8-AB8A-35A65364D075}" destId="{1387B7F4-7DA1-4E29-854F-E1C8CE1717E2}" srcOrd="0" destOrd="0" presId="urn:microsoft.com/office/officeart/2005/8/layout/process1"/>
    <dgm:cxn modelId="{2892CABF-1BB0-45F4-ABF5-3D0C8BD048A3}" type="presOf" srcId="{FB90831D-5750-4660-AE04-EFD8173E9684}" destId="{BDABE8B2-475C-4726-ADD8-8E4863A5FA95}" srcOrd="1" destOrd="0" presId="urn:microsoft.com/office/officeart/2005/8/layout/process1"/>
    <dgm:cxn modelId="{31CB96F3-1B0D-45FA-B4DB-C6DE3541DD44}" srcId="{0EA70661-5A2C-4AD7-9C89-3E49CD92B18F}" destId="{F58FC4CE-1CA9-4590-91ED-37F4CBA42F14}" srcOrd="0" destOrd="0" parTransId="{EB562C8A-8639-4252-8D49-DCF4E40BF2BC}" sibTransId="{FB90831D-5750-4660-AE04-EFD8173E9684}"/>
    <dgm:cxn modelId="{0B54D5F6-91D3-406E-BE85-27B89012EB90}" type="presOf" srcId="{13D16BD7-C1B4-409E-B878-C47EA3565DBC}" destId="{CAC414BC-6BD0-47ED-BA0A-DEEE9EACF5CF}" srcOrd="0" destOrd="0" presId="urn:microsoft.com/office/officeart/2005/8/layout/process1"/>
    <dgm:cxn modelId="{DB4EEEF7-55F9-41C4-9452-60FAC734AC93}" type="presOf" srcId="{8D83B5C5-9C4A-4515-8F2F-B6D403703EEC}" destId="{5D71F6D9-B214-43D0-A438-3FECF7B40DD6}" srcOrd="0" destOrd="0" presId="urn:microsoft.com/office/officeart/2005/8/layout/process1"/>
    <dgm:cxn modelId="{433D1DFA-21E5-4D8B-AA26-CED8EF23B26B}" srcId="{0EA70661-5A2C-4AD7-9C89-3E49CD92B18F}" destId="{41EE04ED-6592-4E73-B03E-5CCC6B4BC728}" srcOrd="1" destOrd="0" parTransId="{33FE19F2-EED3-45B0-A1F2-ED5D316B7ACF}" sibTransId="{1DDAD782-65F9-4825-97D0-A017799C041A}"/>
    <dgm:cxn modelId="{C6201CAE-286B-4450-880B-F22C855BBA2B}" type="presParOf" srcId="{5D5DF7CD-0B66-448E-9381-392AB5B843CA}" destId="{BA69533B-F19A-4BB2-A636-8B9C5A812019}" srcOrd="0" destOrd="0" presId="urn:microsoft.com/office/officeart/2005/8/layout/process1"/>
    <dgm:cxn modelId="{6532A7AB-195D-47A9-8A00-C207F0D91AA7}" type="presParOf" srcId="{5D5DF7CD-0B66-448E-9381-392AB5B843CA}" destId="{8094958B-CCE1-47B5-BE13-2FFF5668E64C}" srcOrd="1" destOrd="0" presId="urn:microsoft.com/office/officeart/2005/8/layout/process1"/>
    <dgm:cxn modelId="{471DF106-DC4A-483A-A74E-689CF98E7926}" type="presParOf" srcId="{8094958B-CCE1-47B5-BE13-2FFF5668E64C}" destId="{BDABE8B2-475C-4726-ADD8-8E4863A5FA95}" srcOrd="0" destOrd="0" presId="urn:microsoft.com/office/officeart/2005/8/layout/process1"/>
    <dgm:cxn modelId="{862A1CD6-C4FE-40EB-8494-6F0DF1787D13}" type="presParOf" srcId="{5D5DF7CD-0B66-448E-9381-392AB5B843CA}" destId="{660AC105-27B0-4EE5-86BD-7AB31B482613}" srcOrd="2" destOrd="0" presId="urn:microsoft.com/office/officeart/2005/8/layout/process1"/>
    <dgm:cxn modelId="{1EE7C9D5-B06C-4230-9683-9873A02CE574}" type="presParOf" srcId="{5D5DF7CD-0B66-448E-9381-392AB5B843CA}" destId="{E3C4A4FB-C431-444D-9D4A-6029DF43DF08}" srcOrd="3" destOrd="0" presId="urn:microsoft.com/office/officeart/2005/8/layout/process1"/>
    <dgm:cxn modelId="{16F8FA85-520F-4162-A836-3B95AF901B3C}" type="presParOf" srcId="{E3C4A4FB-C431-444D-9D4A-6029DF43DF08}" destId="{DCB65963-541A-4111-B887-FEB8F70C5F33}" srcOrd="0" destOrd="0" presId="urn:microsoft.com/office/officeart/2005/8/layout/process1"/>
    <dgm:cxn modelId="{E30C22E9-3792-43B5-B578-15032955C389}" type="presParOf" srcId="{5D5DF7CD-0B66-448E-9381-392AB5B843CA}" destId="{1387B7F4-7DA1-4E29-854F-E1C8CE1717E2}" srcOrd="4" destOrd="0" presId="urn:microsoft.com/office/officeart/2005/8/layout/process1"/>
    <dgm:cxn modelId="{F06B5B7A-68EB-4F9E-BA7C-C8F201341139}" type="presParOf" srcId="{5D5DF7CD-0B66-448E-9381-392AB5B843CA}" destId="{CAC414BC-6BD0-47ED-BA0A-DEEE9EACF5CF}" srcOrd="5" destOrd="0" presId="urn:microsoft.com/office/officeart/2005/8/layout/process1"/>
    <dgm:cxn modelId="{02DAE35C-2C72-45D8-8A23-D5F75A6F1BBC}" type="presParOf" srcId="{CAC414BC-6BD0-47ED-BA0A-DEEE9EACF5CF}" destId="{34D02D95-BC73-4FA3-A12A-B478BC64B84C}" srcOrd="0" destOrd="0" presId="urn:microsoft.com/office/officeart/2005/8/layout/process1"/>
    <dgm:cxn modelId="{7F2879BC-525B-471B-97F2-59B2BD50439C}" type="presParOf" srcId="{5D5DF7CD-0B66-448E-9381-392AB5B843CA}" destId="{5D71F6D9-B214-43D0-A438-3FECF7B40DD6}" srcOrd="6" destOrd="0" presId="urn:microsoft.com/office/officeart/2005/8/layout/process1"/>
    <dgm:cxn modelId="{E1D861FC-E2D7-43E3-A11E-44FCAD1439E5}" type="presParOf" srcId="{5D5DF7CD-0B66-448E-9381-392AB5B843CA}" destId="{76D91E22-5F8E-4541-8077-87BEC789CAAC}" srcOrd="7" destOrd="0" presId="urn:microsoft.com/office/officeart/2005/8/layout/process1"/>
    <dgm:cxn modelId="{4003EFEE-F35A-428E-9221-3BD667D87E57}" type="presParOf" srcId="{76D91E22-5F8E-4541-8077-87BEC789CAAC}" destId="{80DC4724-1E4D-46BC-867B-E104A784A957}" srcOrd="0" destOrd="0" presId="urn:microsoft.com/office/officeart/2005/8/layout/process1"/>
    <dgm:cxn modelId="{5C26476E-E58D-44C0-B7A0-D1FEB670B758}" type="presParOf" srcId="{5D5DF7CD-0B66-448E-9381-392AB5B843CA}" destId="{DDF57736-374A-474E-BA56-DE52AFC3D2A2}" srcOrd="8" destOrd="0" presId="urn:microsoft.com/office/officeart/2005/8/layout/process1"/>
    <dgm:cxn modelId="{B544B15A-9134-4E8C-B8C0-8C961CDC58FA}" type="presParOf" srcId="{5D5DF7CD-0B66-448E-9381-392AB5B843CA}" destId="{EB03FD33-028A-4DF3-9DCC-A2AE47B1BEDA}" srcOrd="9" destOrd="0" presId="urn:microsoft.com/office/officeart/2005/8/layout/process1"/>
    <dgm:cxn modelId="{A49B4039-41DE-49C7-B747-4CD59CC676A4}" type="presParOf" srcId="{EB03FD33-028A-4DF3-9DCC-A2AE47B1BEDA}" destId="{5EAE687C-1D6B-43D9-A8F7-EE2C7DE89FAB}" srcOrd="0" destOrd="0" presId="urn:microsoft.com/office/officeart/2005/8/layout/process1"/>
    <dgm:cxn modelId="{0CA4876E-83A8-472F-B033-4FEE582EC92D}" type="presParOf" srcId="{5D5DF7CD-0B66-448E-9381-392AB5B843CA}" destId="{F60634B7-6600-4819-8526-8AC143886B1F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9533B-F19A-4BB2-A636-8B9C5A812019}">
      <dsp:nvSpPr>
        <dsp:cNvPr id="0" name=""/>
        <dsp:cNvSpPr/>
      </dsp:nvSpPr>
      <dsp:spPr>
        <a:xfrm>
          <a:off x="4255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Tokenization</a:t>
          </a:r>
        </a:p>
      </dsp:txBody>
      <dsp:txXfrm>
        <a:off x="28757" y="571646"/>
        <a:ext cx="1039214" cy="787564"/>
      </dsp:txXfrm>
    </dsp:sp>
    <dsp:sp modelId="{8094958B-CCE1-47B5-BE13-2FFF5668E64C}">
      <dsp:nvSpPr>
        <dsp:cNvPr id="0" name=""/>
        <dsp:cNvSpPr/>
      </dsp:nvSpPr>
      <dsp:spPr>
        <a:xfrm>
          <a:off x="1201295" y="830489"/>
          <a:ext cx="230702" cy="269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/>
        </a:p>
      </dsp:txBody>
      <dsp:txXfrm>
        <a:off x="1201295" y="884465"/>
        <a:ext cx="161491" cy="161926"/>
      </dsp:txXfrm>
    </dsp:sp>
    <dsp:sp modelId="{660AC105-27B0-4EE5-86BD-7AB31B482613}">
      <dsp:nvSpPr>
        <dsp:cNvPr id="0" name=""/>
        <dsp:cNvSpPr/>
      </dsp:nvSpPr>
      <dsp:spPr>
        <a:xfrm>
          <a:off x="1527761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Normalization</a:t>
          </a:r>
        </a:p>
      </dsp:txBody>
      <dsp:txXfrm>
        <a:off x="1552263" y="571646"/>
        <a:ext cx="1039214" cy="787564"/>
      </dsp:txXfrm>
    </dsp:sp>
    <dsp:sp modelId="{E3C4A4FB-C431-444D-9D4A-6029DF43DF08}">
      <dsp:nvSpPr>
        <dsp:cNvPr id="0" name=""/>
        <dsp:cNvSpPr/>
      </dsp:nvSpPr>
      <dsp:spPr>
        <a:xfrm>
          <a:off x="2724801" y="830489"/>
          <a:ext cx="230702" cy="269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/>
        </a:p>
      </dsp:txBody>
      <dsp:txXfrm>
        <a:off x="2724801" y="884465"/>
        <a:ext cx="161491" cy="161926"/>
      </dsp:txXfrm>
    </dsp:sp>
    <dsp:sp modelId="{1387B7F4-7DA1-4E29-854F-E1C8CE1717E2}">
      <dsp:nvSpPr>
        <dsp:cNvPr id="0" name=""/>
        <dsp:cNvSpPr/>
      </dsp:nvSpPr>
      <dsp:spPr>
        <a:xfrm>
          <a:off x="3051267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Stopwords</a:t>
          </a:r>
        </a:p>
      </dsp:txBody>
      <dsp:txXfrm>
        <a:off x="3075769" y="571646"/>
        <a:ext cx="1039214" cy="787564"/>
      </dsp:txXfrm>
    </dsp:sp>
    <dsp:sp modelId="{CAC414BC-6BD0-47ED-BA0A-DEEE9EACF5CF}">
      <dsp:nvSpPr>
        <dsp:cNvPr id="0" name=""/>
        <dsp:cNvSpPr/>
      </dsp:nvSpPr>
      <dsp:spPr>
        <a:xfrm>
          <a:off x="4248307" y="830489"/>
          <a:ext cx="230702" cy="269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/>
        </a:p>
      </dsp:txBody>
      <dsp:txXfrm>
        <a:off x="4248307" y="884465"/>
        <a:ext cx="161491" cy="161926"/>
      </dsp:txXfrm>
    </dsp:sp>
    <dsp:sp modelId="{5D71F6D9-B214-43D0-A438-3FECF7B40DD6}">
      <dsp:nvSpPr>
        <dsp:cNvPr id="0" name=""/>
        <dsp:cNvSpPr/>
      </dsp:nvSpPr>
      <dsp:spPr>
        <a:xfrm>
          <a:off x="4574773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Stemming/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Lemmatization</a:t>
          </a:r>
        </a:p>
      </dsp:txBody>
      <dsp:txXfrm>
        <a:off x="4599275" y="571646"/>
        <a:ext cx="1039214" cy="787564"/>
      </dsp:txXfrm>
    </dsp:sp>
    <dsp:sp modelId="{76D91E22-5F8E-4541-8077-87BEC789CAAC}">
      <dsp:nvSpPr>
        <dsp:cNvPr id="0" name=""/>
        <dsp:cNvSpPr/>
      </dsp:nvSpPr>
      <dsp:spPr>
        <a:xfrm>
          <a:off x="5771813" y="830489"/>
          <a:ext cx="230702" cy="269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/>
        </a:p>
      </dsp:txBody>
      <dsp:txXfrm>
        <a:off x="5771813" y="884465"/>
        <a:ext cx="161491" cy="161926"/>
      </dsp:txXfrm>
    </dsp:sp>
    <dsp:sp modelId="{DDF57736-374A-474E-BA56-DE52AFC3D2A2}">
      <dsp:nvSpPr>
        <dsp:cNvPr id="0" name=""/>
        <dsp:cNvSpPr/>
      </dsp:nvSpPr>
      <dsp:spPr>
        <a:xfrm>
          <a:off x="6098279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BoW</a:t>
          </a:r>
          <a:endParaRPr lang="en-US" sz="1400" b="1" kern="1200" dirty="0"/>
        </a:p>
      </dsp:txBody>
      <dsp:txXfrm>
        <a:off x="6122781" y="571646"/>
        <a:ext cx="1039214" cy="787564"/>
      </dsp:txXfrm>
    </dsp:sp>
    <dsp:sp modelId="{EB03FD33-028A-4DF3-9DCC-A2AE47B1BEDA}">
      <dsp:nvSpPr>
        <dsp:cNvPr id="0" name=""/>
        <dsp:cNvSpPr/>
      </dsp:nvSpPr>
      <dsp:spPr>
        <a:xfrm>
          <a:off x="7295319" y="830489"/>
          <a:ext cx="230702" cy="269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/>
        </a:p>
      </dsp:txBody>
      <dsp:txXfrm>
        <a:off x="7295319" y="884465"/>
        <a:ext cx="161491" cy="161926"/>
      </dsp:txXfrm>
    </dsp:sp>
    <dsp:sp modelId="{F60634B7-6600-4819-8526-8AC143886B1F}">
      <dsp:nvSpPr>
        <dsp:cNvPr id="0" name=""/>
        <dsp:cNvSpPr/>
      </dsp:nvSpPr>
      <dsp:spPr>
        <a:xfrm>
          <a:off x="7621785" y="547144"/>
          <a:ext cx="1088218" cy="8365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Use in Predictive Models</a:t>
          </a:r>
        </a:p>
      </dsp:txBody>
      <dsp:txXfrm>
        <a:off x="7646287" y="571646"/>
        <a:ext cx="1039214" cy="787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514BB9-74EE-4A0E-80D5-D0F96CF3B04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2380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95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lab.research.google.com/github/msfasha/307307-BI-Methods/blob/main/20242-NLP-LLM/lecture%20notes/Part%201%20-%20Introduction%20to%20NLP/1-introduction_to_nlp.ipynb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lab.research.google.com/github/msfasha/307307-BI-Methods/blob/main/20242-NLP-LLM/lecture%20notes/Part%201%20-%20Introduction%20to%20NLP/1-introduction_to_nlp.ipynb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eg"/><Relationship Id="rId4" Type="http://schemas.openxmlformats.org/officeDocument/2006/relationships/image" Target="../media/image11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lab.research.google.com/github/msfasha/307307-BI-Methods/blob/main/20242-NLP-LLM/lecture%20notes/Part%201%20-%20Introduction%20to%20NLP/1-introduction_to_nlp.ipynb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5"/>
          <p:cNvPicPr/>
          <p:nvPr/>
        </p:nvPicPr>
        <p:blipFill>
          <a:blip r:embed="rId2"/>
          <a:stretch/>
        </p:blipFill>
        <p:spPr>
          <a:xfrm>
            <a:off x="5638680" y="279360"/>
            <a:ext cx="914040" cy="12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uFillTx/>
                <a:latin typeface="Calibri Light"/>
              </a:rPr>
              <a:t>307307</a:t>
            </a:r>
            <a:br>
              <a:rPr sz="3600"/>
            </a:br>
            <a:r>
              <a:rPr lang="en-US" sz="3600" b="0" u="none" strike="noStrike">
                <a:solidFill>
                  <a:schemeClr val="dk1"/>
                </a:solidFill>
                <a:uFillTx/>
                <a:latin typeface="Calibri Light"/>
              </a:rPr>
              <a:t>Introduction to Text Mining and </a:t>
            </a:r>
            <a:br>
              <a:rPr sz="3600"/>
            </a:br>
            <a:r>
              <a:rPr lang="en-US" sz="3600" b="0" u="none" strike="noStrike">
                <a:solidFill>
                  <a:schemeClr val="dk1"/>
                </a:solidFill>
                <a:uFillTx/>
                <a:latin typeface="Calibri Light"/>
              </a:rPr>
              <a:t>Natural Language Processing</a:t>
            </a:r>
            <a:endParaRPr lang="en-US" sz="36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What is Natural Language Processing?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Natural Language Processing (NLP) is a field at the intersection of computer science, artificial intelligence, and linguistics focused on enabling computers to understand, interpret, and generate human language.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It forms the foundation for all language technologies we use today, from search engines to voice assistants and modern large language models.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3370320" y="6220800"/>
            <a:ext cx="60966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chemeClr val="dk1"/>
                </a:solidFill>
                <a:uFillTx/>
                <a:latin typeface="TimesNewRomanPS-ItalicMT"/>
              </a:rPr>
              <a:t>A peek into the history of Language AI – Hands on LLMs, Jay Al Ammar Book</a:t>
            </a:r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2" descr="history of NLP timeline"/>
          <p:cNvPicPr/>
          <p:nvPr/>
        </p:nvPicPr>
        <p:blipFill>
          <a:blip r:embed="rId2"/>
          <a:stretch/>
        </p:blipFill>
        <p:spPr>
          <a:xfrm>
            <a:off x="5060160" y="1706040"/>
            <a:ext cx="7006680" cy="314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1" u="none" strike="noStrike">
                <a:solidFill>
                  <a:schemeClr val="lt1"/>
                </a:solidFill>
                <a:uFillTx/>
                <a:latin typeface="Calibri Light"/>
              </a:rPr>
              <a:t>Historical Development of NLP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0000" lnSpcReduction="2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NLP has evolved dramatically over the decades: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1950s-1960s: Rule-Based Approaches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Focus on machine translation during the Cold War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Primitive rule-based systems with hand-crafted grammars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Limited by the complexity of language rules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1970s-1980s: Statistical Revolution Begins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Introduction of probabilistic models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Hidden Markov Models for part-of-speech tagging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Still limited by computational power and data availability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1990s-2000s: Statistical NLP Flourishes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Large text corpora become available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Machine learning approaches gain prominence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Statistical machine translation emerges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2010-2018: Neural Revolution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Word embeddings (Word2Vec, GloVe) transform representation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Recurrent Neural Networks and LSTMs for sequence modeling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Attention mechanisms improve performance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2018-Present: Transformer Era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BERT, GPT, and other transformer models revolutionize the field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Pre-training and fine-tuning paradigm</a:t>
            </a:r>
          </a:p>
          <a:p>
            <a:pPr marL="228600" indent="-117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Increasingly human-like language understanding capabilities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9" name="Picture 4"/>
          <p:cNvPicPr/>
          <p:nvPr/>
        </p:nvPicPr>
        <p:blipFill>
          <a:blip r:embed="rId3"/>
          <a:stretch/>
        </p:blipFill>
        <p:spPr>
          <a:xfrm>
            <a:off x="6355440" y="4495680"/>
            <a:ext cx="4416120" cy="1988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Why is NLP Challenging?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11074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Human language is ambiguous: Words and sentences can have multiple interpretations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Lexical ambiguity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: When a word has multiple meanings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"The bank is closed" (financial institution or riverbank)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"The suit was expensive" (Formal set of clothes or Legal proceeding)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Calibri"/>
              </a:rPr>
              <a:t>Computational challenge: Systems must select the correct word sense from multiple possibilities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Syntactic ambiguity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: When a sentence can be parsed in multiple ways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"I saw the man with the telescope" (Who has the telescope?)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"Flying planes can be dangerous" (The act of flying planes or planes that are flying?)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Computational challenge: Models must determine the correct grammatical structure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Semantic ambiguity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: When the meaning of a sentence has multiple interpretations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"The chicken is ready to eat" (Ready to be eaten or ready to consume food?)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"John and Mary got married last year" (To each other or to other people?)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Computational challenge: Systems must infer the intended meaning based on context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Pragmatic ambiguity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: When the intended meaning depends on context, intent, or implied information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"It's cold in here" (Statement of fact or request to close a window/turn up heat?)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Example: "Do you know what time it is?" (Yes/no question or request for the time?)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Computational challenge: Models must understand communicative intent beyond literal meaning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Common NLP Applications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506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2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1. Sentiment analysis: Determining the emotional tone of text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Identifying if customer reviews are positive, negative, or neutral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Tracking public opinion on products, services, or topics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2. Machine translation: Translating text between languages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Converting text from one language to another while preserving meaning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Handling cultural and linguistic differences across languages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3. Text generation: Creating human-like text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Automatic summarization of longer documents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Creative writing assistance and content creation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Dialogue systems for conversational AI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4. Question answering: Providing answers to natural language questions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Extracting answers from documents or knowledge bases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Understanding user intent and providing relevant information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5. Information extraction: Identifying and extracting structured information from text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Pulling key data points from unstructured documents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Converting text documents into structured databases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6. Text classification: Categorizing text into predefined categories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Sorting emails into spam/not spam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Organizing documents by topic or content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1960" y="3429000"/>
            <a:ext cx="10515240" cy="141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 dirty="0">
                <a:solidFill>
                  <a:schemeClr val="dk1"/>
                </a:solidFill>
                <a:uFillTx/>
                <a:latin typeface="Calibri Light"/>
              </a:rPr>
              <a:t>Text Processing Pipeline</a:t>
            </a:r>
            <a:endParaRPr lang="en-US" sz="60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1960" y="4956120"/>
            <a:ext cx="105152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u="none" strike="noStrike">
              <a:solidFill>
                <a:schemeClr val="dk1">
                  <a:tint val="75000"/>
                </a:schemeClr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4406-EA25-DA17-15AF-7F20CFE1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Mining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8A1F-AEAD-37A2-6125-E0F0ABD98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In this chapter, we will discuss the common methods that we can use to mine information from text. We will learn about text-processing techniques that can assist us in converting text into numerical representation that is suitable for mining information.</a:t>
            </a:r>
          </a:p>
          <a:p>
            <a:pPr marL="0" indent="0">
              <a:buNone/>
            </a:pPr>
            <a:r>
              <a:rPr lang="en-US" sz="2000" dirty="0"/>
              <a:t>We will discuss the techniques and the pipeline shown below: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Sentence Tokenization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Text Normalization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Stopwords Removal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Stemming and Lemmatization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Representing text using the Bag of Words method</a:t>
            </a:r>
          </a:p>
          <a:p>
            <a:pPr lvl="1" indent="-457200">
              <a:buFont typeface="+mj-lt"/>
              <a:buAutoNum type="arabicPeriod"/>
            </a:pPr>
            <a:r>
              <a:rPr lang="en-US" sz="1600" dirty="0"/>
              <a:t>Implementing a predictive model based on text representations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73F436C-FA7E-802F-D2CD-EA70E1F278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3493376"/>
              </p:ext>
            </p:extLst>
          </p:nvPr>
        </p:nvGraphicFramePr>
        <p:xfrm>
          <a:off x="1738870" y="5229154"/>
          <a:ext cx="8714259" cy="1930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B4E0D99-B729-637A-5BBA-F8B5ABB99B10}"/>
              </a:ext>
            </a:extLst>
          </p:cNvPr>
          <p:cNvSpPr txBox="1"/>
          <p:nvPr/>
        </p:nvSpPr>
        <p:spPr>
          <a:xfrm>
            <a:off x="5016670" y="5229154"/>
            <a:ext cx="2158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Mining Pipeline</a:t>
            </a:r>
          </a:p>
        </p:txBody>
      </p:sp>
    </p:spTree>
    <p:extLst>
      <p:ext uri="{BB962C8B-B14F-4D97-AF65-F5344CB8AC3E}">
        <p14:creationId xmlns:p14="http://schemas.microsoft.com/office/powerpoint/2010/main" val="111401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1" u="none" strike="noStrike" dirty="0">
                <a:solidFill>
                  <a:schemeClr val="lt1"/>
                </a:solidFill>
                <a:uFillTx/>
                <a:latin typeface="Consolas"/>
              </a:rPr>
              <a:t>Introduction to NLTK (Natural Language Toolkit)</a:t>
            </a:r>
            <a:endParaRPr lang="en-US" sz="28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255704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In this chapter we will use Python NLTK library to process text.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NLTK is a Python text processing library that was developed in 2001. It supports many essential NLP tasks like Tokenization, Stemming and Lemmatization, Sentiment Analysis and many other features.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We can install NLTK on our machine using the following command: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pip install 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nltk</a:t>
            </a:r>
            <a:endParaRPr lang="en-US" sz="2400" b="0" i="1" u="none" strike="noStrike" dirty="0">
              <a:solidFill>
                <a:schemeClr val="accent1">
                  <a:lumMod val="75000"/>
                </a:schemeClr>
              </a:solidFill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DC598-5D0F-E7B7-D006-500289211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24" y="4562153"/>
            <a:ext cx="8747193" cy="2055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A45B6-C11D-E547-8A36-B8ADF72F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>
            <a:extLst>
              <a:ext uri="{FF2B5EF4-FFF2-40B4-BE49-F238E27FC236}">
                <a16:creationId xmlns:a16="http://schemas.microsoft.com/office/drawing/2014/main" id="{A99C81F9-091F-7301-ACE4-F2E855C3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60" y="3429000"/>
            <a:ext cx="10515240" cy="141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Calibri Light"/>
              </a:rPr>
              <a:t>Fundamental NLP Techniques</a:t>
            </a:r>
            <a:endParaRPr lang="en-US" sz="6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5" name="PlaceHolder 2">
            <a:extLst>
              <a:ext uri="{FF2B5EF4-FFF2-40B4-BE49-F238E27FC236}">
                <a16:creationId xmlns:a16="http://schemas.microsoft.com/office/drawing/2014/main" id="{FC49D629-D440-86A2-5C23-5EB281B5864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1960" y="4956120"/>
            <a:ext cx="105152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u="none" strike="noStrike">
              <a:solidFill>
                <a:schemeClr val="dk1">
                  <a:tint val="75000"/>
                </a:schemeClr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080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Tokenization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Tokenization: Breaking text into words, phrases, or other meaningful elements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Word tokenization: Splitting "I love NLP." into ["I", "love", "NLP", "."]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 err="1">
                <a:solidFill>
                  <a:schemeClr val="dk1"/>
                </a:solidFill>
                <a:uFillTx/>
                <a:latin typeface="Calibri"/>
              </a:rPr>
              <a:t>Subword</a:t>
            </a: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 tokenization: Breaking words into meaningful pieces (e.g., "playing" → ["play", "##</a:t>
            </a:r>
            <a:r>
              <a:rPr lang="en-US" sz="2000" b="0" u="none" strike="noStrike" dirty="0" err="1">
                <a:solidFill>
                  <a:schemeClr val="dk1"/>
                </a:solidFill>
                <a:uFillTx/>
                <a:latin typeface="Calibri"/>
              </a:rPr>
              <a:t>ing</a:t>
            </a: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"])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Character tokenization: Splitting text into individual characters</a:t>
            </a:r>
          </a:p>
        </p:txBody>
      </p:sp>
      <p:pic>
        <p:nvPicPr>
          <p:cNvPr id="110" name="Content Placeholder 4"/>
          <p:cNvPicPr/>
          <p:nvPr/>
        </p:nvPicPr>
        <p:blipFill>
          <a:blip r:embed="rId2"/>
          <a:stretch/>
        </p:blipFill>
        <p:spPr>
          <a:xfrm>
            <a:off x="3099240" y="4028400"/>
            <a:ext cx="5993280" cy="2129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Tokenize text using NLTK package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838080" y="1879740"/>
            <a:ext cx="10515240" cy="1533774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FF"/>
                </a:solidFill>
                <a:uFillTx/>
                <a:latin typeface="Consolas"/>
              </a:rPr>
              <a:t>from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nltk.tokenize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>
                <a:solidFill>
                  <a:srgbClr val="0000FF"/>
                </a:solidFill>
                <a:uFillTx/>
                <a:latin typeface="Consolas"/>
              </a:rPr>
              <a:t>import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word_tokenize</a:t>
            </a:r>
            <a:endParaRPr lang="en-US" sz="1600" b="0" u="none" strike="noStrike" dirty="0">
              <a:solidFill>
                <a:srgbClr val="000000"/>
              </a:solidFill>
              <a:uFillTx/>
              <a:latin typeface="Consolas"/>
            </a:endParaRPr>
          </a:p>
          <a:p>
            <a:pPr defTabSz="914400">
              <a:lnSpc>
                <a:spcPts val="1426"/>
              </a:lnSpc>
            </a:pP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8000"/>
                </a:solidFill>
                <a:uFillTx/>
                <a:latin typeface="Consolas"/>
              </a:rPr>
              <a:t>#punkt is a pretrained tokenization model used for splitting text into sentences and words.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nltk.download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'</a:t>
            </a:r>
            <a:r>
              <a:rPr lang="en-US" sz="1600" b="0" u="none" strike="noStrike" dirty="0" err="1">
                <a:solidFill>
                  <a:srgbClr val="A31515"/>
                </a:solidFill>
                <a:uFillTx/>
                <a:latin typeface="Consolas"/>
              </a:rPr>
              <a:t>punkt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'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sentence = 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"Large language models are revolutionizing business applications."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tokens =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word_tokenize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(sentence)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print(tokens)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838080" y="3815134"/>
            <a:ext cx="9698040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Output:</a:t>
            </a:r>
            <a:endParaRPr lang="en-US" sz="1600" b="0" u="none" strike="noStrike" dirty="0">
              <a:solidFill>
                <a:srgbClr val="0070C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['Large', 'language', 'models', 'are', 'revolutionizing', 'business', 'applications', '.'] </a:t>
            </a:r>
            <a:endParaRPr lang="en-US" sz="1600" b="0" u="none" strike="noStrike" dirty="0">
              <a:solidFill>
                <a:srgbClr val="0070C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[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Consolas"/>
              </a:rPr>
              <a:t>nltk_data</a:t>
            </a: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] Downloading package 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Consolas"/>
              </a:rPr>
              <a:t>punkt</a:t>
            </a: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 to /home/me/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Consolas"/>
              </a:rPr>
              <a:t>nltk_data</a:t>
            </a: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... [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Consolas"/>
              </a:rPr>
              <a:t>nltk_data</a:t>
            </a: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] Package 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Consolas"/>
              </a:rPr>
              <a:t>punkt</a:t>
            </a:r>
            <a:r>
              <a:rPr lang="en-US" sz="1600" b="0" u="none" strike="noStrike" dirty="0">
                <a:solidFill>
                  <a:srgbClr val="0070C0"/>
                </a:solidFill>
                <a:uFillTx/>
                <a:latin typeface="Consolas"/>
              </a:rPr>
              <a:t> is already up-to-date!</a:t>
            </a:r>
            <a:endParaRPr lang="en-US" sz="1600" b="0" u="none" strike="noStrike" dirty="0">
              <a:solidFill>
                <a:srgbClr val="0070C0"/>
              </a:solidFill>
              <a:uFillTx/>
              <a:latin typeface="Arial"/>
            </a:endParaRPr>
          </a:p>
        </p:txBody>
      </p:sp>
      <p:sp>
        <p:nvSpPr>
          <p:cNvPr id="114" name="Content Placeholder 2"/>
          <p:cNvSpPr/>
          <p:nvPr/>
        </p:nvSpPr>
        <p:spPr>
          <a:xfrm>
            <a:off x="10162800" y="6435720"/>
            <a:ext cx="165060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0070C0"/>
                </a:solidFill>
                <a:uFillTx/>
                <a:latin typeface="Calibri"/>
              </a:rPr>
              <a:t>Click to Open Code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5" name="Graphic 6">
            <a:hlinkClick r:id="rId2"/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431000" y="6231240"/>
            <a:ext cx="1114200" cy="190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Normalization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99863" y="1703102"/>
            <a:ext cx="10814341" cy="10957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en-US" sz="1600" b="0" u="none" strike="noStrike" dirty="0">
                <a:solidFill>
                  <a:schemeClr val="dk1"/>
                </a:solidFill>
                <a:uFillTx/>
                <a:latin typeface="Calibri"/>
              </a:rPr>
              <a:t>Normalization techniques convert text to a standard form to reduce variability.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en-US" sz="1600" dirty="0">
                <a:solidFill>
                  <a:schemeClr val="dk1"/>
                </a:solidFill>
                <a:latin typeface="Calibri"/>
              </a:rPr>
              <a:t>The following code uses two techniques:</a:t>
            </a:r>
          </a:p>
          <a:p>
            <a:pPr marL="342900" indent="-34290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1600" b="0" u="none" strike="noStrike" dirty="0">
                <a:solidFill>
                  <a:schemeClr val="dk1"/>
                </a:solidFill>
                <a:uFillTx/>
                <a:latin typeface="Calibri"/>
              </a:rPr>
              <a:t>Converting text in</a:t>
            </a:r>
            <a:r>
              <a:rPr lang="en-US" sz="1600" dirty="0">
                <a:solidFill>
                  <a:schemeClr val="dk1"/>
                </a:solidFill>
                <a:latin typeface="Calibri"/>
              </a:rPr>
              <a:t>to lower case</a:t>
            </a:r>
          </a:p>
          <a:p>
            <a:pPr marL="342900" indent="-342900" defTabSz="914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1600" b="0" u="none" strike="noStrike" dirty="0">
                <a:solidFill>
                  <a:schemeClr val="dk1"/>
                </a:solidFill>
                <a:uFillTx/>
                <a:latin typeface="Calibri"/>
              </a:rPr>
              <a:t>Removing punctuation from text</a:t>
            </a:r>
          </a:p>
        </p:txBody>
      </p:sp>
      <p:sp>
        <p:nvSpPr>
          <p:cNvPr id="118" name="TextBox 3"/>
          <p:cNvSpPr/>
          <p:nvPr/>
        </p:nvSpPr>
        <p:spPr>
          <a:xfrm>
            <a:off x="838080" y="2866692"/>
            <a:ext cx="10224720" cy="1533774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200" b="0" u="none" strike="noStrike" dirty="0">
                <a:solidFill>
                  <a:srgbClr val="008000"/>
                </a:solidFill>
                <a:uFillTx/>
                <a:latin typeface="Consolas"/>
              </a:rPr>
              <a:t># Lowercasing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normalized_tokens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= [</a:t>
            </a: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token.lower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() </a:t>
            </a: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for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token </a:t>
            </a: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in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tokens]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print(</a:t>
            </a: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normalized_tokens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)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200" dirty="0"/>
            </a:br>
            <a:r>
              <a:rPr lang="en-US" sz="1200" b="0" u="none" strike="noStrike" dirty="0">
                <a:solidFill>
                  <a:srgbClr val="008000"/>
                </a:solidFill>
                <a:uFillTx/>
                <a:latin typeface="Consolas"/>
              </a:rPr>
              <a:t># Removing punctuation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import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re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normalized_tokens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= [</a:t>
            </a: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re.sub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(</a:t>
            </a: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r</a:t>
            </a:r>
            <a:r>
              <a:rPr lang="en-US" sz="1200" b="0" u="none" strike="noStrike" dirty="0">
                <a:solidFill>
                  <a:srgbClr val="811F3F"/>
                </a:solidFill>
                <a:uFillTx/>
                <a:latin typeface="Consolas"/>
              </a:rPr>
              <a:t>'[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^</a:t>
            </a:r>
            <a:r>
              <a:rPr lang="en-US" sz="1200" b="0" u="none" strike="noStrike" dirty="0">
                <a:solidFill>
                  <a:srgbClr val="811F3F"/>
                </a:solidFill>
                <a:uFillTx/>
                <a:latin typeface="Consolas"/>
              </a:rPr>
              <a:t>\w\s]'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, </a:t>
            </a:r>
            <a:r>
              <a:rPr lang="en-US" sz="1200" b="0" u="none" strike="noStrike" dirty="0">
                <a:solidFill>
                  <a:srgbClr val="A31515"/>
                </a:solidFill>
                <a:uFillTx/>
                <a:latin typeface="Consolas"/>
              </a:rPr>
              <a:t>''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, </a:t>
            </a: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token.lower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()) </a:t>
            </a: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for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token </a:t>
            </a:r>
            <a:r>
              <a:rPr lang="en-US" sz="1200" b="0" u="none" strike="noStrike" dirty="0">
                <a:solidFill>
                  <a:srgbClr val="0000FF"/>
                </a:solidFill>
                <a:uFillTx/>
                <a:latin typeface="Consolas"/>
              </a:rPr>
              <a:t>in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 tokens]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print(</a:t>
            </a:r>
            <a:r>
              <a:rPr lang="en-US" sz="12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normalized_tokens</a:t>
            </a:r>
            <a:r>
              <a:rPr lang="en-US" sz="1200" b="0" u="none" strike="noStrike" dirty="0">
                <a:solidFill>
                  <a:srgbClr val="000000"/>
                </a:solidFill>
                <a:uFillTx/>
                <a:latin typeface="Consolas"/>
              </a:rPr>
              <a:t>)</a:t>
            </a:r>
            <a:endParaRPr lang="en-US" sz="1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Box 1043"/>
          <p:cNvSpPr/>
          <p:nvPr/>
        </p:nvSpPr>
        <p:spPr>
          <a:xfrm>
            <a:off x="7396774" y="4468353"/>
            <a:ext cx="386784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 dirty="0">
                <a:solidFill>
                  <a:srgbClr val="0070C0"/>
                </a:solidFill>
                <a:uFillTx/>
                <a:latin typeface="Calibri"/>
              </a:rPr>
              <a:t>Output:</a:t>
            </a:r>
            <a:endParaRPr lang="en-US" sz="1200" b="0" u="none" strike="noStrike" dirty="0">
              <a:solidFill>
                <a:srgbClr val="0070C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0" u="none" strike="noStrike" dirty="0">
                <a:solidFill>
                  <a:srgbClr val="0070C0"/>
                </a:solidFill>
                <a:uFillTx/>
                <a:latin typeface="Calibri"/>
              </a:rPr>
              <a:t>['large', 'language', 'models', 'are', 'revolutionizing', 'business', 'applications', '.']['large', 'language', 'models', 'are', 'revolutionizing', 'business', 'applications', '']</a:t>
            </a:r>
            <a:endParaRPr lang="en-US" sz="1200" b="0" u="none" strike="noStrike" dirty="0">
              <a:solidFill>
                <a:srgbClr val="0070C0"/>
              </a:solidFill>
              <a:uFillTx/>
              <a:latin typeface="Arial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838080" y="4468353"/>
            <a:ext cx="6359731" cy="22358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The regular expression r'[^\w\s]' does the following: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defTabSz="914400">
              <a:lnSpc>
                <a:spcPts val="1426"/>
              </a:lnSpc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r'...': This denotes a raw string in Python. Raw strings treat backslashes \ as literal characters, which is crucial for regular expressions.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defTabSz="914400">
              <a:lnSpc>
                <a:spcPts val="1426"/>
              </a:lnSpc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[...]: This represents a character set.^: Inside a character set, ^ negates the set. It means "match any character not in this set.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defTabSz="914400">
              <a:lnSpc>
                <a:spcPts val="1426"/>
              </a:lnSpc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"\w: This matches any word character, which includes alphanumeric characters (letters and digits) and the underscore (_).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defTabSz="914400">
              <a:lnSpc>
                <a:spcPts val="1426"/>
              </a:lnSpc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\s: This matches any whitespace character, such as spaces, tabs, and newlines.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defTabSz="914400">
              <a:lnSpc>
                <a:spcPts val="1426"/>
              </a:lnSpc>
              <a:buClr>
                <a:srgbClr val="000000"/>
              </a:buClr>
              <a:buFont typeface="Arial"/>
              <a:buChar char="•"/>
            </a:pPr>
            <a:r>
              <a:rPr lang="en-US" sz="1050" b="0" u="none" strike="noStrike" dirty="0">
                <a:solidFill>
                  <a:srgbClr val="000000"/>
                </a:solidFill>
                <a:uFillTx/>
                <a:latin typeface="Consolas"/>
              </a:rPr>
              <a:t>Therefore, r'[^\w\s]' matches any character that is not a word character or a whitespace character. In simpler terms, it matches any non-alphanumeric, non-underscore, and non-whitespace character. This effectively targets punctuation marks, symbols, and other special characters.</a:t>
            </a:r>
            <a:endParaRPr lang="en-US" sz="105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 dirty="0">
                <a:solidFill>
                  <a:schemeClr val="lt1"/>
                </a:solidFill>
                <a:uFillTx/>
                <a:latin typeface="Calibri Light"/>
              </a:rPr>
              <a:t>Stopwords Removal</a:t>
            </a:r>
            <a:endParaRPr lang="en-US" sz="28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109894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Stopwords removal process eliminates common words that add little meaning to text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</a:rPr>
              <a:t>Words like (is, are, at, on, the,…</a:t>
            </a:r>
            <a:r>
              <a:rPr lang="en-US" sz="2000" dirty="0" err="1">
                <a:solidFill>
                  <a:schemeClr val="dk1"/>
                </a:solidFill>
                <a:latin typeface="Calibri"/>
              </a:rPr>
              <a:t>etc</a:t>
            </a:r>
            <a:r>
              <a:rPr lang="en-US" sz="2000" dirty="0">
                <a:solidFill>
                  <a:schemeClr val="dk1"/>
                </a:solidFill>
                <a:latin typeface="Calibri"/>
              </a:rPr>
              <a:t>) can be removed from text to </a:t>
            </a: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convert text to a standard form to reduce variability</a:t>
            </a:r>
          </a:p>
        </p:txBody>
      </p:sp>
      <p:sp>
        <p:nvSpPr>
          <p:cNvPr id="123" name="TextBox 4"/>
          <p:cNvSpPr/>
          <p:nvPr/>
        </p:nvSpPr>
        <p:spPr>
          <a:xfrm>
            <a:off x="838080" y="3203263"/>
            <a:ext cx="9409320" cy="1550574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600" u="none" strike="noStrike" dirty="0">
                <a:solidFill>
                  <a:srgbClr val="008000"/>
                </a:solidFill>
                <a:uFillTx/>
                <a:latin typeface="Courier New"/>
              </a:rPr>
              <a:t>#nltk.download('stopwords') #stopwords are common words that are often removed from text as they are not useful for analysis.</a:t>
            </a:r>
            <a:endParaRPr lang="en-US" sz="160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u="none" strike="noStrike" dirty="0">
                <a:solidFill>
                  <a:srgbClr val="AF00DB"/>
                </a:solidFill>
                <a:uFillTx/>
                <a:latin typeface="Courier New"/>
              </a:rPr>
              <a:t>from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 </a:t>
            </a: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nltk.corpus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 </a:t>
            </a:r>
            <a:r>
              <a:rPr lang="en-US" sz="1600" u="none" strike="noStrike" dirty="0">
                <a:solidFill>
                  <a:srgbClr val="AF00DB"/>
                </a:solidFill>
                <a:uFillTx/>
                <a:latin typeface="Courier New"/>
              </a:rPr>
              <a:t>import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 </a:t>
            </a: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stopwords</a:t>
            </a:r>
            <a:endParaRPr lang="en-US" sz="160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nltk.download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(</a:t>
            </a:r>
            <a:r>
              <a:rPr lang="en-US" sz="1600" u="none" strike="noStrike" dirty="0">
                <a:solidFill>
                  <a:srgbClr val="A31515"/>
                </a:solidFill>
                <a:uFillTx/>
                <a:latin typeface="Courier New"/>
              </a:rPr>
              <a:t>'</a:t>
            </a:r>
            <a:r>
              <a:rPr lang="en-US" sz="1600" u="none" strike="noStrike" dirty="0" err="1">
                <a:solidFill>
                  <a:srgbClr val="A31515"/>
                </a:solidFill>
                <a:uFillTx/>
                <a:latin typeface="Courier New"/>
              </a:rPr>
              <a:t>stopwords</a:t>
            </a:r>
            <a:r>
              <a:rPr lang="en-US" sz="1600" u="none" strike="noStrike" dirty="0">
                <a:solidFill>
                  <a:srgbClr val="A31515"/>
                </a:solidFill>
                <a:uFillTx/>
                <a:latin typeface="Courier New"/>
              </a:rPr>
              <a:t>'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)</a:t>
            </a:r>
            <a:endParaRPr lang="en-US" sz="160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stop_words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 = </a:t>
            </a:r>
            <a:r>
              <a:rPr lang="en-US" sz="1600" u="none" strike="noStrike" dirty="0">
                <a:solidFill>
                  <a:srgbClr val="257693"/>
                </a:solidFill>
                <a:uFillTx/>
                <a:latin typeface="Courier New"/>
              </a:rPr>
              <a:t>set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(</a:t>
            </a: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stopwords.words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(</a:t>
            </a:r>
            <a:r>
              <a:rPr lang="en-US" sz="1600" u="none" strike="noStrike" dirty="0">
                <a:solidFill>
                  <a:srgbClr val="A31515"/>
                </a:solidFill>
                <a:uFillTx/>
                <a:latin typeface="Courier New"/>
              </a:rPr>
              <a:t>'</a:t>
            </a:r>
            <a:r>
              <a:rPr lang="en-US" sz="1600" u="none" strike="noStrike" dirty="0" err="1">
                <a:solidFill>
                  <a:srgbClr val="A31515"/>
                </a:solidFill>
                <a:uFillTx/>
                <a:latin typeface="Courier New"/>
              </a:rPr>
              <a:t>english</a:t>
            </a:r>
            <a:r>
              <a:rPr lang="en-US" sz="1600" u="none" strike="noStrike" dirty="0">
                <a:solidFill>
                  <a:srgbClr val="A31515"/>
                </a:solidFill>
                <a:uFillTx/>
                <a:latin typeface="Courier New"/>
              </a:rPr>
              <a:t>'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))</a:t>
            </a:r>
            <a:endParaRPr lang="en-US" sz="160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u="none" strike="noStrike" dirty="0">
                <a:solidFill>
                  <a:srgbClr val="795E26"/>
                </a:solidFill>
                <a:uFillTx/>
                <a:latin typeface="Courier New"/>
              </a:rPr>
              <a:t>print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(</a:t>
            </a:r>
            <a:r>
              <a:rPr lang="en-US" sz="1600" u="none" strike="noStrike" dirty="0">
                <a:solidFill>
                  <a:srgbClr val="A31515"/>
                </a:solidFill>
                <a:uFillTx/>
                <a:latin typeface="Courier New"/>
              </a:rPr>
              <a:t>"These words are removed from the text: "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, </a:t>
            </a:r>
            <a:r>
              <a:rPr lang="en-US" sz="1600" u="none" strike="noStrike" dirty="0" err="1">
                <a:solidFill>
                  <a:srgbClr val="000000"/>
                </a:solidFill>
                <a:uFillTx/>
                <a:latin typeface="Courier New"/>
              </a:rPr>
              <a:t>stop_words</a:t>
            </a:r>
            <a:r>
              <a:rPr lang="en-US" sz="1600" u="none" strike="noStrike" dirty="0">
                <a:solidFill>
                  <a:srgbClr val="000000"/>
                </a:solidFill>
                <a:uFillTx/>
                <a:latin typeface="Courier New"/>
              </a:rPr>
              <a:t>)</a:t>
            </a:r>
            <a:endParaRPr lang="en-US" sz="160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838080" y="5383440"/>
            <a:ext cx="104004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70C0"/>
                </a:solidFill>
                <a:uFillTx/>
                <a:latin typeface="var(--notebook-cell-output-font-family)"/>
              </a:rPr>
              <a:t>Output:</a:t>
            </a:r>
            <a:endParaRPr lang="en-US" sz="1600" b="0" u="none" strike="noStrike" dirty="0">
              <a:solidFill>
                <a:srgbClr val="0070C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70C0"/>
                </a:solidFill>
                <a:uFillTx/>
                <a:latin typeface="var(--notebook-cell-output-font-family)"/>
              </a:rPr>
              <a:t>These words are removed from the text: {'during', 'off', 'each', 'own', 'nor', "we've", "you'll", 'ourselves', 'between', 'same', 'such', 'against', 'but', "mustn't", "aren't", "wouldn’t”…</a:t>
            </a:r>
            <a:r>
              <a:rPr lang="en-US" sz="1600" b="0" u="none" strike="noStrike" dirty="0" err="1">
                <a:solidFill>
                  <a:srgbClr val="0070C0"/>
                </a:solidFill>
                <a:uFillTx/>
                <a:latin typeface="var(--notebook-cell-output-font-family)"/>
              </a:rPr>
              <a:t>etc</a:t>
            </a:r>
            <a:endParaRPr lang="en-US" sz="1600" b="0" u="none" strike="noStrike" dirty="0">
              <a:solidFill>
                <a:srgbClr val="0070C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Stemming and Lemmatization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162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Stemming and lemmatization are text normalization techniques used in Natural Language Processing (NLP) to reduce words to their base or root forms.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They help in improving search engines, text mining, and language modeling by standardizing words with similar meanings.</a:t>
            </a:r>
          </a:p>
        </p:txBody>
      </p:sp>
      <p:pic>
        <p:nvPicPr>
          <p:cNvPr id="127" name="Picture 4"/>
          <p:cNvPicPr/>
          <p:nvPr/>
        </p:nvPicPr>
        <p:blipFill>
          <a:blip r:embed="rId2"/>
          <a:stretch/>
        </p:blipFill>
        <p:spPr>
          <a:xfrm>
            <a:off x="3308760" y="3490560"/>
            <a:ext cx="5573880" cy="3049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Stemming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Definition: Stemming is a rule-based process that removes prefixes and suffixes (affixes) from a word to obtain its base form, often producing words that may not be actual words.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Method: Uses algorithms like Porter Stemmer and Snowball Stemmer.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Example: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"Running" → "Run"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"Studies" → "Studi"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"Better" → "Better" (Incorrectly unchanged)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"Caring" → "Car"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Limitations: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Often results in words that are not real words ("Studies" → "Studi").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Does not consider the actual meaning of words.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Lemmatization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Definition: Lemmatization is a dictionary-based approach that reduces words to their meaningful root form (lemma), considering the word's context and part of speech.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Method: Uses linguistic analysis and dictionaries (like WordNet </a:t>
            </a:r>
            <a:r>
              <a:rPr lang="en-US" sz="1800" b="0" u="none" strike="noStrike" dirty="0" err="1">
                <a:solidFill>
                  <a:schemeClr val="dk1"/>
                </a:solidFill>
                <a:uFillTx/>
                <a:latin typeface="Calibri"/>
              </a:rPr>
              <a:t>Lemmatizer</a:t>
            </a: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).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Example: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"Running" → "Run"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"Studies" → "Study"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"Better" → "Good" (Correct Lemma)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"Caring" → "Care" 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Advantages: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More accurate than stemming.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Produces real words with proper meanings.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Use Cases: 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Stemming is useful when speed is more important than accuracy (e.g., search engines). 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u="none" strike="noStrike" dirty="0">
                <a:solidFill>
                  <a:schemeClr val="dk1"/>
                </a:solidFill>
                <a:uFillTx/>
                <a:latin typeface="Calibri"/>
              </a:rPr>
              <a:t>Lemmatization is better for semantic analysis where meaning matters (e.g., AI chatbots, NLP applications).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4"/>
          <p:cNvSpPr/>
          <p:nvPr/>
        </p:nvSpPr>
        <p:spPr>
          <a:xfrm>
            <a:off x="838080" y="1239840"/>
            <a:ext cx="10454400" cy="117612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nb-NO" sz="1600" b="0" u="none" strike="noStrike" dirty="0">
                <a:solidFill>
                  <a:srgbClr val="0000FF"/>
                </a:solidFill>
                <a:uFillTx/>
                <a:latin typeface="Consolas"/>
              </a:rPr>
              <a:t>from</a:t>
            </a: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nltk.stem </a:t>
            </a:r>
            <a:r>
              <a:rPr lang="nb-NO" sz="1600" b="0" u="none" strike="noStrike" dirty="0">
                <a:solidFill>
                  <a:srgbClr val="0000FF"/>
                </a:solidFill>
                <a:uFillTx/>
                <a:latin typeface="Consolas"/>
              </a:rPr>
              <a:t>import</a:t>
            </a: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PorterStemmer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stemmer = PorterStemmer()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stemmed_tokens = [stemmer.stem(token) </a:t>
            </a:r>
            <a:r>
              <a:rPr lang="nb-NO" sz="1600" b="0" u="none" strike="noStrike" dirty="0">
                <a:solidFill>
                  <a:srgbClr val="0000FF"/>
                </a:solidFill>
                <a:uFillTx/>
                <a:latin typeface="Consolas"/>
              </a:rPr>
              <a:t>for</a:t>
            </a: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token </a:t>
            </a:r>
            <a:r>
              <a:rPr lang="nb-NO" sz="1600" b="0" u="none" strike="noStrike" dirty="0">
                <a:solidFill>
                  <a:srgbClr val="0000FF"/>
                </a:solidFill>
                <a:uFillTx/>
                <a:latin typeface="Consolas"/>
              </a:rPr>
              <a:t>in</a:t>
            </a: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filtered_tokens]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nb-NO" sz="1600" b="0" u="none" strike="noStrike" dirty="0">
                <a:solidFill>
                  <a:srgbClr val="000000"/>
                </a:solidFill>
                <a:uFillTx/>
                <a:latin typeface="Consolas"/>
              </a:rPr>
              <a:t>print(stemmed_tokens)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838080" y="3537579"/>
            <a:ext cx="10637280" cy="171936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800" b="0" u="none" strike="noStrike" dirty="0">
                <a:solidFill>
                  <a:srgbClr val="008000"/>
                </a:solidFill>
                <a:uFillTx/>
                <a:latin typeface="Consolas"/>
              </a:rPr>
              <a:t>#nltk.download('wordnet')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800" dirty="0"/>
            </a:br>
            <a:r>
              <a:rPr lang="en-US" sz="1800" b="0" u="none" strike="noStrike" dirty="0">
                <a:solidFill>
                  <a:srgbClr val="0000FF"/>
                </a:solidFill>
                <a:uFillTx/>
                <a:latin typeface="Consolas"/>
              </a:rPr>
              <a:t>from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nltk.stem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onsolas"/>
              </a:rPr>
              <a:t>import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WordNetLemmatizer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800" dirty="0"/>
            </a:b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lemmatizer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=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WordNetLemmatizer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()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lemmatized_tokens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= [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lemmatizer.lemmatize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(token)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onsolas"/>
              </a:rPr>
              <a:t>for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token </a:t>
            </a:r>
            <a:r>
              <a:rPr lang="en-US" sz="1800" b="0" u="none" strike="noStrike" dirty="0">
                <a:solidFill>
                  <a:srgbClr val="0000FF"/>
                </a:solidFill>
                <a:uFillTx/>
                <a:latin typeface="Consolas"/>
              </a:rPr>
              <a:t>in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filtered_tokens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]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800" dirty="0"/>
            </a:b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print(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Consolas"/>
              </a:rPr>
              <a:t>lemmatized_tokens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Consolas"/>
              </a:rPr>
              <a:t>)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TextBox 7"/>
          <p:cNvSpPr/>
          <p:nvPr/>
        </p:nvSpPr>
        <p:spPr>
          <a:xfrm>
            <a:off x="708334" y="877106"/>
            <a:ext cx="10016640" cy="27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nb-NO" sz="1800" b="0" u="none" strike="noStrike" dirty="0">
                <a:solidFill>
                  <a:schemeClr val="dk1"/>
                </a:solidFill>
                <a:uFillTx/>
                <a:latin typeface="Calibri Light"/>
              </a:rPr>
              <a:t>Stemming Example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708334" y="3129125"/>
            <a:ext cx="10016640" cy="27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nb-NO" sz="1800" b="0" u="none" strike="noStrike" dirty="0">
                <a:solidFill>
                  <a:schemeClr val="dk1"/>
                </a:solidFill>
                <a:uFillTx/>
                <a:latin typeface="Calibri Light"/>
              </a:rPr>
              <a:t>Lemmatizing Example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95881-6818-35D1-B0AC-294F06B2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Representation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DF9A6-3E2A-ECD5-AC94-898AAFEDC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Converting Text into Numbers</a:t>
            </a:r>
          </a:p>
        </p:txBody>
      </p:sp>
    </p:spTree>
    <p:extLst>
      <p:ext uri="{BB962C8B-B14F-4D97-AF65-F5344CB8AC3E}">
        <p14:creationId xmlns:p14="http://schemas.microsoft.com/office/powerpoint/2010/main" val="3862054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 dirty="0">
                <a:solidFill>
                  <a:schemeClr val="lt1"/>
                </a:solidFill>
                <a:uFillTx/>
                <a:latin typeface="Calibri Light"/>
              </a:rPr>
              <a:t>Bag of Words Method</a:t>
            </a: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1" y="1706040"/>
            <a:ext cx="6470346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Bag of Words is a fundamental technique in Natural Language Processing (NLP) that represents text as a collection of word frequencies, disregarding grammar and word order.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Core Concept</a:t>
            </a: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The Bag of Words model converts text documents into numerical feature vectors by: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Creating a vocabulary of all unique words in the corpus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For each document, counting how many times each vocabulary word appears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Simple Example: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Consider these two short sentences: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"I love natural language processing“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"Processing natural language is fun“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The vocabulary would be: 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{"I", "love", "natural", "language", "processing", "is", "fun"}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Document 1 vector: [1, 1, 1, 1, 1, 0, 0]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Document 2 vector: [0, 0, 1, 1, 1, 1, 1]</a:t>
            </a:r>
          </a:p>
        </p:txBody>
      </p:sp>
      <p:pic>
        <p:nvPicPr>
          <p:cNvPr id="3074" name="Picture 2" descr="Natural Language Processing(NLP) Playlist — Chapter 2: Bag of Words, n-gram,  TF-IDF | by Shantanu Sharma | Medium">
            <a:extLst>
              <a:ext uri="{FF2B5EF4-FFF2-40B4-BE49-F238E27FC236}">
                <a16:creationId xmlns:a16="http://schemas.microsoft.com/office/drawing/2014/main" id="{1332C41D-0312-3E28-9209-0CDB17E0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08" y="1786009"/>
            <a:ext cx="3756512" cy="440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BoW Basic Term Frequency Example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838080" y="1828800"/>
            <a:ext cx="7794932" cy="2431456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FF"/>
                </a:solidFill>
                <a:uFillTx/>
                <a:latin typeface="Consolas"/>
              </a:rPr>
              <a:t>from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sklearn.feature_extraction.text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>
                <a:solidFill>
                  <a:srgbClr val="0000FF"/>
                </a:solidFill>
                <a:uFillTx/>
                <a:latin typeface="Consolas"/>
              </a:rPr>
              <a:t>import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CountVectorizer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corpus = [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    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"Large language models revolutionize business."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,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    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"Business applications benefit from AI."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,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    </a:t>
            </a:r>
            <a:r>
              <a:rPr lang="en-US" sz="1600" b="0" u="none" strike="noStrike" dirty="0">
                <a:solidFill>
                  <a:srgbClr val="A31515"/>
                </a:solidFill>
                <a:uFillTx/>
                <a:latin typeface="Consolas"/>
              </a:rPr>
              <a:t>"Language models learn from text data."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]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vectorizer =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CountVectorizer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X =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vectorizer.fit_transform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(corpus)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br>
              <a:rPr sz="1600" dirty="0"/>
            </a:b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print(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vectorizer.get_feature_names_out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())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26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print(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Consolas"/>
              </a:rPr>
              <a:t>X.toarray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Consolas"/>
              </a:rPr>
              <a:t>())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C0E043D-BB8A-32DC-EAC8-72A7D0CA1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654954"/>
              </p:ext>
            </p:extLst>
          </p:nvPr>
        </p:nvGraphicFramePr>
        <p:xfrm>
          <a:off x="838080" y="4543936"/>
          <a:ext cx="7924800" cy="9525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541433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423963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752321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142629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377603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233682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917925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728162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5167925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404452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415016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018747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2001494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applications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benefit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business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data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from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language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large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learn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models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revolutionize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text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9411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Vector 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73376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Vector 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43897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Vector 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16840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BoW Method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Applications</a:t>
            </a: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BOW is commonly used in: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Text classification (spam detection, sentiment analysis)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Document clustering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Information retrieval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Topic modeling</a:t>
            </a: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uFillTx/>
                <a:latin typeface="Calibri"/>
              </a:rPr>
              <a:t>Advantages</a:t>
            </a: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Simple to understand and implement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Computationally efficient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Effective for many basic NLP tasks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400" b="0" u="none" strike="noStrike" dirty="0">
                <a:solidFill>
                  <a:schemeClr val="lt1"/>
                </a:solidFill>
                <a:uFillTx/>
                <a:latin typeface="Calibri Light"/>
              </a:rPr>
              <a:t>TF-IDF (Term Frequency-Inverse Document Frequency) Method</a:t>
            </a: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38079" y="1706040"/>
            <a:ext cx="10515240" cy="426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TF-IDF</a:t>
            </a: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is a statistical measure that evaluates the importance of a word in a document relative to a collection of documents (corpus).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It improves upon the basic Bag of Words model by weighing terms based on how unique they are to a specific document.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1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</a:rPr>
              <a:t>Key Idea:</a:t>
            </a:r>
            <a:endParaRPr lang="en-US" sz="18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TF-IDF increases when a word appears frequently in a document but rarely across the corpus, making it a good indicator of relevance.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EEB7E5-33DF-486D-A03F-C24FCFB0A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85" y="2798132"/>
            <a:ext cx="3231429" cy="20787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r>
              <a:rPr lang="en-US" sz="2500" dirty="0">
                <a:solidFill>
                  <a:schemeClr val="lt1"/>
                </a:solidFill>
                <a:latin typeface="Calibri Light"/>
              </a:rPr>
              <a:t>TF/IDF Example: Compute the TD/IDF for the words learn and data in sentence 1</a:t>
            </a:r>
          </a:p>
        </p:txBody>
      </p:sp>
      <p:sp>
        <p:nvSpPr>
          <p:cNvPr id="151" name="TextBox 28"/>
          <p:cNvSpPr/>
          <p:nvPr/>
        </p:nvSpPr>
        <p:spPr>
          <a:xfrm>
            <a:off x="802220" y="2548779"/>
            <a:ext cx="7641984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1. Compute Term Frequency (TF) = Occurrences of word in document / Total words in document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1512CA-3C45-56E1-C100-CE4E8F0E1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553369"/>
              </p:ext>
            </p:extLst>
          </p:nvPr>
        </p:nvGraphicFramePr>
        <p:xfrm>
          <a:off x="838079" y="2881853"/>
          <a:ext cx="6060141" cy="5772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16226">
                  <a:extLst>
                    <a:ext uri="{9D8B030D-6E8A-4147-A177-3AD203B41FA5}">
                      <a16:colId xmlns:a16="http://schemas.microsoft.com/office/drawing/2014/main" val="3580683569"/>
                    </a:ext>
                  </a:extLst>
                </a:gridCol>
                <a:gridCol w="2303929">
                  <a:extLst>
                    <a:ext uri="{9D8B030D-6E8A-4147-A177-3AD203B41FA5}">
                      <a16:colId xmlns:a16="http://schemas.microsoft.com/office/drawing/2014/main" val="1635125070"/>
                    </a:ext>
                  </a:extLst>
                </a:gridCol>
                <a:gridCol w="2639986">
                  <a:extLst>
                    <a:ext uri="{9D8B030D-6E8A-4147-A177-3AD203B41FA5}">
                      <a16:colId xmlns:a16="http://schemas.microsoft.com/office/drawing/2014/main" val="224697517"/>
                    </a:ext>
                  </a:extLst>
                </a:gridCol>
              </a:tblGrid>
              <a:tr h="133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Word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Sentence 1 (5 words)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Sentence 2 (4 words)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083425"/>
                  </a:ext>
                </a:extLst>
              </a:tr>
              <a:tr h="1743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data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1 / 5 = 0.2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1 / 4 = 0.25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8394637"/>
                  </a:ext>
                </a:extLst>
              </a:tr>
              <a:tr h="133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learn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1 / 5 = 0.2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0 / 4 = 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311839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439BFF-3BEA-55C6-98CA-7A1F9774E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266242"/>
              </p:ext>
            </p:extLst>
          </p:nvPr>
        </p:nvGraphicFramePr>
        <p:xfrm>
          <a:off x="838079" y="4021498"/>
          <a:ext cx="6060140" cy="7600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5035">
                  <a:extLst>
                    <a:ext uri="{9D8B030D-6E8A-4147-A177-3AD203B41FA5}">
                      <a16:colId xmlns:a16="http://schemas.microsoft.com/office/drawing/2014/main" val="1055588419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4063376633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1195277480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413112516"/>
                    </a:ext>
                  </a:extLst>
                </a:gridCol>
              </a:tblGrid>
              <a:tr h="132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Word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/>
                        <a:t>Count of Documents Containing Word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/>
                        <a:t>Count of all</a:t>
                      </a:r>
                    </a:p>
                    <a:p>
                      <a:pPr algn="ctr" fontAlgn="ctr"/>
                      <a:r>
                        <a:rPr lang="en-US" sz="1200" b="1" dirty="0"/>
                        <a:t>Documents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IDF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264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log(2/2) = 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2431438"/>
                  </a:ext>
                </a:extLst>
              </a:tr>
              <a:tr h="1323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learn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log(2/1) ≈ 0.693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5846780"/>
                  </a:ext>
                </a:extLst>
              </a:tr>
            </a:tbl>
          </a:graphicData>
        </a:graphic>
      </p:graphicFrame>
      <p:sp>
        <p:nvSpPr>
          <p:cNvPr id="9" name="TextBox 28">
            <a:extLst>
              <a:ext uri="{FF2B5EF4-FFF2-40B4-BE49-F238E27FC236}">
                <a16:creationId xmlns:a16="http://schemas.microsoft.com/office/drawing/2014/main" id="{1CF1029F-413A-0DA0-F481-FF0BFD26F06A}"/>
              </a:ext>
            </a:extLst>
          </p:cNvPr>
          <p:cNvSpPr/>
          <p:nvPr/>
        </p:nvSpPr>
        <p:spPr>
          <a:xfrm>
            <a:off x="802220" y="3686066"/>
            <a:ext cx="7641984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2. Compute Inverse Document Frequency (IDF) = log(Count of all Documents / Count of Documents Containing Word)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39892-FDDF-71A9-ADC6-BAF89F0C2A35}"/>
              </a:ext>
            </a:extLst>
          </p:cNvPr>
          <p:cNvSpPr txBox="1"/>
          <p:nvPr/>
        </p:nvSpPr>
        <p:spPr>
          <a:xfrm>
            <a:off x="802220" y="1611742"/>
            <a:ext cx="70354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914400"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1600" b="1" u="none" strike="noStrike" dirty="0">
                <a:uFillTx/>
                <a:latin typeface="+mn-lt"/>
              </a:rPr>
              <a:t>We have two documents, document 1 and document 2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u="none" strike="noStrike" dirty="0">
                <a:uFillTx/>
                <a:latin typeface="+mn-lt"/>
              </a:rPr>
              <a:t>Document 1: </a:t>
            </a:r>
            <a:r>
              <a:rPr lang="en-US" sz="1600" u="none" strike="noStrike" dirty="0">
                <a:solidFill>
                  <a:srgbClr val="00B050"/>
                </a:solidFill>
                <a:uFillTx/>
                <a:latin typeface="+mn-lt"/>
              </a:rPr>
              <a:t>AI models learn from data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u="none" strike="noStrike" dirty="0">
                <a:uFillTx/>
                <a:latin typeface="+mn-lt"/>
              </a:rPr>
              <a:t>Document 2: </a:t>
            </a:r>
            <a:r>
              <a:rPr lang="en-US" sz="1600" u="none" strike="noStrike" dirty="0">
                <a:solidFill>
                  <a:srgbClr val="00B050"/>
                </a:solidFill>
                <a:uFillTx/>
                <a:latin typeface="+mn-lt"/>
              </a:rPr>
              <a:t>Data drives business decisions</a:t>
            </a:r>
            <a:endParaRPr lang="en-US" sz="1600" b="0" i="0" u="none" strike="noStrike" dirty="0">
              <a:solidFill>
                <a:srgbClr val="00B050"/>
              </a:solidFill>
              <a:effectLst/>
              <a:latin typeface="Aptos Narrow" panose="020B00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BD96D17-9F2B-B7C4-8E4F-0B510D15E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38593"/>
              </p:ext>
            </p:extLst>
          </p:nvPr>
        </p:nvGraphicFramePr>
        <p:xfrm>
          <a:off x="838079" y="5311884"/>
          <a:ext cx="6060140" cy="7487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15035">
                  <a:extLst>
                    <a:ext uri="{9D8B030D-6E8A-4147-A177-3AD203B41FA5}">
                      <a16:colId xmlns:a16="http://schemas.microsoft.com/office/drawing/2014/main" val="2592950918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1449381176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2569897095"/>
                    </a:ext>
                  </a:extLst>
                </a:gridCol>
                <a:gridCol w="1515035">
                  <a:extLst>
                    <a:ext uri="{9D8B030D-6E8A-4147-A177-3AD203B41FA5}">
                      <a16:colId xmlns:a16="http://schemas.microsoft.com/office/drawing/2014/main" val="1102147587"/>
                    </a:ext>
                  </a:extLst>
                </a:gridCol>
              </a:tblGrid>
              <a:tr h="2735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Word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Document 1 TF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IDF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TF-IDF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22744"/>
                  </a:ext>
                </a:extLst>
              </a:tr>
              <a:tr h="201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data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0.2 × 0 = 0.0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7965860"/>
                  </a:ext>
                </a:extLst>
              </a:tr>
              <a:tr h="2735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learn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0.2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0.693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0.2 × 0.693 ≈ 0.1386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2325735"/>
                  </a:ext>
                </a:extLst>
              </a:tr>
            </a:tbl>
          </a:graphicData>
        </a:graphic>
      </p:graphicFrame>
      <p:sp>
        <p:nvSpPr>
          <p:cNvPr id="13" name="TextBox 28">
            <a:extLst>
              <a:ext uri="{FF2B5EF4-FFF2-40B4-BE49-F238E27FC236}">
                <a16:creationId xmlns:a16="http://schemas.microsoft.com/office/drawing/2014/main" id="{329226C2-42F0-F928-D90B-44EDC623A50D}"/>
              </a:ext>
            </a:extLst>
          </p:cNvPr>
          <p:cNvSpPr/>
          <p:nvPr/>
        </p:nvSpPr>
        <p:spPr>
          <a:xfrm>
            <a:off x="802220" y="4970713"/>
            <a:ext cx="10515240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3. Compute TF/IDF = TF x IDF</a:t>
            </a:r>
          </a:p>
        </p:txBody>
      </p:sp>
      <p:sp>
        <p:nvSpPr>
          <p:cNvPr id="16" name="TextBox 28">
            <a:extLst>
              <a:ext uri="{FF2B5EF4-FFF2-40B4-BE49-F238E27FC236}">
                <a16:creationId xmlns:a16="http://schemas.microsoft.com/office/drawing/2014/main" id="{20602073-7B6E-A022-6568-96518DFCE75D}"/>
              </a:ext>
            </a:extLst>
          </p:cNvPr>
          <p:cNvSpPr/>
          <p:nvPr/>
        </p:nvSpPr>
        <p:spPr>
          <a:xfrm>
            <a:off x="802220" y="6241683"/>
            <a:ext cx="6095999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data is more common across documents → TF-IDF = 0 (less informative)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learn is unique to document 1 → Higher TF-IDF (more informative)</a:t>
            </a:r>
          </a:p>
        </p:txBody>
      </p:sp>
      <p:sp>
        <p:nvSpPr>
          <p:cNvPr id="18" name="TextBox 28">
            <a:extLst>
              <a:ext uri="{FF2B5EF4-FFF2-40B4-BE49-F238E27FC236}">
                <a16:creationId xmlns:a16="http://schemas.microsoft.com/office/drawing/2014/main" id="{512AA434-8263-878C-DF21-A4A805DE2E23}"/>
              </a:ext>
            </a:extLst>
          </p:cNvPr>
          <p:cNvSpPr/>
          <p:nvPr/>
        </p:nvSpPr>
        <p:spPr>
          <a:xfrm>
            <a:off x="6898219" y="4374522"/>
            <a:ext cx="54275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Weights a word across all documents (General Index)</a:t>
            </a:r>
          </a:p>
        </p:txBody>
      </p:sp>
      <p:sp>
        <p:nvSpPr>
          <p:cNvPr id="19" name="TextBox 28">
            <a:extLst>
              <a:ext uri="{FF2B5EF4-FFF2-40B4-BE49-F238E27FC236}">
                <a16:creationId xmlns:a16="http://schemas.microsoft.com/office/drawing/2014/main" id="{A602EDBC-7A21-5A70-2F21-BA09B5929E01}"/>
              </a:ext>
            </a:extLst>
          </p:cNvPr>
          <p:cNvSpPr/>
          <p:nvPr/>
        </p:nvSpPr>
        <p:spPr>
          <a:xfrm>
            <a:off x="6898219" y="3059716"/>
            <a:ext cx="54275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Weights a word in a single document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TF-IDF (Term Frequency-Inverse Document Frequency)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838080" y="1784160"/>
            <a:ext cx="10515240" cy="333042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sklearn.feature_extraction.text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TfidfVectorizer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corpus = [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"Large language models revolutionize business."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"Business applications benefit from AI."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"Language models learn from text data."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tfidf_vectorizer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TfidfVectorizer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Transform the corpus into a document-term matrix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Each row represents a document in the corpus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Each column represents a unique word in the corpus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X_tfidf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tfidf_vectorizer.fit_transform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(corpus)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pd.DataFrame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X_tfidf.toarray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columns=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tfidf_vectorizer.get_feature_names_out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154" name="Table 6"/>
          <p:cNvGraphicFramePr/>
          <p:nvPr>
            <p:extLst>
              <p:ext uri="{D42A27DB-BD31-4B8C-83A1-F6EECF244321}">
                <p14:modId xmlns:p14="http://schemas.microsoft.com/office/powerpoint/2010/main" val="4255696938"/>
              </p:ext>
            </p:extLst>
          </p:nvPr>
        </p:nvGraphicFramePr>
        <p:xfrm>
          <a:off x="838080" y="5542440"/>
          <a:ext cx="11021400" cy="1036320"/>
        </p:xfrm>
        <a:graphic>
          <a:graphicData uri="http://schemas.openxmlformats.org/drawingml/2006/table">
            <a:tbl>
              <a:tblPr/>
              <a:tblGrid>
                <a:gridCol w="8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47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0440">
                <a:tc>
                  <a:txBody>
                    <a:bodyPr/>
                    <a:lstStyle/>
                    <a:p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ptos Narrow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ai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applications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benefit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business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data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from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language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large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learn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models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revolutionize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text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Doc 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0.3935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0.3935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0.5174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0.3935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0.5174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Doc 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0.4905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0.4905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0.4905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0.373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0.373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Doc 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0.4595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0.3495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0.3495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0.4595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0.3495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uFillTx/>
                          <a:latin typeface="Calibri"/>
                        </a:rPr>
                        <a:t>0.4595</a:t>
                      </a:r>
                      <a:endParaRPr lang="en-US" sz="1100" b="1" u="none" strike="noStrike" dirty="0">
                        <a:solidFill>
                          <a:srgbClr val="FF0000"/>
                        </a:solidFill>
                        <a:uFillTx/>
                        <a:latin typeface="Arial"/>
                      </a:endParaRPr>
                    </a:p>
                  </a:txBody>
                  <a:tcPr marL="9360" marR="9360" anchor="b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Advantages of TF-IDF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uFillTx/>
                <a:latin typeface="Calibri"/>
              </a:rPr>
              <a:t>Advantages</a:t>
            </a:r>
            <a:endParaRPr lang="en-US" sz="20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Reduces the impact of frequently occurring terms (like "the", "is", "of")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Highlights terms that are distinctive to specific documents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Relatively simple to implement and computationally efficient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Works well for sparse data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uFillTx/>
                <a:latin typeface="Calibri"/>
              </a:rPr>
              <a:t>Limitations</a:t>
            </a:r>
            <a:endParaRPr lang="en-US" sz="20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Still ignores word order and semantics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Cannot capture relationships between related terms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May not work well for very short texts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Struggles with synonyms and polysemy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TF-IDF serves as a cornerstone technique in information retrieval and text mining, and remains widely used despite the emergence of more advanced embedding-based approaches.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Limitations of BoW Method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Loses word order information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Ignores semantics and context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Creates high-dimensional, sparse vectors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Struggles with out-of-vocabulary words</a:t>
            </a: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4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31960" y="3429000"/>
            <a:ext cx="10515240" cy="141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Calibri Light"/>
              </a:rPr>
              <a:t>Practical Example</a:t>
            </a:r>
            <a:endParaRPr lang="en-US" sz="6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831960" y="4956120"/>
            <a:ext cx="105152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29261B"/>
                </a:solidFill>
                <a:uFillTx/>
                <a:latin typeface="var(--font-tiempos)"/>
              </a:rPr>
              <a:t>Movie Review Sentiment Analysis Pipeline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 dirty="0">
                <a:solidFill>
                  <a:schemeClr val="lt1"/>
                </a:solidFill>
                <a:uFillTx/>
                <a:latin typeface="Calibri Light"/>
              </a:rPr>
              <a:t>Sentiment Analysis of Movie Reviews</a:t>
            </a:r>
            <a:endParaRPr lang="en-US" sz="28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17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This practical example will go through the entire text preprocessing pipeline and show how it contributes to a real-world NLP task.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</a:rPr>
              <a:t>Open the attached </a:t>
            </a:r>
            <a:r>
              <a:rPr lang="en-US" sz="2000" dirty="0" err="1">
                <a:solidFill>
                  <a:schemeClr val="dk1"/>
                </a:solidFill>
                <a:latin typeface="Calibri"/>
              </a:rPr>
              <a:t>Jupyter</a:t>
            </a:r>
            <a:r>
              <a:rPr lang="en-US" sz="2000" dirty="0">
                <a:solidFill>
                  <a:schemeClr val="dk1"/>
                </a:solidFill>
                <a:latin typeface="Calibri"/>
              </a:rPr>
              <a:t> Notebook to review the example.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We </a:t>
            </a:r>
            <a:r>
              <a:rPr lang="en-US" sz="2000" dirty="0">
                <a:solidFill>
                  <a:schemeClr val="dk1"/>
                </a:solidFill>
                <a:latin typeface="Calibri"/>
              </a:rPr>
              <a:t>will use a simple corpus, the user reviews are registered as 0 or 1 </a:t>
            </a:r>
            <a:r>
              <a:rPr lang="en-US" sz="2000" dirty="0">
                <a:solidFill>
                  <a:schemeClr val="dk1"/>
                </a:solidFill>
                <a:latin typeface="Calibri"/>
                <a:sym typeface="Wingdings" panose="05000000000000000000" pitchFamily="2" charset="2"/>
              </a:rPr>
              <a:t> Like, Don’t Like.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sym typeface="Wingdings" panose="05000000000000000000" pitchFamily="2" charset="2"/>
              </a:rPr>
              <a:t>We can also use the same text processing pipeline on IMDB dataset.</a:t>
            </a:r>
            <a:endParaRPr lang="en-US" sz="20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64" name="Graphic 6">
            <a:hlinkClick r:id="rId2"/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536277" y="2472480"/>
            <a:ext cx="111420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2F3EE30-1250-B624-2F54-4CC416515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268" y="3815532"/>
            <a:ext cx="4913870" cy="276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31960" y="3429000"/>
            <a:ext cx="10515240" cy="141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Calibri Light"/>
              </a:rPr>
              <a:t>Language Models</a:t>
            </a:r>
            <a:endParaRPr lang="en-US" sz="6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831960" y="4956120"/>
            <a:ext cx="105152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400" b="0" u="none" strike="noStrike">
              <a:solidFill>
                <a:schemeClr val="dk1">
                  <a:tint val="75000"/>
                </a:schemeClr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What is a Language Models?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79" y="1706040"/>
            <a:ext cx="5741893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uFillTx/>
                <a:latin typeface="Calibri"/>
              </a:rPr>
              <a:t>Language models are statistical or neural models that capture the probability distribution of words or tokens in a language. 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uFillTx/>
                <a:latin typeface="Calibri"/>
              </a:rPr>
              <a:t>They predict the likelihood of a sequence of words occurring together, enabling machines to understand and generate human language.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Types of Language Models</a:t>
            </a:r>
            <a:endParaRPr lang="en-US" sz="1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1) Statistical Language Models</a:t>
            </a:r>
            <a:endParaRPr lang="en-US" sz="1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N-gram Models</a:t>
            </a:r>
            <a:r>
              <a:rPr lang="en-US" sz="1400" b="0" u="none" strike="noStrike" dirty="0">
                <a:solidFill>
                  <a:schemeClr val="dk1"/>
                </a:solidFill>
                <a:uFillTx/>
                <a:latin typeface="Calibri"/>
              </a:rPr>
              <a:t>: Predict the next word based on the previous N-1 words 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Unigram: P(word) - individual word probabilities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Bigram: P(word₂|word₁) - probability of word₂ given word₁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Trigram: P(word₃|</a:t>
            </a:r>
            <a:r>
              <a:rPr lang="en-US" sz="1200" b="0" u="none" strike="noStrike" dirty="0" err="1">
                <a:solidFill>
                  <a:schemeClr val="dk1"/>
                </a:solidFill>
                <a:uFillTx/>
                <a:latin typeface="Calibri"/>
              </a:rPr>
              <a:t>word₁,word</a:t>
            </a: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₂) - probability of word₃ given word₁ and word₂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2) Neural Language Models</a:t>
            </a:r>
            <a:endParaRPr lang="en-US" sz="1400" b="0" u="none" strike="noStrike" dirty="0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RNN/LSTM-based</a:t>
            </a:r>
            <a:r>
              <a:rPr lang="en-US" sz="1400" b="0" u="none" strike="noStrike" dirty="0">
                <a:solidFill>
                  <a:schemeClr val="dk1"/>
                </a:solidFill>
                <a:uFillTx/>
                <a:latin typeface="Calibri"/>
              </a:rPr>
              <a:t>: Process sequences by maintaining hidden states 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Better at capturing long-range dependencies than n-grams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Examples: Early versions of Google Translate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uFillTx/>
                <a:latin typeface="Calibri"/>
              </a:rPr>
              <a:t>Transformer-based</a:t>
            </a:r>
            <a:r>
              <a:rPr lang="en-US" sz="1400" b="0" u="none" strike="noStrike" dirty="0">
                <a:solidFill>
                  <a:schemeClr val="dk1"/>
                </a:solidFill>
                <a:uFillTx/>
                <a:latin typeface="Calibri"/>
              </a:rPr>
              <a:t>: Use attention mechanisms to process entire sequences 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BERT: Bidirectional, focuses on understanding context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GPT: Autoregressive, focuses on text generation</a:t>
            </a:r>
          </a:p>
          <a:p>
            <a:pPr marL="743040" lvl="1" indent="-2858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T5, </a:t>
            </a:r>
            <a:r>
              <a:rPr lang="en-US" sz="1200" b="0" u="none" strike="noStrike" dirty="0" err="1">
                <a:solidFill>
                  <a:schemeClr val="dk1"/>
                </a:solidFill>
                <a:uFillTx/>
                <a:latin typeface="Calibri"/>
              </a:rPr>
              <a:t>RoBERTa</a:t>
            </a:r>
            <a:r>
              <a:rPr lang="en-US" sz="1200" b="0" u="none" strike="noStrike" dirty="0">
                <a:solidFill>
                  <a:schemeClr val="dk1"/>
                </a:solidFill>
                <a:uFillTx/>
                <a:latin typeface="Calibri"/>
              </a:rPr>
              <a:t>, ELECTRA: Refinements of transformer architecture</a:t>
            </a:r>
          </a:p>
        </p:txBody>
      </p:sp>
      <p:pic>
        <p:nvPicPr>
          <p:cNvPr id="1026" name="Picture 2" descr="Ai">
            <a:extLst>
              <a:ext uri="{FF2B5EF4-FFF2-40B4-BE49-F238E27FC236}">
                <a16:creationId xmlns:a16="http://schemas.microsoft.com/office/drawing/2014/main" id="{B810638E-4060-15FB-0531-4959E1B91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756" y="1638078"/>
            <a:ext cx="4773347" cy="25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What are N-grams?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641556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N-grams are a way to break down text into chunks of </a:t>
            </a:r>
            <a:r>
              <a:rPr lang="en-US" sz="2000" b="0" i="1" u="none" strike="noStrike" dirty="0">
                <a:solidFill>
                  <a:schemeClr val="dk1"/>
                </a:solidFill>
                <a:uFillTx/>
                <a:latin typeface="Calibri"/>
              </a:rPr>
              <a:t>n</a:t>
            </a: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 words to understand language structure and context better.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Unigram (1-gram) = single words → "this", "is", "a", "sentence“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Bigram (2-gram) = pairs of consecutive words → "this is", "is a", "a sentence“</a:t>
            </a:r>
          </a:p>
          <a:p>
            <a:pPr marL="342900" indent="-3429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Trigram (3-gram) = triples of consecutive words → "this is a", "is a sentence"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0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75" name="Picture 2" descr="N-grams - fastText Quick Start Guide [Book]"/>
          <p:cNvPicPr/>
          <p:nvPr/>
        </p:nvPicPr>
        <p:blipFill>
          <a:blip r:embed="rId2"/>
          <a:stretch/>
        </p:blipFill>
        <p:spPr>
          <a:xfrm>
            <a:off x="7692840" y="1862280"/>
            <a:ext cx="3660480" cy="1566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5403-353F-3B15-4425-3C21537A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>
            <a:extLst>
              <a:ext uri="{FF2B5EF4-FFF2-40B4-BE49-F238E27FC236}">
                <a16:creationId xmlns:a16="http://schemas.microsoft.com/office/drawing/2014/main" id="{67BAEA8F-D499-E8A3-A300-35B32FE4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 dirty="0">
                <a:solidFill>
                  <a:schemeClr val="lt1"/>
                </a:solidFill>
                <a:uFillTx/>
                <a:latin typeface="Calibri Light"/>
              </a:rPr>
              <a:t>Implementing Language Models using N-grams</a:t>
            </a:r>
            <a:endParaRPr lang="en-US" sz="28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2" name="PlaceHolder 2">
            <a:extLst>
              <a:ext uri="{FF2B5EF4-FFF2-40B4-BE49-F238E27FC236}">
                <a16:creationId xmlns:a16="http://schemas.microsoft.com/office/drawing/2014/main" id="{61A7CF95-C71E-5859-7D68-2CAA5780302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706040"/>
            <a:ext cx="10515240" cy="17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Calibri"/>
              </a:rPr>
              <a:t>This practical example will go through the process of creating an N-gram based language model.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</a:rPr>
              <a:t>Open the attached </a:t>
            </a:r>
            <a:r>
              <a:rPr lang="en-US" sz="2000" dirty="0" err="1">
                <a:solidFill>
                  <a:schemeClr val="dk1"/>
                </a:solidFill>
                <a:latin typeface="Calibri"/>
              </a:rPr>
              <a:t>Jupyter</a:t>
            </a:r>
            <a:r>
              <a:rPr lang="en-US" sz="2000" dirty="0">
                <a:solidFill>
                  <a:schemeClr val="dk1"/>
                </a:solidFill>
                <a:latin typeface="Calibri"/>
              </a:rPr>
              <a:t> Notebook to review the example.</a:t>
            </a:r>
          </a:p>
        </p:txBody>
      </p:sp>
      <p:pic>
        <p:nvPicPr>
          <p:cNvPr id="164" name="Graphic 6">
            <a:hlinkClick r:id="rId2"/>
            <a:extLst>
              <a:ext uri="{FF2B5EF4-FFF2-40B4-BE49-F238E27FC236}">
                <a16:creationId xmlns:a16="http://schemas.microsoft.com/office/drawing/2014/main" id="{98D75408-003A-ED3D-468E-0FC6FA95A427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505385" y="2206810"/>
            <a:ext cx="1114200" cy="19008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219703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Limitations of N-gram Models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Limited context: Only consider a fixed number of previous words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No long-range dependencies: Cannot capture relationships between distant words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No semantic understanding: Model captures statistical patterns but not meaning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Memory intensive: Storing all possible n-grams requires significant space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Data sparsity: Many valid word combinations don't appear in training data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797400"/>
            <a:ext cx="10515240" cy="747720"/>
          </a:xfrm>
          <a:prstGeom prst="rect">
            <a:avLst/>
          </a:prstGeom>
          <a:solidFill>
            <a:srgbClr val="67337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lt1"/>
                </a:solidFill>
                <a:uFillTx/>
                <a:latin typeface="Calibri Light"/>
              </a:rPr>
              <a:t>Perplexity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38080" y="1706040"/>
            <a:ext cx="10515240" cy="499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2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Perplexity measures how confused a language model is when predicting text.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What It Means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Lower perplexity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 = Model is more confident and accurate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Higher perplexity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 = Model is more uncertain and confused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Simple Example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Imagine you're trying to predict the next word in: "I went to the _____"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A good model might assign high probability to words like "store," "park," "beach"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A confused model might spread probabilities evenly across thousands of words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Perplexity essentially counts how many reasonable options the model is considering. If the model has a perplexity of 10, it's like the model is equally confused between 10 possible words.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Real-World Comparison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If your phone keyboard suggests 3 very likely next words, it has low perplexity. If it suggests random unrelated words, it has high perplexity.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Why It Matters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Think of perplexity as a "confusion score" that helps researchers: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Compare different language models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Check if a model is improving during training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Identify when a model works better for certain types of text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The best language models today have much lower perplexity than older models, which is why they produce more natural-sounding text.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7628</TotalTime>
  <Words>3382</Words>
  <Application>Microsoft Office PowerPoint</Application>
  <PresentationFormat>Widescreen</PresentationFormat>
  <Paragraphs>456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Aptos Narrow</vt:lpstr>
      <vt:lpstr>Arial</vt:lpstr>
      <vt:lpstr>Calibri</vt:lpstr>
      <vt:lpstr>Calibri Light</vt:lpstr>
      <vt:lpstr>Consolas</vt:lpstr>
      <vt:lpstr>Courier New</vt:lpstr>
      <vt:lpstr>TimesNewRomanPS-ItalicMT</vt:lpstr>
      <vt:lpstr>var(--font-tiempos)</vt:lpstr>
      <vt:lpstr>var(--notebook-cell-output-font-family)</vt:lpstr>
      <vt:lpstr>Office Theme</vt:lpstr>
      <vt:lpstr>307307 Introduction to Text Mining and  Natural Language Processing</vt:lpstr>
      <vt:lpstr>What is Natural Language Processing?</vt:lpstr>
      <vt:lpstr>Historical Development of NLP</vt:lpstr>
      <vt:lpstr>Why is NLP Challenging?</vt:lpstr>
      <vt:lpstr>Common NLP Applications</vt:lpstr>
      <vt:lpstr>Text Processing Pipeline</vt:lpstr>
      <vt:lpstr>Text Mining Pipeline</vt:lpstr>
      <vt:lpstr>Introduction to NLTK (Natural Language Toolkit)</vt:lpstr>
      <vt:lpstr>Fundamental NLP Techniques</vt:lpstr>
      <vt:lpstr>Tokenization</vt:lpstr>
      <vt:lpstr>Tokenize text using NLTK package</vt:lpstr>
      <vt:lpstr>Normalization</vt:lpstr>
      <vt:lpstr>Stopwords Removal</vt:lpstr>
      <vt:lpstr>Stemming and Lemmatization</vt:lpstr>
      <vt:lpstr>Stemming</vt:lpstr>
      <vt:lpstr>Lemmatization</vt:lpstr>
      <vt:lpstr>PowerPoint Presentation</vt:lpstr>
      <vt:lpstr>Text Representation</vt:lpstr>
      <vt:lpstr>Bag of Words Method</vt:lpstr>
      <vt:lpstr>BoW Basic Term Frequency Example</vt:lpstr>
      <vt:lpstr>BoW Method</vt:lpstr>
      <vt:lpstr>TF-IDF (Term Frequency-Inverse Document Frequency) Method</vt:lpstr>
      <vt:lpstr>TF/IDF Example: Compute the TD/IDF for the words learn and data in sentence 1</vt:lpstr>
      <vt:lpstr>TF-IDF (Term Frequency-Inverse Document Frequency)</vt:lpstr>
      <vt:lpstr>Advantages of TF-IDF</vt:lpstr>
      <vt:lpstr>Limitations of BoW Method</vt:lpstr>
      <vt:lpstr>Practical Example</vt:lpstr>
      <vt:lpstr>Sentiment Analysis of Movie Reviews</vt:lpstr>
      <vt:lpstr>Language Models</vt:lpstr>
      <vt:lpstr>What is a Language Models?</vt:lpstr>
      <vt:lpstr>What are N-grams?</vt:lpstr>
      <vt:lpstr>Implementing Language Models using N-grams</vt:lpstr>
      <vt:lpstr>Limitations of N-gram Models</vt:lpstr>
      <vt:lpstr>Perplexity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1115</cp:revision>
  <dcterms:created xsi:type="dcterms:W3CDTF">2023-03-26T11:17:23Z</dcterms:created>
  <dcterms:modified xsi:type="dcterms:W3CDTF">2025-03-27T06:20:01Z</dcterms:modified>
</cp:coreProperties>
</file>