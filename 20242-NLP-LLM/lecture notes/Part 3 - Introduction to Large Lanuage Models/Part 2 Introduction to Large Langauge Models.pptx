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55" r:id="rId2"/>
    <p:sldId id="474" r:id="rId3"/>
    <p:sldId id="473" r:id="rId4"/>
    <p:sldId id="456" r:id="rId5"/>
    <p:sldId id="457" r:id="rId6"/>
    <p:sldId id="458" r:id="rId7"/>
    <p:sldId id="459" r:id="rId8"/>
    <p:sldId id="460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C216D-0431-4C08-83EB-B615D906D932}" v="16" dt="2025-03-18T02:16:29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3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4B0C216D-0431-4C08-83EB-B615D906D932}"/>
    <pc:docChg chg="custSel addSld delSld modSld sldOrd">
      <pc:chgData name="Mohammed Fasha" userId="cc64f42d-a1a6-4f08-b97b-0c37f877119f" providerId="ADAL" clId="{4B0C216D-0431-4C08-83EB-B615D906D932}" dt="2025-03-18T02:16:41.167" v="152" actId="20577"/>
      <pc:docMkLst>
        <pc:docMk/>
      </pc:docMkLst>
      <pc:sldChg chg="ord">
        <pc:chgData name="Mohammed Fasha" userId="cc64f42d-a1a6-4f08-b97b-0c37f877119f" providerId="ADAL" clId="{4B0C216D-0431-4C08-83EB-B615D906D932}" dt="2025-03-18T02:15:01.379" v="67"/>
        <pc:sldMkLst>
          <pc:docMk/>
          <pc:sldMk cId="2282942957" sldId="456"/>
        </pc:sldMkLst>
      </pc:sldChg>
      <pc:sldChg chg="addSp delSp modSp new del mod modClrScheme chgLayout">
        <pc:chgData name="Mohammed Fasha" userId="cc64f42d-a1a6-4f08-b97b-0c37f877119f" providerId="ADAL" clId="{4B0C216D-0431-4C08-83EB-B615D906D932}" dt="2025-03-18T02:14:19.984" v="50" actId="2696"/>
        <pc:sldMkLst>
          <pc:docMk/>
          <pc:sldMk cId="3499033775" sldId="472"/>
        </pc:sldMkLst>
        <pc:spChg chg="del">
          <ac:chgData name="Mohammed Fasha" userId="cc64f42d-a1a6-4f08-b97b-0c37f877119f" providerId="ADAL" clId="{4B0C216D-0431-4C08-83EB-B615D906D932}" dt="2025-03-18T02:10:37.371" v="17" actId="700"/>
          <ac:spMkLst>
            <pc:docMk/>
            <pc:sldMk cId="3499033775" sldId="472"/>
            <ac:spMk id="2" creationId="{AB7BAFA6-DB51-46E2-3B2C-880150CF6E9E}"/>
          </ac:spMkLst>
        </pc:spChg>
        <pc:spChg chg="del">
          <ac:chgData name="Mohammed Fasha" userId="cc64f42d-a1a6-4f08-b97b-0c37f877119f" providerId="ADAL" clId="{4B0C216D-0431-4C08-83EB-B615D906D932}" dt="2025-03-18T02:09:22.665" v="1"/>
          <ac:spMkLst>
            <pc:docMk/>
            <pc:sldMk cId="3499033775" sldId="472"/>
            <ac:spMk id="3" creationId="{DD372FA3-C25C-CAD2-0432-3181C995C6E8}"/>
          </ac:spMkLst>
        </pc:spChg>
        <pc:spChg chg="add mod">
          <ac:chgData name="Mohammed Fasha" userId="cc64f42d-a1a6-4f08-b97b-0c37f877119f" providerId="ADAL" clId="{4B0C216D-0431-4C08-83EB-B615D906D932}" dt="2025-03-18T02:10:48.549" v="21" actId="1076"/>
          <ac:spMkLst>
            <pc:docMk/>
            <pc:sldMk cId="3499033775" sldId="472"/>
            <ac:spMk id="5" creationId="{C0CCA68B-FBDC-D4D4-D7A8-6F0C17215B1C}"/>
          </ac:spMkLst>
        </pc:spChg>
        <pc:spChg chg="add">
          <ac:chgData name="Mohammed Fasha" userId="cc64f42d-a1a6-4f08-b97b-0c37f877119f" providerId="ADAL" clId="{4B0C216D-0431-4C08-83EB-B615D906D932}" dt="2025-03-18T02:12:39.523" v="22"/>
          <ac:spMkLst>
            <pc:docMk/>
            <pc:sldMk cId="3499033775" sldId="472"/>
            <ac:spMk id="6" creationId="{F5E73FDA-2144-84F7-2ACD-C11FA3ED9FE4}"/>
          </ac:spMkLst>
        </pc:spChg>
        <pc:spChg chg="add mod">
          <ac:chgData name="Mohammed Fasha" userId="cc64f42d-a1a6-4f08-b97b-0c37f877119f" providerId="ADAL" clId="{4B0C216D-0431-4C08-83EB-B615D906D932}" dt="2025-03-18T02:13:33.095" v="32" actId="1076"/>
          <ac:spMkLst>
            <pc:docMk/>
            <pc:sldMk cId="3499033775" sldId="472"/>
            <ac:spMk id="8" creationId="{40366A84-7CB3-FF9E-E536-9EDD1F635741}"/>
          </ac:spMkLst>
        </pc:spChg>
        <pc:spChg chg="add">
          <ac:chgData name="Mohammed Fasha" userId="cc64f42d-a1a6-4f08-b97b-0c37f877119f" providerId="ADAL" clId="{4B0C216D-0431-4C08-83EB-B615D906D932}" dt="2025-03-18T02:12:56.180" v="26"/>
          <ac:spMkLst>
            <pc:docMk/>
            <pc:sldMk cId="3499033775" sldId="472"/>
            <ac:spMk id="9" creationId="{5C21B3EC-1E90-8F97-CC61-EE703464D5FF}"/>
          </ac:spMkLst>
        </pc:spChg>
        <pc:picChg chg="add del mod ord">
          <ac:chgData name="Mohammed Fasha" userId="cc64f42d-a1a6-4f08-b97b-0c37f877119f" providerId="ADAL" clId="{4B0C216D-0431-4C08-83EB-B615D906D932}" dt="2025-03-18T02:14:09.652" v="47" actId="21"/>
          <ac:picMkLst>
            <pc:docMk/>
            <pc:sldMk cId="3499033775" sldId="472"/>
            <ac:picMk id="2050" creationId="{804C5AFC-2370-82B7-38A0-7C05C6C3769B}"/>
          </ac:picMkLst>
        </pc:picChg>
      </pc:sldChg>
      <pc:sldChg chg="addSp delSp modSp new mod ord modClrScheme chgLayout">
        <pc:chgData name="Mohammed Fasha" userId="cc64f42d-a1a6-4f08-b97b-0c37f877119f" providerId="ADAL" clId="{4B0C216D-0431-4C08-83EB-B615D906D932}" dt="2025-03-18T02:16:41.167" v="152" actId="20577"/>
        <pc:sldMkLst>
          <pc:docMk/>
          <pc:sldMk cId="3385747305" sldId="473"/>
        </pc:sldMkLst>
        <pc:spChg chg="add del mod">
          <ac:chgData name="Mohammed Fasha" userId="cc64f42d-a1a6-4f08-b97b-0c37f877119f" providerId="ADAL" clId="{4B0C216D-0431-4C08-83EB-B615D906D932}" dt="2025-03-18T02:14:15.631" v="49" actId="700"/>
          <ac:spMkLst>
            <pc:docMk/>
            <pc:sldMk cId="3385747305" sldId="473"/>
            <ac:spMk id="2" creationId="{BF2B1AA0-2F67-FD33-DF5C-FACDA7455A75}"/>
          </ac:spMkLst>
        </pc:spChg>
        <pc:spChg chg="add mod ord">
          <ac:chgData name="Mohammed Fasha" userId="cc64f42d-a1a6-4f08-b97b-0c37f877119f" providerId="ADAL" clId="{4B0C216D-0431-4C08-83EB-B615D906D932}" dt="2025-03-18T02:16:23.541" v="106" actId="27636"/>
          <ac:spMkLst>
            <pc:docMk/>
            <pc:sldMk cId="3385747305" sldId="473"/>
            <ac:spMk id="3" creationId="{A41D86F4-2CDE-CB20-3664-2556C0F84D47}"/>
          </ac:spMkLst>
        </pc:spChg>
        <pc:spChg chg="add mod ord">
          <ac:chgData name="Mohammed Fasha" userId="cc64f42d-a1a6-4f08-b97b-0c37f877119f" providerId="ADAL" clId="{4B0C216D-0431-4C08-83EB-B615D906D932}" dt="2025-03-18T02:16:41.167" v="152" actId="20577"/>
          <ac:spMkLst>
            <pc:docMk/>
            <pc:sldMk cId="3385747305" sldId="473"/>
            <ac:spMk id="4" creationId="{0B0DDC81-A74C-861A-3FF8-DEFF3BE23C27}"/>
          </ac:spMkLst>
        </pc:spChg>
        <pc:picChg chg="add mod">
          <ac:chgData name="Mohammed Fasha" userId="cc64f42d-a1a6-4f08-b97b-0c37f877119f" providerId="ADAL" clId="{4B0C216D-0431-4C08-83EB-B615D906D932}" dt="2025-03-18T02:16:29.343" v="108" actId="1076"/>
          <ac:picMkLst>
            <pc:docMk/>
            <pc:sldMk cId="3385747305" sldId="473"/>
            <ac:picMk id="2050" creationId="{804C5AFC-2370-82B7-38A0-7C05C6C3769B}"/>
          </ac:picMkLst>
        </pc:picChg>
      </pc:sldChg>
      <pc:sldChg chg="modSp new mod">
        <pc:chgData name="Mohammed Fasha" userId="cc64f42d-a1a6-4f08-b97b-0c37f877119f" providerId="ADAL" clId="{4B0C216D-0431-4C08-83EB-B615D906D932}" dt="2025-03-18T02:15:56.699" v="100"/>
        <pc:sldMkLst>
          <pc:docMk/>
          <pc:sldMk cId="1939766790" sldId="474"/>
        </pc:sldMkLst>
        <pc:spChg chg="mod">
          <ac:chgData name="Mohammed Fasha" userId="cc64f42d-a1a6-4f08-b97b-0c37f877119f" providerId="ADAL" clId="{4B0C216D-0431-4C08-83EB-B615D906D932}" dt="2025-03-18T02:15:19.652" v="99" actId="20577"/>
          <ac:spMkLst>
            <pc:docMk/>
            <pc:sldMk cId="1939766790" sldId="474"/>
            <ac:spMk id="2" creationId="{43A12493-75ED-FFA9-A1BD-A09AEC623815}"/>
          </ac:spMkLst>
        </pc:spChg>
        <pc:spChg chg="mod">
          <ac:chgData name="Mohammed Fasha" userId="cc64f42d-a1a6-4f08-b97b-0c37f877119f" providerId="ADAL" clId="{4B0C216D-0431-4C08-83EB-B615D906D932}" dt="2025-03-18T02:15:56.699" v="100"/>
          <ac:spMkLst>
            <pc:docMk/>
            <pc:sldMk cId="1939766790" sldId="474"/>
            <ac:spMk id="3" creationId="{4C7102F1-33CC-09ED-19D1-63AD5315FDDF}"/>
          </ac:spMkLst>
        </pc:spChg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66E75AB1-FCE8-0FCD-8995-E220AF9681CC}"/>
    <pc:docChg chg="addSld delSld modSld sldOrd">
      <pc:chgData name="Mohammed Fasha" userId="S::mohammed.fasha@uop.edu.jo::cc64f42d-a1a6-4f08-b97b-0c37f877119f" providerId="AD" clId="Web-{66E75AB1-FCE8-0FCD-8995-E220AF9681CC}" dt="2025-03-15T07:27:28.077" v="349" actId="1076"/>
      <pc:docMkLst>
        <pc:docMk/>
      </pc:docMkLst>
      <pc:sldChg chg="del">
        <pc:chgData name="Mohammed Fasha" userId="S::mohammed.fasha@uop.edu.jo::cc64f42d-a1a6-4f08-b97b-0c37f877119f" providerId="AD" clId="Web-{66E75AB1-FCE8-0FCD-8995-E220AF9681CC}" dt="2025-03-15T06:52:43.111" v="52"/>
        <pc:sldMkLst>
          <pc:docMk/>
          <pc:sldMk cId="89912501" sldId="2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8"/>
        <pc:sldMkLst>
          <pc:docMk/>
          <pc:sldMk cId="1847087325" sldId="2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7"/>
        <pc:sldMkLst>
          <pc:docMk/>
          <pc:sldMk cId="771290671" sldId="2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2"/>
        <pc:sldMkLst>
          <pc:docMk/>
          <pc:sldMk cId="1234327519" sldId="28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0"/>
        <pc:sldMkLst>
          <pc:docMk/>
          <pc:sldMk cId="3304405524" sldId="2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9"/>
        <pc:sldMkLst>
          <pc:docMk/>
          <pc:sldMk cId="1217643332" sldId="2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38"/>
        <pc:sldMkLst>
          <pc:docMk/>
          <pc:sldMk cId="3526654973" sldId="2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2"/>
        <pc:sldMkLst>
          <pc:docMk/>
          <pc:sldMk cId="0" sldId="30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1"/>
        <pc:sldMkLst>
          <pc:docMk/>
          <pc:sldMk cId="0" sldId="3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9"/>
        <pc:sldMkLst>
          <pc:docMk/>
          <pc:sldMk cId="0" sldId="30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1"/>
        <pc:sldMkLst>
          <pc:docMk/>
          <pc:sldMk cId="0" sldId="3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6"/>
        <pc:sldMkLst>
          <pc:docMk/>
          <pc:sldMk cId="2362708721" sldId="32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7"/>
        <pc:sldMkLst>
          <pc:docMk/>
          <pc:sldMk cId="1477953107" sldId="32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5"/>
        <pc:sldMkLst>
          <pc:docMk/>
          <pc:sldMk cId="1624740157" sldId="3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60"/>
        <pc:sldMkLst>
          <pc:docMk/>
          <pc:sldMk cId="1093295885" sldId="36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4"/>
        <pc:sldMkLst>
          <pc:docMk/>
          <pc:sldMk cId="3638528156" sldId="3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0"/>
        <pc:sldMkLst>
          <pc:docMk/>
          <pc:sldMk cId="2714000580" sldId="36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0"/>
        <pc:sldMkLst>
          <pc:docMk/>
          <pc:sldMk cId="4103125789" sldId="36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7"/>
        <pc:sldMkLst>
          <pc:docMk/>
          <pc:sldMk cId="3243173744" sldId="36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9"/>
        <pc:sldMkLst>
          <pc:docMk/>
          <pc:sldMk cId="533099717" sldId="37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5"/>
        <pc:sldMkLst>
          <pc:docMk/>
          <pc:sldMk cId="403304745" sldId="3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5"/>
        <pc:sldMkLst>
          <pc:docMk/>
          <pc:sldMk cId="1274929313" sldId="3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0"/>
        <pc:sldMkLst>
          <pc:docMk/>
          <pc:sldMk cId="3412111298" sldId="3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4"/>
        <pc:sldMkLst>
          <pc:docMk/>
          <pc:sldMk cId="3601872685" sldId="38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3"/>
        <pc:sldMkLst>
          <pc:docMk/>
          <pc:sldMk cId="215899539" sldId="3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9"/>
        <pc:sldMkLst>
          <pc:docMk/>
          <pc:sldMk cId="2001631854" sldId="3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4"/>
        <pc:sldMkLst>
          <pc:docMk/>
          <pc:sldMk cId="2976191511" sldId="3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7"/>
        <pc:sldMkLst>
          <pc:docMk/>
          <pc:sldMk cId="3942416368" sldId="3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5"/>
        <pc:sldMkLst>
          <pc:docMk/>
          <pc:sldMk cId="2455239288" sldId="39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6"/>
        <pc:sldMkLst>
          <pc:docMk/>
          <pc:sldMk cId="322630100" sldId="40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3"/>
        <pc:sldMkLst>
          <pc:docMk/>
          <pc:sldMk cId="2446723419" sldId="40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8"/>
        <pc:sldMkLst>
          <pc:docMk/>
          <pc:sldMk cId="2708838154" sldId="40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75"/>
        <pc:sldMkLst>
          <pc:docMk/>
          <pc:sldMk cId="711859222" sldId="40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4"/>
        <pc:sldMkLst>
          <pc:docMk/>
          <pc:sldMk cId="430192280" sldId="40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3"/>
        <pc:sldMkLst>
          <pc:docMk/>
          <pc:sldMk cId="1261728788" sldId="41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9"/>
        <pc:sldMkLst>
          <pc:docMk/>
          <pc:sldMk cId="465427976" sldId="41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6"/>
        <pc:sldMkLst>
          <pc:docMk/>
          <pc:sldMk cId="4222832899" sldId="41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0"/>
        <pc:sldMkLst>
          <pc:docMk/>
          <pc:sldMk cId="3168225218" sldId="42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9"/>
        <pc:sldMkLst>
          <pc:docMk/>
          <pc:sldMk cId="2310344807" sldId="42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90" v="62"/>
        <pc:sldMkLst>
          <pc:docMk/>
          <pc:sldMk cId="707737036" sldId="42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6"/>
        <pc:sldMkLst>
          <pc:docMk/>
          <pc:sldMk cId="232656594" sldId="42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4"/>
        <pc:sldMkLst>
          <pc:docMk/>
          <pc:sldMk cId="404333880" sldId="43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3"/>
        <pc:sldMkLst>
          <pc:docMk/>
          <pc:sldMk cId="2523349106" sldId="44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4"/>
        <pc:sldMkLst>
          <pc:docMk/>
          <pc:sldMk cId="2515022167" sldId="44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2"/>
        <pc:sldMkLst>
          <pc:docMk/>
          <pc:sldMk cId="1977389857" sldId="44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91"/>
        <pc:sldMkLst>
          <pc:docMk/>
          <pc:sldMk cId="2140515002" sldId="44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09"/>
        <pc:sldMkLst>
          <pc:docMk/>
          <pc:sldMk cId="1932795151" sldId="44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3"/>
        <pc:sldMkLst>
          <pc:docMk/>
          <pc:sldMk cId="1837964685" sldId="45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2"/>
        <pc:sldMkLst>
          <pc:docMk/>
          <pc:sldMk cId="1229244997" sldId="45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1"/>
        <pc:sldMkLst>
          <pc:docMk/>
          <pc:sldMk cId="1789205401" sldId="453"/>
        </pc:sldMkLst>
      </pc:sldChg>
      <pc:sldChg chg="modSp">
        <pc:chgData name="Mohammed Fasha" userId="S::mohammed.fasha@uop.edu.jo::cc64f42d-a1a6-4f08-b97b-0c37f877119f" providerId="AD" clId="Web-{66E75AB1-FCE8-0FCD-8995-E220AF9681CC}" dt="2025-03-15T06:52:38.939" v="37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66E75AB1-FCE8-0FCD-8995-E220AF9681CC}" dt="2025-03-15T06:52:38.939" v="37" actId="20577"/>
          <ac:spMkLst>
            <pc:docMk/>
            <pc:sldMk cId="1489447582" sldId="455"/>
            <ac:spMk id="8" creationId="{107CF054-390C-DCFC-C9A6-9E95C859A175}"/>
          </ac:spMkLst>
        </pc:spChg>
      </pc:sldChg>
      <pc:sldChg chg="modSp new">
        <pc:chgData name="Mohammed Fasha" userId="S::mohammed.fasha@uop.edu.jo::cc64f42d-a1a6-4f08-b97b-0c37f877119f" providerId="AD" clId="Web-{66E75AB1-FCE8-0FCD-8995-E220AF9681CC}" dt="2025-03-15T07:01:33.222" v="193" actId="20577"/>
        <pc:sldMkLst>
          <pc:docMk/>
          <pc:sldMk cId="2282942957" sldId="456"/>
        </pc:sldMkLst>
        <pc:spChg chg="mod">
          <ac:chgData name="Mohammed Fasha" userId="S::mohammed.fasha@uop.edu.jo::cc64f42d-a1a6-4f08-b97b-0c37f877119f" providerId="AD" clId="Web-{66E75AB1-FCE8-0FCD-8995-E220AF9681CC}" dt="2025-03-15T06:53:19.395" v="143" actId="20577"/>
          <ac:spMkLst>
            <pc:docMk/>
            <pc:sldMk cId="2282942957" sldId="456"/>
            <ac:spMk id="2" creationId="{B641E847-78EB-D12D-1289-076C03040899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1:33.222" v="193" actId="20577"/>
          <ac:spMkLst>
            <pc:docMk/>
            <pc:sldMk cId="2282942957" sldId="456"/>
            <ac:spMk id="3" creationId="{370CEA9E-7399-77E7-47C4-29CCAD688E3D}"/>
          </ac:spMkLst>
        </pc:spChg>
      </pc:sldChg>
      <pc:sldChg chg="addSp delSp modSp add replId addAnim">
        <pc:chgData name="Mohammed Fasha" userId="S::mohammed.fasha@uop.edu.jo::cc64f42d-a1a6-4f08-b97b-0c37f877119f" providerId="AD" clId="Web-{66E75AB1-FCE8-0FCD-8995-E220AF9681CC}" dt="2025-03-15T07:00:17.530" v="170" actId="20577"/>
        <pc:sldMkLst>
          <pc:docMk/>
          <pc:sldMk cId="1674895679" sldId="457"/>
        </pc:sldMkLst>
        <pc:spChg chg="mod">
          <ac:chgData name="Mohammed Fasha" userId="S::mohammed.fasha@uop.edu.jo::cc64f42d-a1a6-4f08-b97b-0c37f877119f" providerId="AD" clId="Web-{66E75AB1-FCE8-0FCD-8995-E220AF9681CC}" dt="2025-03-15T07:00:17.530" v="170" actId="20577"/>
          <ac:spMkLst>
            <pc:docMk/>
            <pc:sldMk cId="1674895679" sldId="457"/>
            <ac:spMk id="2" creationId="{1C61FB57-5DED-E50C-1567-36D9B32EDBAC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6:57:21.722" v="150" actId="14100"/>
          <ac:spMkLst>
            <pc:docMk/>
            <pc:sldMk cId="1674895679" sldId="457"/>
            <ac:spMk id="3" creationId="{B7528FB2-87E2-1D21-8D90-2EFD9759E534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6:57:53.787" v="154" actId="1076"/>
          <ac:picMkLst>
            <pc:docMk/>
            <pc:sldMk cId="1674895679" sldId="457"/>
            <ac:picMk id="5" creationId="{636FA7FB-3AE2-6015-EDCA-D3841BBEA00C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5"/>
        <pc:sldMkLst>
          <pc:docMk/>
          <pc:sldMk cId="2921402285" sldId="45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1"/>
        <pc:sldMkLst>
          <pc:docMk/>
          <pc:sldMk cId="1912979039" sldId="458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1:24.191" v="192" actId="20577"/>
        <pc:sldMkLst>
          <pc:docMk/>
          <pc:sldMk cId="3292514151" sldId="458"/>
        </pc:sldMkLst>
        <pc:spChg chg="mod">
          <ac:chgData name="Mohammed Fasha" userId="S::mohammed.fasha@uop.edu.jo::cc64f42d-a1a6-4f08-b97b-0c37f877119f" providerId="AD" clId="Web-{66E75AB1-FCE8-0FCD-8995-E220AF9681CC}" dt="2025-03-15T07:01:24.191" v="192" actId="20577"/>
          <ac:spMkLst>
            <pc:docMk/>
            <pc:sldMk cId="3292514151" sldId="458"/>
            <ac:spMk id="2" creationId="{45EB7BEC-4D69-812E-F89E-4ADE17CABFD3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0:23.906" v="173" actId="14100"/>
          <ac:spMkLst>
            <pc:docMk/>
            <pc:sldMk cId="3292514151" sldId="458"/>
            <ac:spMk id="3" creationId="{CC874DA9-7000-FA16-2C22-09366EA22F8E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0:58.783" v="176" actId="1076"/>
          <ac:picMkLst>
            <pc:docMk/>
            <pc:sldMk cId="3292514151" sldId="458"/>
            <ac:picMk id="4" creationId="{04FEF93C-E659-4588-019E-11ECBC9C1E25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0"/>
        <pc:sldMkLst>
          <pc:docMk/>
          <pc:sldMk cId="484589733" sldId="459"/>
        </pc:sldMkLst>
      </pc:sldChg>
      <pc:sldChg chg="addSp modSp add replId addAnim">
        <pc:chgData name="Mohammed Fasha" userId="S::mohammed.fasha@uop.edu.jo::cc64f42d-a1a6-4f08-b97b-0c37f877119f" providerId="AD" clId="Web-{66E75AB1-FCE8-0FCD-8995-E220AF9681CC}" dt="2025-03-15T07:02:26.163" v="210" actId="1076"/>
        <pc:sldMkLst>
          <pc:docMk/>
          <pc:sldMk cId="3675936543" sldId="459"/>
        </pc:sldMkLst>
        <pc:spChg chg="mod">
          <ac:chgData name="Mohammed Fasha" userId="S::mohammed.fasha@uop.edu.jo::cc64f42d-a1a6-4f08-b97b-0c37f877119f" providerId="AD" clId="Web-{66E75AB1-FCE8-0FCD-8995-E220AF9681CC}" dt="2025-03-15T07:02:09.037" v="208" actId="20577"/>
          <ac:spMkLst>
            <pc:docMk/>
            <pc:sldMk cId="3675936543" sldId="459"/>
            <ac:spMk id="2" creationId="{0B3ACAF2-DAEF-7BBA-0F42-12648ABEC08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2:04.334" v="196" actId="20577"/>
          <ac:spMkLst>
            <pc:docMk/>
            <pc:sldMk cId="3675936543" sldId="459"/>
            <ac:spMk id="3" creationId="{6F97936B-8C4D-ED10-13ED-8EE0239951F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2:26.163" v="210" actId="1076"/>
          <ac:picMkLst>
            <pc:docMk/>
            <pc:sldMk cId="3675936543" sldId="459"/>
            <ac:picMk id="4" creationId="{AB9BA58E-1DF8-D2A6-CB44-1B983B8A677E}"/>
          </ac:picMkLst>
        </pc:picChg>
      </pc:sldChg>
      <pc:sldChg chg="addSp modSp new ord addAnim">
        <pc:chgData name="Mohammed Fasha" userId="S::mohammed.fasha@uop.edu.jo::cc64f42d-a1a6-4f08-b97b-0c37f877119f" providerId="AD" clId="Web-{66E75AB1-FCE8-0FCD-8995-E220AF9681CC}" dt="2025-03-15T07:04:19.795" v="257"/>
        <pc:sldMkLst>
          <pc:docMk/>
          <pc:sldMk cId="819366188" sldId="460"/>
        </pc:sldMkLst>
        <pc:spChg chg="mod">
          <ac:chgData name="Mohammed Fasha" userId="S::mohammed.fasha@uop.edu.jo::cc64f42d-a1a6-4f08-b97b-0c37f877119f" providerId="AD" clId="Web-{66E75AB1-FCE8-0FCD-8995-E220AF9681CC}" dt="2025-03-15T07:03:56.887" v="253" actId="14100"/>
          <ac:spMkLst>
            <pc:docMk/>
            <pc:sldMk cId="819366188" sldId="460"/>
            <ac:spMk id="3" creationId="{0F1F1C94-3747-2B3B-C88F-DC7404B91F95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4:09.544" v="255" actId="1076"/>
          <ac:picMkLst>
            <pc:docMk/>
            <pc:sldMk cId="819366188" sldId="460"/>
            <ac:picMk id="4" creationId="{14D54A45-6B20-6430-76F9-AD84FDC40094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99"/>
        <pc:sldMkLst>
          <pc:docMk/>
          <pc:sldMk cId="1770736122" sldId="460"/>
        </pc:sldMkLst>
      </pc:sldChg>
      <pc:sldChg chg="modSp new">
        <pc:chgData name="Mohammed Fasha" userId="S::mohammed.fasha@uop.edu.jo::cc64f42d-a1a6-4f08-b97b-0c37f877119f" providerId="AD" clId="Web-{66E75AB1-FCE8-0FCD-8995-E220AF9681CC}" dt="2025-03-15T07:04:38.046" v="266" actId="20577"/>
        <pc:sldMkLst>
          <pc:docMk/>
          <pc:sldMk cId="247418909" sldId="461"/>
        </pc:sldMkLst>
        <pc:spChg chg="mod">
          <ac:chgData name="Mohammed Fasha" userId="S::mohammed.fasha@uop.edu.jo::cc64f42d-a1a6-4f08-b97b-0c37f877119f" providerId="AD" clId="Web-{66E75AB1-FCE8-0FCD-8995-E220AF9681CC}" dt="2025-03-15T07:04:35.749" v="263" actId="20577"/>
          <ac:spMkLst>
            <pc:docMk/>
            <pc:sldMk cId="247418909" sldId="461"/>
            <ac:spMk id="2" creationId="{4D21DB0D-2E23-686F-FCBA-3B3B56206A91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4:38.046" v="266" actId="20577"/>
          <ac:spMkLst>
            <pc:docMk/>
            <pc:sldMk cId="247418909" sldId="461"/>
            <ac:spMk id="3" creationId="{7183F8A0-72C4-77C2-DF53-34D853F65091}"/>
          </ac:spMkLst>
        </pc:spChg>
      </pc:sldChg>
      <pc:sldChg chg="addSp delSp modSp new">
        <pc:chgData name="Mohammed Fasha" userId="S::mohammed.fasha@uop.edu.jo::cc64f42d-a1a6-4f08-b97b-0c37f877119f" providerId="AD" clId="Web-{66E75AB1-FCE8-0FCD-8995-E220AF9681CC}" dt="2025-03-15T07:09:35.299" v="331" actId="1076"/>
        <pc:sldMkLst>
          <pc:docMk/>
          <pc:sldMk cId="1157240725" sldId="462"/>
        </pc:sldMkLst>
        <pc:spChg chg="mod">
          <ac:chgData name="Mohammed Fasha" userId="S::mohammed.fasha@uop.edu.jo::cc64f42d-a1a6-4f08-b97b-0c37f877119f" providerId="AD" clId="Web-{66E75AB1-FCE8-0FCD-8995-E220AF9681CC}" dt="2025-03-15T07:07:27.072" v="311" actId="20577"/>
          <ac:spMkLst>
            <pc:docMk/>
            <pc:sldMk cId="1157240725" sldId="462"/>
            <ac:spMk id="2" creationId="{FD8ACEC8-0F55-9759-D03C-14EC0DAB9405}"/>
          </ac:spMkLst>
        </pc:spChg>
        <pc:spChg chg="mod">
          <ac:chgData name="Mohammed Fasha" userId="S::mohammed.fasha@uop.edu.jo::cc64f42d-a1a6-4f08-b97b-0c37f877119f" providerId="AD" clId="Web-{66E75AB1-FCE8-0FCD-8995-E220AF9681CC}" dt="2025-03-15T07:05:19.564" v="279" actId="14100"/>
          <ac:spMkLst>
            <pc:docMk/>
            <pc:sldMk cId="1157240725" sldId="462"/>
            <ac:spMk id="3" creationId="{2EC12319-03FE-522D-1B17-28A18671AD74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9.814" v="329" actId="1076"/>
          <ac:spMkLst>
            <pc:docMk/>
            <pc:sldMk cId="1157240725" sldId="462"/>
            <ac:spMk id="6" creationId="{419C88E5-311B-7C37-EF21-759240673147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09:27.157" v="328" actId="1076"/>
          <ac:spMkLst>
            <pc:docMk/>
            <pc:sldMk cId="1157240725" sldId="462"/>
            <ac:spMk id="7" creationId="{35A5277C-1397-7A8F-6AC4-A6499E15E61D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09:35.299" v="331" actId="1076"/>
          <ac:picMkLst>
            <pc:docMk/>
            <pc:sldMk cId="1157240725" sldId="462"/>
            <ac:picMk id="5" creationId="{B9235460-1193-17E8-C395-E3B702DEAFC0}"/>
          </ac:picMkLst>
        </pc:picChg>
      </pc:sldChg>
      <pc:sldChg chg="addSp modSp add replId">
        <pc:chgData name="Mohammed Fasha" userId="S::mohammed.fasha@uop.edu.jo::cc64f42d-a1a6-4f08-b97b-0c37f877119f" providerId="AD" clId="Web-{66E75AB1-FCE8-0FCD-8995-E220AF9681CC}" dt="2025-03-15T07:27:28.077" v="349" actId="1076"/>
        <pc:sldMkLst>
          <pc:docMk/>
          <pc:sldMk cId="2617340595" sldId="463"/>
        </pc:sldMkLst>
        <pc:spChg chg="mod">
          <ac:chgData name="Mohammed Fasha" userId="S::mohammed.fasha@uop.edu.jo::cc64f42d-a1a6-4f08-b97b-0c37f877119f" providerId="AD" clId="Web-{66E75AB1-FCE8-0FCD-8995-E220AF9681CC}" dt="2025-03-15T07:27:24.436" v="348" actId="20577"/>
          <ac:spMkLst>
            <pc:docMk/>
            <pc:sldMk cId="2617340595" sldId="463"/>
            <ac:spMk id="3" creationId="{891DCAA0-5A3F-EEBE-021E-8D9D6B92B64A}"/>
          </ac:spMkLst>
        </pc:spChg>
        <pc:spChg chg="add mod">
          <ac:chgData name="Mohammed Fasha" userId="S::mohammed.fasha@uop.edu.jo::cc64f42d-a1a6-4f08-b97b-0c37f877119f" providerId="AD" clId="Web-{66E75AB1-FCE8-0FCD-8995-E220AF9681CC}" dt="2025-03-15T07:27:10.514" v="346" actId="1076"/>
          <ac:spMkLst>
            <pc:docMk/>
            <pc:sldMk cId="2617340595" sldId="463"/>
            <ac:spMk id="5" creationId="{0EE62ADA-E312-FE03-63AA-32558CEA7F2B}"/>
          </ac:spMkLst>
        </pc:spChg>
        <pc:picChg chg="add mod">
          <ac:chgData name="Mohammed Fasha" userId="S::mohammed.fasha@uop.edu.jo::cc64f42d-a1a6-4f08-b97b-0c37f877119f" providerId="AD" clId="Web-{66E75AB1-FCE8-0FCD-8995-E220AF9681CC}" dt="2025-03-15T07:27:28.077" v="349" actId="1076"/>
          <ac:picMkLst>
            <pc:docMk/>
            <pc:sldMk cId="2617340595" sldId="463"/>
            <ac:picMk id="4" creationId="{76C95208-81C7-5CF3-E454-2C18A3F25FC0}"/>
          </ac:picMkLst>
        </pc:picChg>
      </pc:sldChg>
      <pc:sldChg chg="del">
        <pc:chgData name="Mohammed Fasha" userId="S::mohammed.fasha@uop.edu.jo::cc64f42d-a1a6-4f08-b97b-0c37f877119f" providerId="AD" clId="Web-{66E75AB1-FCE8-0FCD-8995-E220AF9681CC}" dt="2025-03-15T06:52:43.236" v="102"/>
        <pc:sldMkLst>
          <pc:docMk/>
          <pc:sldMk cId="2965647848" sldId="46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1"/>
        <pc:sldMkLst>
          <pc:docMk/>
          <pc:sldMk cId="109379533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015" v="269"/>
        <pc:sldMkLst>
          <pc:docMk/>
          <pc:sldMk cId="2675381745" sldId="464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140" v="270"/>
        <pc:sldMkLst>
          <pc:docMk/>
          <pc:sldMk cId="4195523681" sldId="465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484" v="271"/>
        <pc:sldMkLst>
          <pc:docMk/>
          <pc:sldMk cId="4047127300" sldId="46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2"/>
        <pc:sldMkLst>
          <pc:docMk/>
          <pc:sldMk cId="719424402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609" v="272"/>
        <pc:sldMkLst>
          <pc:docMk/>
          <pc:sldMk cId="3183967706" sldId="467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3.953" v="273"/>
        <pc:sldMkLst>
          <pc:docMk/>
          <pc:sldMk cId="3161654258" sldId="468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078" v="274"/>
        <pc:sldMkLst>
          <pc:docMk/>
          <pc:sldMk cId="2175348861" sldId="469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281" v="275"/>
        <pc:sldMkLst>
          <pc:docMk/>
          <pc:sldMk cId="2988183144" sldId="470"/>
        </pc:sldMkLst>
      </pc:sldChg>
      <pc:sldChg chg="add replId">
        <pc:chgData name="Mohammed Fasha" userId="S::mohammed.fasha@uop.edu.jo::cc64f42d-a1a6-4f08-b97b-0c37f877119f" providerId="AD" clId="Web-{66E75AB1-FCE8-0FCD-8995-E220AF9681CC}" dt="2025-03-15T07:04:44.421" v="276"/>
        <pc:sldMkLst>
          <pc:docMk/>
          <pc:sldMk cId="1572681964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4"/>
        <pc:sldMkLst>
          <pc:docMk/>
          <pc:sldMk cId="3168600941" sldId="47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0"/>
        <pc:sldMkLst>
          <pc:docMk/>
          <pc:sldMk cId="2302099845" sldId="47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8"/>
        <pc:sldMkLst>
          <pc:docMk/>
          <pc:sldMk cId="118211851" sldId="47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7"/>
        <pc:sldMkLst>
          <pc:docMk/>
          <pc:sldMk cId="1150689950" sldId="47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3"/>
        <pc:sldMkLst>
          <pc:docMk/>
          <pc:sldMk cId="942593251" sldId="47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106"/>
        <pc:sldMkLst>
          <pc:docMk/>
          <pc:sldMk cId="94366255" sldId="47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88"/>
        <pc:sldMkLst>
          <pc:docMk/>
          <pc:sldMk cId="3109107256" sldId="477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21" v="78"/>
        <pc:sldMkLst>
          <pc:docMk/>
          <pc:sldMk cId="408884363" sldId="48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8"/>
        <pc:sldMkLst>
          <pc:docMk/>
          <pc:sldMk cId="994101439" sldId="48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05" v="67"/>
        <pc:sldMkLst>
          <pc:docMk/>
          <pc:sldMk cId="1440183149" sldId="48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8"/>
        <pc:sldMkLst>
          <pc:docMk/>
          <pc:sldMk cId="3841714060" sldId="48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4"/>
        <pc:sldMkLst>
          <pc:docMk/>
          <pc:sldMk cId="833725597" sldId="488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3"/>
        <pc:sldMkLst>
          <pc:docMk/>
          <pc:sldMk cId="4123470834" sldId="489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7"/>
        <pc:sldMkLst>
          <pc:docMk/>
          <pc:sldMk cId="4022017735" sldId="490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111" v="51"/>
        <pc:sldMkLst>
          <pc:docMk/>
          <pc:sldMk cId="2225061527" sldId="491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6"/>
        <pc:sldMkLst>
          <pc:docMk/>
          <pc:sldMk cId="673932695" sldId="492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5"/>
        <pc:sldMkLst>
          <pc:docMk/>
          <pc:sldMk cId="2512069021" sldId="493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1"/>
        <pc:sldMkLst>
          <pc:docMk/>
          <pc:sldMk cId="3290660304" sldId="494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096" v="43"/>
        <pc:sldMkLst>
          <pc:docMk/>
          <pc:sldMk cId="4079654275" sldId="495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36" v="96"/>
        <pc:sldMkLst>
          <pc:docMk/>
          <pc:sldMk cId="1501311303" sldId="496"/>
        </pc:sldMkLst>
      </pc:sldChg>
      <pc:sldChg chg="del">
        <pc:chgData name="Mohammed Fasha" userId="S::mohammed.fasha@uop.edu.jo::cc64f42d-a1a6-4f08-b97b-0c37f877119f" providerId="AD" clId="Web-{66E75AB1-FCE8-0FCD-8995-E220AF9681CC}" dt="2025-03-15T06:52:43.252" v="115"/>
        <pc:sldMkLst>
          <pc:docMk/>
          <pc:sldMk cId="2557217836" sldId="4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UNmqTiOnRf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p.migdal.pl/2017/01/06/king-man-woman-queen-why.html" TargetMode="External"/><Relationship Id="rId2" Type="http://schemas.openxmlformats.org/officeDocument/2006/relationships/hyperlink" Target="https://machinelearningmastery.com/what-are-word-embedding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hogrammer.com/2017/01/20/the-list-of-pretrained-word-embeddings/" TargetMode="External"/><Relationship Id="rId5" Type="http://schemas.openxmlformats.org/officeDocument/2006/relationships/hyperlink" Target="https://en.wikipedia.org/wiki/Word_embedding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jalammar.github.io/visualizing-neural-machine-translation-mechanics-of-seq2seq-models-with-atten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307307</a:t>
            </a:r>
            <a:br>
              <a:rPr lang="en-US" sz="3600" dirty="0">
                <a:ea typeface="Calibri Light"/>
                <a:cs typeface="Calibri Light"/>
              </a:rPr>
            </a:br>
            <a:r>
              <a:rPr lang="en-US" sz="3600" dirty="0">
                <a:ea typeface="Calibri Light"/>
                <a:cs typeface="Calibri Light"/>
              </a:rPr>
              <a:t>Part 3 – Introduction to Large </a:t>
            </a:r>
            <a:r>
              <a:rPr lang="en-US" sz="3600" dirty="0" err="1">
                <a:ea typeface="Calibri Light"/>
                <a:cs typeface="Calibri Light"/>
              </a:rPr>
              <a:t>Langauge</a:t>
            </a:r>
            <a:r>
              <a:rPr lang="en-US" sz="3600" dirty="0">
                <a:ea typeface="Calibri Light"/>
                <a:cs typeface="Calibri Light"/>
              </a:rPr>
              <a:t> Models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493-75ED-FFA9-A1BD-A09AEC62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02F1-33CC-09ED-19D1-63AD5315F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Large Language Model (LLM)</a:t>
            </a:r>
            <a:r>
              <a:rPr lang="en-US" dirty="0"/>
              <a:t> is an advanced artificial intelligence system trained on vast amounts of text data to understand, generate, and manipulate human language. These models use </a:t>
            </a:r>
            <a:r>
              <a:rPr lang="en-US" b="1" dirty="0"/>
              <a:t>deep learning</a:t>
            </a:r>
            <a:r>
              <a:rPr lang="en-US" dirty="0"/>
              <a:t>, particularly </a:t>
            </a:r>
            <a:r>
              <a:rPr lang="en-US" b="1" dirty="0"/>
              <a:t>transformers</a:t>
            </a:r>
            <a:r>
              <a:rPr lang="en-US" dirty="0"/>
              <a:t>, to predict and generate text in a coherent and context-aware manner.</a:t>
            </a:r>
          </a:p>
          <a:p>
            <a:pPr>
              <a:buNone/>
            </a:pPr>
            <a:r>
              <a:rPr lang="en-US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on billions of words from books, articles, and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perform tasks like translation, summarization, code generation, and answering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 include </a:t>
            </a:r>
            <a:r>
              <a:rPr lang="en-US" b="1" dirty="0"/>
              <a:t>GPT-4, ChatGPT, BERT, </a:t>
            </a:r>
            <a:r>
              <a:rPr lang="en-US" b="1" dirty="0" err="1"/>
              <a:t>PaLM</a:t>
            </a:r>
            <a:r>
              <a:rPr lang="en-US" b="1" dirty="0"/>
              <a:t>, </a:t>
            </a:r>
            <a:r>
              <a:rPr lang="en-US" b="1" dirty="0" err="1"/>
              <a:t>LLaMA</a:t>
            </a:r>
            <a:r>
              <a:rPr lang="en-US" b="1" dirty="0"/>
              <a:t>, and Claude</a:t>
            </a:r>
            <a:r>
              <a:rPr lang="en-US" dirty="0"/>
              <a:t>.</a:t>
            </a:r>
          </a:p>
          <a:p>
            <a:r>
              <a:rPr lang="en-US" dirty="0"/>
              <a:t>LLMs power modern AI applications, including chatbots, virtual assistants, and content creation tools.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0DDC81-A74C-861A-3FF8-DEFF3BE2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</a:t>
            </a:r>
            <a:r>
              <a:rPr lang="en-US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D86F4-2CDE-CB20-3664-2556C0F84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4919133" cy="4991039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image is an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evolutionary tree of natural language processing (NLP) models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showing their development from 2018 to 2023. It categorizes models into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open-source (light color) and closed-source (darker color)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tracking major advancements in transformer-based architectures.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highlights: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Early models (2018-2019):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Word embeddings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Word2Vec,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FastText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GloVe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evolving into transformer-based models like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BERT,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RoBERTa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XLNet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Growth in 2020-2021: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Expansion into encoder-only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ELECTRA, ALBERT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encoder-decoder (e.g.,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T5, BART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and decoder-only models (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GPT-2, GPT-3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73038" algn="l"/>
              </a:tabLs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2022-2023 advancements: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Introduction of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ChatGPT, GPT-4, Claude,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PaLM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LLaMA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Bard, BLOOM, and more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reflecting both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research-driven (open-source) and commercial (closed-source) efforts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diagram illustrates the competition and innovation between 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Google, OpenAI, Meta, AI21 Labs, and Anthropic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among others.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4C5AFC-2370-82B7-38A0-7C05C6C37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06007"/>
            <a:ext cx="5987627" cy="471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74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E847-78EB-D12D-1289-076C0304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The Basics of 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EA9E-7399-77E7-47C4-29CCAD688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At its simplest, attention is a way for a model to focus on relevant parts of input when producing output. </a:t>
            </a:r>
          </a:p>
          <a:p>
            <a:r>
              <a:rPr lang="en-US" dirty="0">
                <a:ea typeface="+mn-lt"/>
                <a:cs typeface="+mn-lt"/>
              </a:rPr>
              <a:t>Think of it as how humans pay attention to specific words or ideas in a conversation while ignoring irrelevant details.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94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ED72-FB9A-608C-9361-5D08DC09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FB57-5DED-E50C-1567-36D9B32E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Sequence to Sequence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28FB2-87E2-1D21-8D90-2EFD9759E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1450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 sequence-to-sequence model is a model that takes a sequence of items (words, letters, features of an images…</a:t>
            </a:r>
            <a:r>
              <a:rPr lang="en-US" dirty="0" err="1">
                <a:ea typeface="Calibri"/>
                <a:cs typeface="Calibri"/>
              </a:rPr>
              <a:t>etc</a:t>
            </a:r>
            <a:r>
              <a:rPr lang="en-US" dirty="0">
                <a:ea typeface="Calibri"/>
                <a:cs typeface="Calibri"/>
              </a:rPr>
              <a:t>) and outputs another sequence of items. A trained model would work like this:</a:t>
            </a:r>
            <a:endParaRPr lang="en-US" dirty="0"/>
          </a:p>
        </p:txBody>
      </p:sp>
      <p:pic>
        <p:nvPicPr>
          <p:cNvPr id="5" name="seq2seq_1">
            <a:hlinkClick r:id="" action="ppaction://media"/>
            <a:extLst>
              <a:ext uri="{FF2B5EF4-FFF2-40B4-BE49-F238E27FC236}">
                <a16:creationId xmlns:a16="http://schemas.microsoft.com/office/drawing/2014/main" id="{636FA7FB-3AE2-6015-EDCA-D3841BBEA0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376" y="3059206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9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22C7-B2B8-77EF-6C75-4480304F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7BEC-4D69-812E-F89E-4ADE17CA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Neural Machine 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4DA9-7000-FA16-2C22-09366EA22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477"/>
            <a:ext cx="10515600" cy="11511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 neural machine translation, a sequence is a series of words, processed one after another. The output is, likewise, a series of words:</a:t>
            </a:r>
            <a:endParaRPr lang="en-US" dirty="0"/>
          </a:p>
        </p:txBody>
      </p:sp>
      <p:pic>
        <p:nvPicPr>
          <p:cNvPr id="4" name="seq2seq_2">
            <a:hlinkClick r:id="" action="ppaction://media"/>
            <a:extLst>
              <a:ext uri="{FF2B5EF4-FFF2-40B4-BE49-F238E27FC236}">
                <a16:creationId xmlns:a16="http://schemas.microsoft.com/office/drawing/2014/main" id="{04FEF93C-E659-4588-019E-11ECBC9C1E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044264"/>
            <a:ext cx="9753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1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8BB5-F980-49ED-DFAE-DF17EDD9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CAF2-DAEF-7BBA-0F42-12648ABE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Looking Under the Hood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936B-8C4D-ED10-13ED-8EE023995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Under the hood, the model is composed of an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 a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.</a:t>
            </a:r>
            <a:endParaRPr lang="en-US" dirty="0"/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processes each item in the input sequence, it compiles the information it captures into a vector (called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 After processing the entire input sequence,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sends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over to the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, which begins producing the output sequence item by item.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seq2seq_3">
            <a:hlinkClick r:id="" action="ppaction://media"/>
            <a:extLst>
              <a:ext uri="{FF2B5EF4-FFF2-40B4-BE49-F238E27FC236}">
                <a16:creationId xmlns:a16="http://schemas.microsoft.com/office/drawing/2014/main" id="{AB9BA58E-1DF8-D2A6-CB44-1B983B8A67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3306482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3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231D-5644-569B-60F1-118FB6FD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1C94-3747-2B3B-C88F-DC7404B91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837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The same applies in the case of machine translation.</a:t>
            </a:r>
          </a:p>
        </p:txBody>
      </p:sp>
      <p:pic>
        <p:nvPicPr>
          <p:cNvPr id="4" name="seq2seq_4">
            <a:hlinkClick r:id="" action="ppaction://media"/>
            <a:extLst>
              <a:ext uri="{FF2B5EF4-FFF2-40B4-BE49-F238E27FC236}">
                <a16:creationId xmlns:a16="http://schemas.microsoft.com/office/drawing/2014/main" id="{14D54A45-6B20-6430-76F9-AD84FDC400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2969777"/>
            <a:ext cx="9753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6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CEC8-0F55-9759-D03C-14EC0DAB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Text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2319-03FE-522D-1B17-28A18671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50"/>
            <a:ext cx="10515600" cy="749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is a vector (an array of numbers, basically) in the case of machine translation.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and </a:t>
            </a:r>
            <a:r>
              <a:rPr lang="en-US" sz="1400" dirty="0">
                <a:solidFill>
                  <a:srgbClr val="B36AE2"/>
                </a:solidFill>
                <a:latin typeface="Helvetica"/>
                <a:cs typeface="Helvetica"/>
              </a:rPr>
              <a:t>decoder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tend to both be recurrent neural networks (Be sure to check out Luis Serrano’s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A friendly introduction to Recurrent Neural Networks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 for an intro to RNNs).</a:t>
            </a:r>
            <a:endParaRPr lang="en-US" dirty="0"/>
          </a:p>
        </p:txBody>
      </p:sp>
      <p:pic>
        <p:nvPicPr>
          <p:cNvPr id="5" name="Picture 4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B9235460-1193-17E8-C395-E3B702DE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245" y="2653682"/>
            <a:ext cx="6199511" cy="2177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9C88E5-311B-7C37-EF21-759240673147}"/>
              </a:ext>
            </a:extLst>
          </p:cNvPr>
          <p:cNvSpPr txBox="1"/>
          <p:nvPr/>
        </p:nvSpPr>
        <p:spPr>
          <a:xfrm>
            <a:off x="2580011" y="5048081"/>
            <a:ext cx="73961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The </a:t>
            </a:r>
            <a:r>
              <a:rPr lang="en-US" sz="120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20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is a vector of floats. Later in this post we will visualize vectors in color by assigning brighter colors to the cells with higher values.</a:t>
            </a:r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5277C-1397-7A8F-6AC4-A6499E15E61D}"/>
              </a:ext>
            </a:extLst>
          </p:cNvPr>
          <p:cNvSpPr txBox="1"/>
          <p:nvPr/>
        </p:nvSpPr>
        <p:spPr>
          <a:xfrm>
            <a:off x="806508" y="5843798"/>
            <a:ext cx="1094312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You can set the size of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when you set up your model. It is basically the number of hidden units in the </a:t>
            </a:r>
            <a:r>
              <a:rPr lang="en-US" sz="1400" dirty="0">
                <a:solidFill>
                  <a:srgbClr val="70BF41"/>
                </a:solidFill>
                <a:latin typeface="Helvetica"/>
                <a:cs typeface="Helvetica"/>
              </a:rPr>
              <a:t>encoder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RNN. These visualizations show a vector of size 4, but in real world applications the </a:t>
            </a:r>
            <a:r>
              <a:rPr lang="en-US" sz="1400" dirty="0">
                <a:solidFill>
                  <a:srgbClr val="F39019"/>
                </a:solidFill>
                <a:latin typeface="Helvetica"/>
                <a:cs typeface="Helvetica"/>
              </a:rPr>
              <a:t>context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elvetica"/>
                <a:cs typeface="Helvetica"/>
              </a:rPr>
              <a:t> vector would be of a size like 256, 512, or 1024.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24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DD7F-7DC3-8CC9-C0F0-1647D96B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4489-C96E-64DA-01C7-8148E0CF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CAA0-5A3F-EEBE-021E-8D9D6B92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By design, a RNN takes two inputs at each time step: an input (in the case of the encoder, one word from the input sentence), and a hidden state.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 word, however, needs to be represented by a vector. 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To transform a word into a vector, we turn to the class of methods called “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2"/>
              </a:rPr>
              <a:t>word embedding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” algorithms.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These turn words into vector spaces that capture a lot of the meaning/semantic information of the words (e.g. </a:t>
            </a:r>
            <a:r>
              <a:rPr lang="en-US" sz="1400" dirty="0">
                <a:solidFill>
                  <a:srgbClr val="4183C4"/>
                </a:solidFill>
                <a:latin typeface="Helvetica"/>
                <a:cs typeface="Helvetica"/>
                <a:hlinkClick r:id="rId3"/>
              </a:rPr>
              <a:t>king - man + woman = queen</a:t>
            </a:r>
            <a:r>
              <a:rPr lang="en-US" sz="1400" dirty="0">
                <a:solidFill>
                  <a:srgbClr val="222222"/>
                </a:solidFill>
                <a:latin typeface="Helvetica"/>
                <a:cs typeface="Helvetica"/>
              </a:rPr>
              <a:t>).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group of numbers in green squares&#10;&#10;AI-generated content may be incorrect.">
            <a:extLst>
              <a:ext uri="{FF2B5EF4-FFF2-40B4-BE49-F238E27FC236}">
                <a16:creationId xmlns:a16="http://schemas.microsoft.com/office/drawing/2014/main" id="{76C95208-81C7-5CF3-E454-2C18A3F2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374" y="3332201"/>
            <a:ext cx="5750737" cy="1879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E62ADA-E312-FE03-63AA-32558CEA7F2B}"/>
              </a:ext>
            </a:extLst>
          </p:cNvPr>
          <p:cNvSpPr txBox="1"/>
          <p:nvPr/>
        </p:nvSpPr>
        <p:spPr>
          <a:xfrm>
            <a:off x="2687904" y="5837055"/>
            <a:ext cx="76793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We need to turn the input words into vectors before processing them. That transformation is done using a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5"/>
              </a:rPr>
              <a:t>word embedding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algorithm. We can use </a:t>
            </a:r>
            <a:r>
              <a:rPr lang="en-US" sz="1200" dirty="0">
                <a:solidFill>
                  <a:srgbClr val="4183C4"/>
                </a:solidFill>
                <a:highlight>
                  <a:srgbClr val="FFFFFF"/>
                </a:highlight>
                <a:latin typeface="Helvetica"/>
                <a:cs typeface="Helvetica"/>
                <a:hlinkClick r:id="rId6"/>
              </a:rPr>
              <a:t>pre-trained embeddings</a:t>
            </a:r>
            <a:r>
              <a:rPr lang="en-US" sz="1200" dirty="0">
                <a:solidFill>
                  <a:srgbClr val="999999"/>
                </a:solidFill>
                <a:highlight>
                  <a:srgbClr val="FFFFFF"/>
                </a:highlight>
                <a:latin typeface="Helvetica"/>
                <a:cs typeface="Helvetica"/>
              </a:rPr>
              <a:t> or train our own embedding on our dataset. Embedding vectors of size 200 or 300 are typical, we're showing a vector of size four for simplicity.</a:t>
            </a: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34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6451-7A3A-9597-7660-A77AE45B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3FBD-A8EC-A535-0F43-B16F175A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9EE4F-F63A-9666-F6DF-B1E9BFF4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1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C29F-8B32-2D99-5511-B01BC15C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1BC3-1372-0276-CAB5-BE531AB1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9EB8C-F685-F451-C494-75550D72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207E-053F-772D-966D-0C59BC2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E086-0DB2-36CE-DEBD-6E726BBD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E48D-2072-0C02-61D1-4BB2B435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27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C64F-DE9C-1A7A-24ED-EC9E02BD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964-3943-DF47-7B77-64435A4C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7EA0-79CA-4B28-8932-4D05077F8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6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66C1-C63C-B912-789A-1A4891FB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44BD-FE0A-EE81-6FA5-4B18B06E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1225-22CB-E149-3C27-D3E57F47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54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FC91-A9FF-1601-9B02-D9EC8B93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F54E-BACB-58CD-BC7C-81F34103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5321-6249-B890-447D-B220E0631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48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DCA-FE82-C165-0EA8-C9C21640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964B-9B6A-91D3-3780-BFA5E7A2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F00E-D8A7-F5ED-39F3-0A87CDA6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83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AE81-6DE8-62D4-C688-87F58C9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CEBE-D203-F806-65E5-F9A73B33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B528-AECA-38EB-102E-6E15BF5B7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1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DB0D-2E23-686F-FCBA-3B3B5620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F8A0-72C4-77C2-DF53-34D853F6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https://jalammar.github.io/visualizing-neural-machine-translation-mechanics-of-seq2seq-models-with-attention/</a:t>
            </a:r>
            <a:endParaRPr lang="en-US">
              <a:ea typeface="+mn-lt"/>
              <a:cs typeface="+mn-lt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1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7349</TotalTime>
  <Words>817</Words>
  <Application>Microsoft Office PowerPoint</Application>
  <PresentationFormat>Widescreen</PresentationFormat>
  <Paragraphs>37</Paragraphs>
  <Slides>19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Helvetica</vt:lpstr>
      <vt:lpstr>Office Theme</vt:lpstr>
      <vt:lpstr>307307 Part 3 – Introduction to Large Langauge Models</vt:lpstr>
      <vt:lpstr>What is a Large Language Model?</vt:lpstr>
      <vt:lpstr>Evolution of Large Language Models</vt:lpstr>
      <vt:lpstr>The Basics of Attention</vt:lpstr>
      <vt:lpstr>Sequence to Sequence Models</vt:lpstr>
      <vt:lpstr>Neural Machine Translation</vt:lpstr>
      <vt:lpstr>Looking Under the Hood</vt:lpstr>
      <vt:lpstr>PowerPoint Presentation</vt:lpstr>
      <vt:lpstr>Text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1189</cp:revision>
  <dcterms:created xsi:type="dcterms:W3CDTF">2023-03-26T11:17:23Z</dcterms:created>
  <dcterms:modified xsi:type="dcterms:W3CDTF">2025-03-18T02:16:41Z</dcterms:modified>
</cp:coreProperties>
</file>