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455" r:id="rId2"/>
    <p:sldId id="456" r:id="rId3"/>
    <p:sldId id="457" r:id="rId4"/>
    <p:sldId id="458" r:id="rId5"/>
    <p:sldId id="459" r:id="rId6"/>
    <p:sldId id="460" r:id="rId7"/>
    <p:sldId id="462" r:id="rId8"/>
    <p:sldId id="463" r:id="rId9"/>
    <p:sldId id="464" r:id="rId10"/>
    <p:sldId id="465" r:id="rId11"/>
    <p:sldId id="466" r:id="rId12"/>
    <p:sldId id="467" r:id="rId13"/>
    <p:sldId id="468" r:id="rId14"/>
    <p:sldId id="469" r:id="rId15"/>
    <p:sldId id="470" r:id="rId16"/>
    <p:sldId id="471" r:id="rId17"/>
    <p:sldId id="4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75AB1-FCE8-0FCD-8995-E220AF9681CC}" v="351" dt="2025-03-15T07:27:28.2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  <pc:spChg chg="mod">
          <ac:chgData name="Mohammed Fasha" userId="cc64f42d-a1a6-4f08-b97b-0c37f877119f" providerId="ADAL" clId="{BECD4A7F-C1AF-4585-8C31-FE7D4FE3ED16}" dt="2024-12-30T18:47:27.683" v="988" actId="20577"/>
          <ac:spMkLst>
            <pc:docMk/>
            <pc:sldMk cId="2281221656" sldId="527"/>
            <ac:spMk id="3" creationId="{36C8F9DB-7550-D96E-B8E4-26F0B46EDE0D}"/>
          </ac:spMkLst>
        </pc:spChg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  <pc:spChg chg="mod">
          <ac:chgData name="Mohammed Fasha" userId="cc64f42d-a1a6-4f08-b97b-0c37f877119f" providerId="ADAL" clId="{BECD4A7F-C1AF-4585-8C31-FE7D4FE3ED16}" dt="2024-12-27T13:59:26.893" v="366" actId="20577"/>
          <ac:spMkLst>
            <pc:docMk/>
            <pc:sldMk cId="3474268344" sldId="596"/>
            <ac:spMk id="3" creationId="{835E72A7-391A-F018-EF29-2D19FF7F7EA9}"/>
          </ac:spMkLst>
        </pc:spChg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  <pc:spChg chg="mod">
          <ac:chgData name="Mohammed Fasha" userId="cc64f42d-a1a6-4f08-b97b-0c37f877119f" providerId="ADAL" clId="{BECD4A7F-C1AF-4585-8C31-FE7D4FE3ED16}" dt="2024-12-30T18:44:10.836" v="878" actId="14100"/>
          <ac:spMkLst>
            <pc:docMk/>
            <pc:sldMk cId="916802035" sldId="651"/>
            <ac:spMk id="2" creationId="{20E23A9E-CFA6-8DB8-8A86-326FDC984276}"/>
          </ac:spMkLst>
        </pc:spChg>
        <pc:spChg chg="mod">
          <ac:chgData name="Mohammed Fasha" userId="cc64f42d-a1a6-4f08-b97b-0c37f877119f" providerId="ADAL" clId="{BECD4A7F-C1AF-4585-8C31-FE7D4FE3ED16}" dt="2024-12-30T18:44:34.649" v="884" actId="20577"/>
          <ac:spMkLst>
            <pc:docMk/>
            <pc:sldMk cId="916802035" sldId="651"/>
            <ac:spMk id="3" creationId="{4A45A649-6990-06EF-697E-90241C4765BF}"/>
          </ac:spMkLst>
        </pc:spChg>
        <pc:picChg chg="mod">
          <ac:chgData name="Mohammed Fasha" userId="cc64f42d-a1a6-4f08-b97b-0c37f877119f" providerId="ADAL" clId="{BECD4A7F-C1AF-4585-8C31-FE7D4FE3ED16}" dt="2024-12-30T18:43:43.192" v="874" actId="1076"/>
          <ac:picMkLst>
            <pc:docMk/>
            <pc:sldMk cId="916802035" sldId="651"/>
            <ac:picMk id="5" creationId="{067BF3A6-7F1B-A426-CBBE-B3026AD3604D}"/>
          </ac:picMkLst>
        </pc:picChg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  <pc:spChg chg="mod">
          <ac:chgData name="Mohammed Fasha" userId="cc64f42d-a1a6-4f08-b97b-0c37f877119f" providerId="ADAL" clId="{BECD4A7F-C1AF-4585-8C31-FE7D4FE3ED16}" dt="2025-01-05T16:34:51.876" v="1919" actId="20577"/>
          <ac:spMkLst>
            <pc:docMk/>
            <pc:sldMk cId="691538069" sldId="662"/>
            <ac:spMk id="4" creationId="{614D3388-9637-C201-21C4-6668D7194B7A}"/>
          </ac:spMkLst>
        </pc:spChg>
        <pc:spChg chg="mod">
          <ac:chgData name="Mohammed Fasha" userId="cc64f42d-a1a6-4f08-b97b-0c37f877119f" providerId="ADAL" clId="{BECD4A7F-C1AF-4585-8C31-FE7D4FE3ED16}" dt="2025-01-05T16:34:59.233" v="1926" actId="20577"/>
          <ac:spMkLst>
            <pc:docMk/>
            <pc:sldMk cId="691538069" sldId="662"/>
            <ac:spMk id="5" creationId="{9B787316-1F56-3550-8870-1878E64917AD}"/>
          </ac:spMkLst>
        </pc:spChg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  <pc:spChg chg="mod">
          <ac:chgData name="Mohammed Fasha" userId="cc64f42d-a1a6-4f08-b97b-0c37f877119f" providerId="ADAL" clId="{BECD4A7F-C1AF-4585-8C31-FE7D4FE3ED16}" dt="2025-01-05T15:05:12.729" v="1226" actId="21"/>
          <ac:spMkLst>
            <pc:docMk/>
            <pc:sldMk cId="148099094" sldId="665"/>
            <ac:spMk id="3" creationId="{DDB8F6FE-FF12-0BA5-D224-71F068E4DF88}"/>
          </ac:spMkLst>
        </pc:spChg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  <pc:spChg chg="mod">
          <ac:chgData name="Mohammed Fasha" userId="cc64f42d-a1a6-4f08-b97b-0c37f877119f" providerId="ADAL" clId="{BECD4A7F-C1AF-4585-8C31-FE7D4FE3ED16}" dt="2025-01-05T14:55:27.595" v="1130" actId="255"/>
          <ac:spMkLst>
            <pc:docMk/>
            <pc:sldMk cId="1577854815" sldId="676"/>
            <ac:spMk id="3" creationId="{E88ABCC0-74F9-FC39-07D3-08B330832EDD}"/>
          </ac:spMkLst>
        </pc:spChg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  <pc:picChg chg="mod">
          <ac:chgData name="Mohammed Fasha" userId="cc64f42d-a1a6-4f08-b97b-0c37f877119f" providerId="ADAL" clId="{BECD4A7F-C1AF-4585-8C31-FE7D4FE3ED16}" dt="2025-01-05T14:55:43.754" v="1132" actId="1076"/>
          <ac:picMkLst>
            <pc:docMk/>
            <pc:sldMk cId="139882925" sldId="677"/>
            <ac:picMk id="7" creationId="{98586F92-0EDA-112D-2826-05772E5428E5}"/>
          </ac:picMkLst>
        </pc:picChg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  <pc:spChg chg="add del mod ord">
          <ac:chgData name="Mohammed Fasha" userId="cc64f42d-a1a6-4f08-b97b-0c37f877119f" providerId="ADAL" clId="{BECD4A7F-C1AF-4585-8C31-FE7D4FE3ED16}" dt="2025-01-05T16:36:10.278" v="1943" actId="313"/>
          <ac:spMkLst>
            <pc:docMk/>
            <pc:sldMk cId="3454522070" sldId="679"/>
            <ac:spMk id="2" creationId="{DC1FA89A-FF01-0D0D-2715-B8513C3632F7}"/>
          </ac:spMkLst>
        </pc:spChg>
        <pc:spChg chg="add del mod">
          <ac:chgData name="Mohammed Fasha" userId="cc64f42d-a1a6-4f08-b97b-0c37f877119f" providerId="ADAL" clId="{BECD4A7F-C1AF-4585-8C31-FE7D4FE3ED16}" dt="2025-01-05T14:45:37.640" v="999"/>
          <ac:spMkLst>
            <pc:docMk/>
            <pc:sldMk cId="3454522070" sldId="679"/>
            <ac:spMk id="6" creationId="{6C11E174-5A48-F505-7932-CB179EEF47E7}"/>
          </ac:spMkLst>
        </pc:spChg>
        <pc:spChg chg="add del mod">
          <ac:chgData name="Mohammed Fasha" userId="cc64f42d-a1a6-4f08-b97b-0c37f877119f" providerId="ADAL" clId="{BECD4A7F-C1AF-4585-8C31-FE7D4FE3ED16}" dt="2025-01-05T16:36:07.200" v="1942" actId="478"/>
          <ac:spMkLst>
            <pc:docMk/>
            <pc:sldMk cId="3454522070" sldId="679"/>
            <ac:spMk id="13" creationId="{2F90C3D9-EAFA-9309-673F-F9FCF86FAD56}"/>
          </ac:spMkLst>
        </pc:spChg>
        <pc:spChg chg="add mod">
          <ac:chgData name="Mohammed Fasha" userId="cc64f42d-a1a6-4f08-b97b-0c37f877119f" providerId="ADAL" clId="{BECD4A7F-C1AF-4585-8C31-FE7D4FE3ED16}" dt="2025-01-05T16:36:06.153" v="1940" actId="1076"/>
          <ac:spMkLst>
            <pc:docMk/>
            <pc:sldMk cId="3454522070" sldId="679"/>
            <ac:spMk id="14" creationId="{67F0B3DB-A8D4-D592-3C0B-129549E92C71}"/>
          </ac:spMkLst>
        </pc:spChg>
        <pc:picChg chg="add del mod">
          <ac:chgData name="Mohammed Fasha" userId="cc64f42d-a1a6-4f08-b97b-0c37f877119f" providerId="ADAL" clId="{BECD4A7F-C1AF-4585-8C31-FE7D4FE3ED16}" dt="2025-01-05T14:47:38.324" v="1021" actId="21"/>
          <ac:picMkLst>
            <pc:docMk/>
            <pc:sldMk cId="3454522070" sldId="679"/>
            <ac:picMk id="3" creationId="{73F62A98-46BE-B548-A7C6-11FC6C2FEEDD}"/>
          </ac:picMkLst>
        </pc:picChg>
        <pc:picChg chg="del mod">
          <ac:chgData name="Mohammed Fasha" userId="cc64f42d-a1a6-4f08-b97b-0c37f877119f" providerId="ADAL" clId="{BECD4A7F-C1AF-4585-8C31-FE7D4FE3ED16}" dt="2025-01-05T14:45:34.723" v="998" actId="478"/>
          <ac:picMkLst>
            <pc:docMk/>
            <pc:sldMk cId="3454522070" sldId="679"/>
            <ac:picMk id="5" creationId="{9053084C-4E1D-96B1-C446-5149D46AE2C8}"/>
          </ac:picMkLst>
        </pc:picChg>
        <pc:picChg chg="add del mod">
          <ac:chgData name="Mohammed Fasha" userId="cc64f42d-a1a6-4f08-b97b-0c37f877119f" providerId="ADAL" clId="{BECD4A7F-C1AF-4585-8C31-FE7D4FE3ED16}" dt="2025-01-05T14:46:33.011" v="1012" actId="22"/>
          <ac:picMkLst>
            <pc:docMk/>
            <pc:sldMk cId="3454522070" sldId="679"/>
            <ac:picMk id="8" creationId="{863B68B7-310F-AA51-0405-5B687241430B}"/>
          </ac:picMkLst>
        </pc:picChg>
        <pc:picChg chg="add del mod ord">
          <ac:chgData name="Mohammed Fasha" userId="cc64f42d-a1a6-4f08-b97b-0c37f877119f" providerId="ADAL" clId="{BECD4A7F-C1AF-4585-8C31-FE7D4FE3ED16}" dt="2025-01-05T14:48:34.871" v="1032" actId="478"/>
          <ac:picMkLst>
            <pc:docMk/>
            <pc:sldMk cId="3454522070" sldId="679"/>
            <ac:picMk id="9" creationId="{73F62A98-46BE-B548-A7C6-11FC6C2FEEDD}"/>
          </ac:picMkLst>
        </pc:picChg>
        <pc:picChg chg="add mod ord">
          <ac:chgData name="Mohammed Fasha" userId="cc64f42d-a1a6-4f08-b97b-0c37f877119f" providerId="ADAL" clId="{BECD4A7F-C1AF-4585-8C31-FE7D4FE3ED16}" dt="2025-01-05T16:36:14.089" v="1944" actId="1076"/>
          <ac:picMkLst>
            <pc:docMk/>
            <pc:sldMk cId="3454522070" sldId="679"/>
            <ac:picMk id="11" creationId="{62538CCE-0EC2-E549-8085-A8A2AD747E71}"/>
          </ac:picMkLst>
        </pc:picChg>
        <pc:picChg chg="add mod ord">
          <ac:chgData name="Mohammed Fasha" userId="cc64f42d-a1a6-4f08-b97b-0c37f877119f" providerId="ADAL" clId="{BECD4A7F-C1AF-4585-8C31-FE7D4FE3ED16}" dt="2025-01-05T16:36:16.605" v="1945" actId="1076"/>
          <ac:picMkLst>
            <pc:docMk/>
            <pc:sldMk cId="3454522070" sldId="679"/>
            <ac:picMk id="1026" creationId="{E5FCBA12-B813-E4BA-B5B4-D671EFBBC8DF}"/>
          </ac:picMkLst>
        </pc:picChg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  <pc:picChg chg="mod">
          <ac:chgData name="Mohammed Fasha" userId="cc64f42d-a1a6-4f08-b97b-0c37f877119f" providerId="ADAL" clId="{BECD4A7F-C1AF-4585-8C31-FE7D4FE3ED16}" dt="2025-01-05T14:42:50.596" v="990" actId="14100"/>
          <ac:picMkLst>
            <pc:docMk/>
            <pc:sldMk cId="1697141369" sldId="695"/>
            <ac:picMk id="4" creationId="{74D2163C-9B06-605A-CBD7-17ACC1C06142}"/>
          </ac:picMkLst>
        </pc:picChg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  <pc:spChg chg="mod">
          <ac:chgData name="Mohammed Fasha" userId="cc64f42d-a1a6-4f08-b97b-0c37f877119f" providerId="ADAL" clId="{BECD4A7F-C1AF-4585-8C31-FE7D4FE3ED16}" dt="2025-01-05T14:54:28.875" v="1124" actId="14100"/>
          <ac:spMkLst>
            <pc:docMk/>
            <pc:sldMk cId="265576630" sldId="698"/>
            <ac:spMk id="3" creationId="{5D33FC49-A3F8-3127-1AE9-16D35E013844}"/>
          </ac:spMkLst>
        </pc:spChg>
        <pc:spChg chg="add mod">
          <ac:chgData name="Mohammed Fasha" userId="cc64f42d-a1a6-4f08-b97b-0c37f877119f" providerId="ADAL" clId="{BECD4A7F-C1AF-4585-8C31-FE7D4FE3ED16}" dt="2025-01-05T14:54:31.375" v="1125" actId="14100"/>
          <ac:spMkLst>
            <pc:docMk/>
            <pc:sldMk cId="265576630" sldId="698"/>
            <ac:spMk id="7" creationId="{1B5443AD-BA71-B7BC-EEF2-04F1040B5C15}"/>
          </ac:spMkLst>
        </pc:spChg>
        <pc:picChg chg="del">
          <ac:chgData name="Mohammed Fasha" userId="cc64f42d-a1a6-4f08-b97b-0c37f877119f" providerId="ADAL" clId="{BECD4A7F-C1AF-4585-8C31-FE7D4FE3ED16}" dt="2025-01-05T14:49:12.023" v="1040" actId="21"/>
          <ac:picMkLst>
            <pc:docMk/>
            <pc:sldMk cId="265576630" sldId="698"/>
            <ac:picMk id="4" creationId="{6EF9C390-99A6-D5D7-8326-0D1C3413C862}"/>
          </ac:picMkLst>
        </pc:picChg>
        <pc:picChg chg="add mod">
          <ac:chgData name="Mohammed Fasha" userId="cc64f42d-a1a6-4f08-b97b-0c37f877119f" providerId="ADAL" clId="{BECD4A7F-C1AF-4585-8C31-FE7D4FE3ED16}" dt="2025-01-05T14:54:16.911" v="1123" actId="14100"/>
          <ac:picMkLst>
            <pc:docMk/>
            <pc:sldMk cId="265576630" sldId="698"/>
            <ac:picMk id="5" creationId="{C2587C9A-CF04-6159-EE69-CB2CD60250FA}"/>
          </ac:picMkLst>
        </pc:picChg>
        <pc:picChg chg="del">
          <ac:chgData name="Mohammed Fasha" userId="cc64f42d-a1a6-4f08-b97b-0c37f877119f" providerId="ADAL" clId="{BECD4A7F-C1AF-4585-8C31-FE7D4FE3ED16}" dt="2025-01-05T14:49:11.320" v="1039" actId="21"/>
          <ac:picMkLst>
            <pc:docMk/>
            <pc:sldMk cId="265576630" sldId="698"/>
            <ac:picMk id="6" creationId="{4D94753D-D34E-E836-87D8-F675A954E2D6}"/>
          </ac:picMkLst>
        </pc:picChg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  <pc:spChg chg="mod">
          <ac:chgData name="Mohammed Fasha" userId="cc64f42d-a1a6-4f08-b97b-0c37f877119f" providerId="ADAL" clId="{BECD4A7F-C1AF-4585-8C31-FE7D4FE3ED16}" dt="2025-01-05T15:56:23.869" v="1473" actId="14100"/>
          <ac:spMkLst>
            <pc:docMk/>
            <pc:sldMk cId="4247717824" sldId="700"/>
            <ac:spMk id="3" creationId="{A65C5F38-2118-DD61-42D4-371CCEDADFFD}"/>
          </ac:spMkLst>
        </pc:spChg>
        <pc:spChg chg="add">
          <ac:chgData name="Mohammed Fasha" userId="cc64f42d-a1a6-4f08-b97b-0c37f877119f" providerId="ADAL" clId="{BECD4A7F-C1AF-4585-8C31-FE7D4FE3ED16}" dt="2025-01-05T15:00:04.891" v="1193"/>
          <ac:spMkLst>
            <pc:docMk/>
            <pc:sldMk cId="4247717824" sldId="700"/>
            <ac:spMk id="4" creationId="{6BB10121-B684-A350-F210-A254A83EEB13}"/>
          </ac:spMkLst>
        </pc:spChg>
        <pc:graphicFrameChg chg="add del mod">
          <ac:chgData name="Mohammed Fasha" userId="cc64f42d-a1a6-4f08-b97b-0c37f877119f" providerId="ADAL" clId="{BECD4A7F-C1AF-4585-8C31-FE7D4FE3ED16}" dt="2025-01-05T15:58:46.412" v="1482" actId="21"/>
          <ac:graphicFrameMkLst>
            <pc:docMk/>
            <pc:sldMk cId="4247717824" sldId="700"/>
            <ac:graphicFrameMk id="5" creationId="{93428C5A-F7AD-A5A5-36DD-A42B79A28E6B}"/>
          </ac:graphicFrameMkLst>
        </pc:graphicFrameChg>
        <pc:graphicFrameChg chg="add mod modGraphic">
          <ac:chgData name="Mohammed Fasha" userId="cc64f42d-a1a6-4f08-b97b-0c37f877119f" providerId="ADAL" clId="{BECD4A7F-C1AF-4585-8C31-FE7D4FE3ED16}" dt="2025-01-05T15:56:21.666" v="1469" actId="1076"/>
          <ac:graphicFrameMkLst>
            <pc:docMk/>
            <pc:sldMk cId="4247717824" sldId="700"/>
            <ac:graphicFrameMk id="6" creationId="{7A5CBBCD-7FBD-096A-406F-800D810B0392}"/>
          </ac:graphicFrameMkLst>
        </pc:graphicFrameChg>
        <pc:graphicFrameChg chg="add mod">
          <ac:chgData name="Mohammed Fasha" userId="cc64f42d-a1a6-4f08-b97b-0c37f877119f" providerId="ADAL" clId="{BECD4A7F-C1AF-4585-8C31-FE7D4FE3ED16}" dt="2025-01-05T15:58:33.106" v="1479"/>
          <ac:graphicFrameMkLst>
            <pc:docMk/>
            <pc:sldMk cId="4247717824" sldId="700"/>
            <ac:graphicFrameMk id="7" creationId="{14464770-762C-E4E4-BDD4-F4E24BE459E2}"/>
          </ac:graphicFrameMkLst>
        </pc:graphicFrameChg>
        <pc:graphicFrameChg chg="add mod modGraphic">
          <ac:chgData name="Mohammed Fasha" userId="cc64f42d-a1a6-4f08-b97b-0c37f877119f" providerId="ADAL" clId="{BECD4A7F-C1AF-4585-8C31-FE7D4FE3ED16}" dt="2025-01-05T15:59:00.638" v="1487" actId="14100"/>
          <ac:graphicFrameMkLst>
            <pc:docMk/>
            <pc:sldMk cId="4247717824" sldId="700"/>
            <ac:graphicFrameMk id="8" creationId="{CC8499AA-D51B-F138-9281-A3831B8EEE55}"/>
          </ac:graphicFrameMkLst>
        </pc:graphicFrameChg>
        <pc:graphicFrameChg chg="add mod">
          <ac:chgData name="Mohammed Fasha" userId="cc64f42d-a1a6-4f08-b97b-0c37f877119f" providerId="ADAL" clId="{BECD4A7F-C1AF-4585-8C31-FE7D4FE3ED16}" dt="2025-01-05T16:00:05.564" v="1529" actId="20577"/>
          <ac:graphicFrameMkLst>
            <pc:docMk/>
            <pc:sldMk cId="4247717824" sldId="700"/>
            <ac:graphicFrameMk id="9" creationId="{93428C5A-F7AD-A5A5-36DD-A42B79A28E6B}"/>
          </ac:graphicFrameMkLst>
        </pc:graphicFrameChg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  <pc:spChg chg="del">
          <ac:chgData name="Mohammed Fasha" userId="cc64f42d-a1a6-4f08-b97b-0c37f877119f" providerId="ADAL" clId="{BECD4A7F-C1AF-4585-8C31-FE7D4FE3ED16}" dt="2025-01-05T14:49:24.636" v="1045" actId="21"/>
          <ac:spMkLst>
            <pc:docMk/>
            <pc:sldMk cId="67871309" sldId="709"/>
            <ac:spMk id="3" creationId="{0015CF61-9BD6-8201-BBB4-6F77436BA77B}"/>
          </ac:spMkLst>
        </pc:spChg>
        <pc:spChg chg="add del mod">
          <ac:chgData name="Mohammed Fasha" userId="cc64f42d-a1a6-4f08-b97b-0c37f877119f" providerId="ADAL" clId="{BECD4A7F-C1AF-4585-8C31-FE7D4FE3ED16}" dt="2025-01-05T14:49:28.264" v="1046" actId="21"/>
          <ac:spMkLst>
            <pc:docMk/>
            <pc:sldMk cId="67871309" sldId="709"/>
            <ac:spMk id="7" creationId="{ECA43FAD-DEA7-B526-932A-A50D5B778B12}"/>
          </ac:spMkLst>
        </pc:spChg>
        <pc:picChg chg="add del mod">
          <ac:chgData name="Mohammed Fasha" userId="cc64f42d-a1a6-4f08-b97b-0c37f877119f" providerId="ADAL" clId="{BECD4A7F-C1AF-4585-8C31-FE7D4FE3ED16}" dt="2025-01-05T14:53:29.185" v="1101" actId="21"/>
          <ac:picMkLst>
            <pc:docMk/>
            <pc:sldMk cId="67871309" sldId="709"/>
            <ac:picMk id="4" creationId="{C2587C9A-CF04-6159-EE69-CB2CD60250FA}"/>
          </ac:picMkLst>
        </pc:picChg>
        <pc:picChg chg="del mod ord">
          <ac:chgData name="Mohammed Fasha" userId="cc64f42d-a1a6-4f08-b97b-0c37f877119f" providerId="ADAL" clId="{BECD4A7F-C1AF-4585-8C31-FE7D4FE3ED16}" dt="2025-01-05T14:52:21.384" v="1084" actId="478"/>
          <ac:picMkLst>
            <pc:docMk/>
            <pc:sldMk cId="67871309" sldId="709"/>
            <ac:picMk id="6" creationId="{BB02C29B-037E-B325-1E1D-CECD23E4F994}"/>
          </ac:picMkLst>
        </pc:picChg>
        <pc:picChg chg="add mod">
          <ac:chgData name="Mohammed Fasha" userId="cc64f42d-a1a6-4f08-b97b-0c37f877119f" providerId="ADAL" clId="{BECD4A7F-C1AF-4585-8C31-FE7D4FE3ED16}" dt="2025-01-05T14:53:25.955" v="1099" actId="14100"/>
          <ac:picMkLst>
            <pc:docMk/>
            <pc:sldMk cId="67871309" sldId="709"/>
            <ac:picMk id="9" creationId="{8A693C11-304C-13A7-D332-654612E36CB7}"/>
          </ac:picMkLst>
        </pc:picChg>
        <pc:picChg chg="add mod">
          <ac:chgData name="Mohammed Fasha" userId="cc64f42d-a1a6-4f08-b97b-0c37f877119f" providerId="ADAL" clId="{BECD4A7F-C1AF-4585-8C31-FE7D4FE3ED16}" dt="2025-01-05T14:53:28.513" v="1100" actId="1076"/>
          <ac:picMkLst>
            <pc:docMk/>
            <pc:sldMk cId="67871309" sldId="709"/>
            <ac:picMk id="2050" creationId="{084A30D3-2CDA-6011-243C-60D829890086}"/>
          </ac:picMkLst>
        </pc:picChg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  <pc:spChg chg="mod">
          <ac:chgData name="Mohammed Fasha" userId="cc64f42d-a1a6-4f08-b97b-0c37f877119f" providerId="ADAL" clId="{BECD4A7F-C1AF-4585-8C31-FE7D4FE3ED16}" dt="2025-01-05T15:31:09.113" v="1385" actId="6549"/>
          <ac:spMkLst>
            <pc:docMk/>
            <pc:sldMk cId="4114896152" sldId="710"/>
            <ac:spMk id="3" creationId="{D33E66F3-8397-4994-28A4-1DCE141C618C}"/>
          </ac:spMkLst>
        </pc:spChg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  <pc:spChg chg="mod">
          <ac:chgData name="Mohammed Fasha" userId="cc64f42d-a1a6-4f08-b97b-0c37f877119f" providerId="ADAL" clId="{BECD4A7F-C1AF-4585-8C31-FE7D4FE3ED16}" dt="2025-01-05T15:27:36.027" v="1348" actId="20577"/>
          <ac:spMkLst>
            <pc:docMk/>
            <pc:sldMk cId="3794385322" sldId="711"/>
            <ac:spMk id="3" creationId="{978883A7-D876-AEF2-76C8-90BFC8E97077}"/>
          </ac:spMkLst>
        </pc:spChg>
        <pc:spChg chg="add">
          <ac:chgData name="Mohammed Fasha" userId="cc64f42d-a1a6-4f08-b97b-0c37f877119f" providerId="ADAL" clId="{BECD4A7F-C1AF-4585-8C31-FE7D4FE3ED16}" dt="2025-01-05T14:59:16.910" v="1179"/>
          <ac:spMkLst>
            <pc:docMk/>
            <pc:sldMk cId="3794385322" sldId="711"/>
            <ac:spMk id="4" creationId="{0EBA0640-41A1-5E21-F108-02E5B6FEE7A7}"/>
          </ac:spMkLst>
        </pc:spChg>
        <pc:spChg chg="add">
          <ac:chgData name="Mohammed Fasha" userId="cc64f42d-a1a6-4f08-b97b-0c37f877119f" providerId="ADAL" clId="{BECD4A7F-C1AF-4585-8C31-FE7D4FE3ED16}" dt="2025-01-05T14:59:20.488" v="1181"/>
          <ac:spMkLst>
            <pc:docMk/>
            <pc:sldMk cId="3794385322" sldId="711"/>
            <ac:spMk id="5" creationId="{B6223C37-AFD7-5C7E-30AE-53F0F5E51AF1}"/>
          </ac:spMkLst>
        </pc:spChg>
        <pc:picChg chg="add mod">
          <ac:chgData name="Mohammed Fasha" userId="cc64f42d-a1a6-4f08-b97b-0c37f877119f" providerId="ADAL" clId="{BECD4A7F-C1AF-4585-8C31-FE7D4FE3ED16}" dt="2025-01-05T15:03:13.408" v="1217" actId="1076"/>
          <ac:picMkLst>
            <pc:docMk/>
            <pc:sldMk cId="3794385322" sldId="711"/>
            <ac:picMk id="3076" creationId="{67BB95F7-FCED-74F1-D09F-61ED49C7CCD3}"/>
          </ac:picMkLst>
        </pc:picChg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  <pc:spChg chg="mod">
          <ac:chgData name="Mohammed Fasha" userId="cc64f42d-a1a6-4f08-b97b-0c37f877119f" providerId="ADAL" clId="{BECD4A7F-C1AF-4585-8C31-FE7D4FE3ED16}" dt="2025-01-05T15:32:23.870" v="1388"/>
          <ac:spMkLst>
            <pc:docMk/>
            <pc:sldMk cId="3701206727" sldId="712"/>
            <ac:spMk id="3" creationId="{B5EBE5AB-A5B7-7A93-34E6-EA5080D2C2C8}"/>
          </ac:spMkLst>
        </pc:spChg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  <pc:spChg chg="mod">
          <ac:chgData name="Mohammed Fasha" userId="cc64f42d-a1a6-4f08-b97b-0c37f877119f" providerId="ADAL" clId="{BECD4A7F-C1AF-4585-8C31-FE7D4FE3ED16}" dt="2025-01-05T15:28:24.065" v="1358" actId="20577"/>
          <ac:spMkLst>
            <pc:docMk/>
            <pc:sldMk cId="1499972066" sldId="713"/>
            <ac:spMk id="3" creationId="{6719E367-A4FE-AE2B-34B1-1DA0024C6A20}"/>
          </ac:spMkLst>
        </pc:spChg>
        <pc:picChg chg="add mod">
          <ac:chgData name="Mohammed Fasha" userId="cc64f42d-a1a6-4f08-b97b-0c37f877119f" providerId="ADAL" clId="{BECD4A7F-C1AF-4585-8C31-FE7D4FE3ED16}" dt="2025-01-05T16:06:36.028" v="1538" actId="1076"/>
          <ac:picMkLst>
            <pc:docMk/>
            <pc:sldMk cId="1499972066" sldId="713"/>
            <ac:picMk id="6146" creationId="{F4194E29-81D9-5FD3-B646-EAFBE7BE7254}"/>
          </ac:picMkLst>
        </pc:picChg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  <pc:spChg chg="mod">
          <ac:chgData name="Mohammed Fasha" userId="cc64f42d-a1a6-4f08-b97b-0c37f877119f" providerId="ADAL" clId="{BECD4A7F-C1AF-4585-8C31-FE7D4FE3ED16}" dt="2025-01-05T16:18:59.577" v="1697" actId="20577"/>
          <ac:spMkLst>
            <pc:docMk/>
            <pc:sldMk cId="1270641495" sldId="714"/>
            <ac:spMk id="3" creationId="{83ED29CA-FE26-6777-1F1A-6F46BCEEB9BB}"/>
          </ac:spMkLst>
        </pc:spChg>
        <pc:spChg chg="add">
          <ac:chgData name="Mohammed Fasha" userId="cc64f42d-a1a6-4f08-b97b-0c37f877119f" providerId="ADAL" clId="{BECD4A7F-C1AF-4585-8C31-FE7D4FE3ED16}" dt="2025-01-05T16:16:48.111" v="1542"/>
          <ac:spMkLst>
            <pc:docMk/>
            <pc:sldMk cId="1270641495" sldId="714"/>
            <ac:spMk id="5" creationId="{AB4345C3-D7BD-99C3-CA10-3EE9E7FEBF80}"/>
          </ac:spMkLst>
        </pc:spChg>
        <pc:spChg chg="add mod">
          <ac:chgData name="Mohammed Fasha" userId="cc64f42d-a1a6-4f08-b97b-0c37f877119f" providerId="ADAL" clId="{BECD4A7F-C1AF-4585-8C31-FE7D4FE3ED16}" dt="2025-01-05T16:18:14.908" v="1617" actId="1076"/>
          <ac:spMkLst>
            <pc:docMk/>
            <pc:sldMk cId="1270641495" sldId="714"/>
            <ac:spMk id="7" creationId="{0550F4B6-EF46-BA8E-B021-A9DD446047EA}"/>
          </ac:spMkLst>
        </pc:spChg>
        <pc:graphicFrameChg chg="add del mod">
          <ac:chgData name="Mohammed Fasha" userId="cc64f42d-a1a6-4f08-b97b-0c37f877119f" providerId="ADAL" clId="{BECD4A7F-C1AF-4585-8C31-FE7D4FE3ED16}" dt="2025-01-05T16:06:08.308" v="1530" actId="478"/>
          <ac:graphicFrameMkLst>
            <pc:docMk/>
            <pc:sldMk cId="1270641495" sldId="714"/>
            <ac:graphicFrameMk id="4" creationId="{80C2BEB0-99A2-2D57-E597-EDFE0AB3AA92}"/>
          </ac:graphicFrameMkLst>
        </pc:graphicFrameChg>
        <pc:picChg chg="add mod">
          <ac:chgData name="Mohammed Fasha" userId="cc64f42d-a1a6-4f08-b97b-0c37f877119f" providerId="ADAL" clId="{BECD4A7F-C1AF-4585-8C31-FE7D4FE3ED16}" dt="2025-01-05T16:18:20.673" v="1618" actId="14100"/>
          <ac:picMkLst>
            <pc:docMk/>
            <pc:sldMk cId="1270641495" sldId="714"/>
            <ac:picMk id="7170" creationId="{AF89B1EB-4AD3-6E64-5A9B-9A00BD5EF2DB}"/>
          </ac:picMkLst>
        </pc:picChg>
        <pc:picChg chg="add mod">
          <ac:chgData name="Mohammed Fasha" userId="cc64f42d-a1a6-4f08-b97b-0c37f877119f" providerId="ADAL" clId="{BECD4A7F-C1AF-4585-8C31-FE7D4FE3ED16}" dt="2025-01-05T16:19:08.436" v="1705" actId="1036"/>
          <ac:picMkLst>
            <pc:docMk/>
            <pc:sldMk cId="1270641495" sldId="714"/>
            <ac:picMk id="7172" creationId="{B620BAD4-C68B-A239-E964-52B8908CD0E4}"/>
          </ac:picMkLst>
        </pc:picChg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  <pc:spChg chg="mod">
          <ac:chgData name="Mohammed Fasha" userId="cc64f42d-a1a6-4f08-b97b-0c37f877119f" providerId="ADAL" clId="{BECD4A7F-C1AF-4585-8C31-FE7D4FE3ED16}" dt="2025-01-05T16:22:50.331" v="1729" actId="27636"/>
          <ac:spMkLst>
            <pc:docMk/>
            <pc:sldMk cId="1096386322" sldId="715"/>
            <ac:spMk id="2" creationId="{E0FA676E-AB7F-658B-0B80-69D7FC0870BD}"/>
          </ac:spMkLst>
        </pc:spChg>
        <pc:spChg chg="mod">
          <ac:chgData name="Mohammed Fasha" userId="cc64f42d-a1a6-4f08-b97b-0c37f877119f" providerId="ADAL" clId="{BECD4A7F-C1AF-4585-8C31-FE7D4FE3ED16}" dt="2025-01-05T16:23:44.632" v="1736" actId="12"/>
          <ac:spMkLst>
            <pc:docMk/>
            <pc:sldMk cId="1096386322" sldId="715"/>
            <ac:spMk id="3" creationId="{45AB6FB8-BB05-D23A-0B53-873D2E6C00ED}"/>
          </ac:spMkLst>
        </pc:spChg>
        <pc:spChg chg="add">
          <ac:chgData name="Mohammed Fasha" userId="cc64f42d-a1a6-4f08-b97b-0c37f877119f" providerId="ADAL" clId="{BECD4A7F-C1AF-4585-8C31-FE7D4FE3ED16}" dt="2025-01-05T16:22:07.171" v="1707"/>
          <ac:spMkLst>
            <pc:docMk/>
            <pc:sldMk cId="1096386322" sldId="715"/>
            <ac:spMk id="4" creationId="{71DD10F4-7171-6A1D-C235-670BB52B8E14}"/>
          </ac:spMkLst>
        </pc:spChg>
        <pc:spChg chg="add">
          <ac:chgData name="Mohammed Fasha" userId="cc64f42d-a1a6-4f08-b97b-0c37f877119f" providerId="ADAL" clId="{BECD4A7F-C1AF-4585-8C31-FE7D4FE3ED16}" dt="2025-01-05T16:22:07.171" v="1707"/>
          <ac:spMkLst>
            <pc:docMk/>
            <pc:sldMk cId="1096386322" sldId="715"/>
            <ac:spMk id="5" creationId="{167E6EFE-6AC2-E3C0-91F8-EF90A8B79A8F}"/>
          </ac:spMkLst>
        </pc:spChg>
        <pc:spChg chg="add">
          <ac:chgData name="Mohammed Fasha" userId="cc64f42d-a1a6-4f08-b97b-0c37f877119f" providerId="ADAL" clId="{BECD4A7F-C1AF-4585-8C31-FE7D4FE3ED16}" dt="2025-01-05T16:22:07.171" v="1707"/>
          <ac:spMkLst>
            <pc:docMk/>
            <pc:sldMk cId="1096386322" sldId="715"/>
            <ac:spMk id="6" creationId="{B7F93336-D140-9B42-DB5E-6E84E2F993F0}"/>
          </ac:spMkLst>
        </pc:spChg>
        <pc:spChg chg="add">
          <ac:chgData name="Mohammed Fasha" userId="cc64f42d-a1a6-4f08-b97b-0c37f877119f" providerId="ADAL" clId="{BECD4A7F-C1AF-4585-8C31-FE7D4FE3ED16}" dt="2025-01-05T16:22:07.171" v="1707"/>
          <ac:spMkLst>
            <pc:docMk/>
            <pc:sldMk cId="1096386322" sldId="715"/>
            <ac:spMk id="7" creationId="{715F4345-60CB-07E6-2468-D84AACB6C84E}"/>
          </ac:spMkLst>
        </pc:spChg>
        <pc:spChg chg="add">
          <ac:chgData name="Mohammed Fasha" userId="cc64f42d-a1a6-4f08-b97b-0c37f877119f" providerId="ADAL" clId="{BECD4A7F-C1AF-4585-8C31-FE7D4FE3ED16}" dt="2025-01-05T16:22:07.171" v="1707"/>
          <ac:spMkLst>
            <pc:docMk/>
            <pc:sldMk cId="1096386322" sldId="715"/>
            <ac:spMk id="8" creationId="{6E05A7CE-60FB-696C-CE39-C1F2774F8199}"/>
          </ac:spMkLst>
        </pc:spChg>
        <pc:spChg chg="add">
          <ac:chgData name="Mohammed Fasha" userId="cc64f42d-a1a6-4f08-b97b-0c37f877119f" providerId="ADAL" clId="{BECD4A7F-C1AF-4585-8C31-FE7D4FE3ED16}" dt="2025-01-05T16:22:07.171" v="1707"/>
          <ac:spMkLst>
            <pc:docMk/>
            <pc:sldMk cId="1096386322" sldId="715"/>
            <ac:spMk id="9" creationId="{C1C1CF98-4DAC-F85F-6D77-3570AC5C0A80}"/>
          </ac:spMkLst>
        </pc:spChg>
        <pc:spChg chg="add">
          <ac:chgData name="Mohammed Fasha" userId="cc64f42d-a1a6-4f08-b97b-0c37f877119f" providerId="ADAL" clId="{BECD4A7F-C1AF-4585-8C31-FE7D4FE3ED16}" dt="2025-01-05T16:22:07.171" v="1707"/>
          <ac:spMkLst>
            <pc:docMk/>
            <pc:sldMk cId="1096386322" sldId="715"/>
            <ac:spMk id="10" creationId="{1240D613-7E7C-45AD-7065-ABC2DF7BFE44}"/>
          </ac:spMkLst>
        </pc:spChg>
        <pc:spChg chg="add">
          <ac:chgData name="Mohammed Fasha" userId="cc64f42d-a1a6-4f08-b97b-0c37f877119f" providerId="ADAL" clId="{BECD4A7F-C1AF-4585-8C31-FE7D4FE3ED16}" dt="2025-01-05T16:22:07.171" v="1707"/>
          <ac:spMkLst>
            <pc:docMk/>
            <pc:sldMk cId="1096386322" sldId="715"/>
            <ac:spMk id="11" creationId="{E3757EDF-D707-27FF-E3A8-106D2ECC9C72}"/>
          </ac:spMkLst>
        </pc:spChg>
        <pc:spChg chg="add">
          <ac:chgData name="Mohammed Fasha" userId="cc64f42d-a1a6-4f08-b97b-0c37f877119f" providerId="ADAL" clId="{BECD4A7F-C1AF-4585-8C31-FE7D4FE3ED16}" dt="2025-01-05T16:22:07.171" v="1707"/>
          <ac:spMkLst>
            <pc:docMk/>
            <pc:sldMk cId="1096386322" sldId="715"/>
            <ac:spMk id="12" creationId="{9CB87924-8ACA-36F3-17D6-9D0E54C18E94}"/>
          </ac:spMkLst>
        </pc:spChg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  <pc:spChg chg="mod">
          <ac:chgData name="Mohammed Fasha" userId="cc64f42d-a1a6-4f08-b97b-0c37f877119f" providerId="ADAL" clId="{BECD4A7F-C1AF-4585-8C31-FE7D4FE3ED16}" dt="2025-01-05T16:27:44.855" v="1812" actId="27636"/>
          <ac:spMkLst>
            <pc:docMk/>
            <pc:sldMk cId="1784058309" sldId="716"/>
            <ac:spMk id="2" creationId="{7F17E170-927D-7ABF-8B46-A9506CFC1D2E}"/>
          </ac:spMkLst>
        </pc:spChg>
        <pc:spChg chg="mod">
          <ac:chgData name="Mohammed Fasha" userId="cc64f42d-a1a6-4f08-b97b-0c37f877119f" providerId="ADAL" clId="{BECD4A7F-C1AF-4585-8C31-FE7D4FE3ED16}" dt="2025-01-05T16:34:02.360" v="1902" actId="27636"/>
          <ac:spMkLst>
            <pc:docMk/>
            <pc:sldMk cId="1784058309" sldId="716"/>
            <ac:spMk id="3" creationId="{B36514A8-EBE6-D8AF-FF1F-BD24FB37FC59}"/>
          </ac:spMkLst>
        </pc:spChg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  <pc:spChg chg="mod">
          <ac:chgData name="Mohammed Fasha" userId="cc64f42d-a1a6-4f08-b97b-0c37f877119f" providerId="ADAL" clId="{BECD4A7F-C1AF-4585-8C31-FE7D4FE3ED16}" dt="2025-01-05T16:24:23.538" v="1746" actId="27636"/>
          <ac:spMkLst>
            <pc:docMk/>
            <pc:sldMk cId="3139017106" sldId="717"/>
            <ac:spMk id="2" creationId="{676E8EB1-B8AF-38C9-45A2-E884124D2358}"/>
          </ac:spMkLst>
        </pc:spChg>
        <pc:spChg chg="mod">
          <ac:chgData name="Mohammed Fasha" userId="cc64f42d-a1a6-4f08-b97b-0c37f877119f" providerId="ADAL" clId="{BECD4A7F-C1AF-4585-8C31-FE7D4FE3ED16}" dt="2025-01-05T16:27:02.817" v="1801"/>
          <ac:spMkLst>
            <pc:docMk/>
            <pc:sldMk cId="3139017106" sldId="717"/>
            <ac:spMk id="3" creationId="{DC3791AF-CCDA-A622-4609-138A92B217B4}"/>
          </ac:spMkLst>
        </pc:spChg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  <pc:spChg chg="mod">
          <ac:chgData name="Mohammed Fasha" userId="cc64f42d-a1a6-4f08-b97b-0c37f877119f" providerId="ADAL" clId="{BECD4A7F-C1AF-4585-8C31-FE7D4FE3ED16}" dt="2025-01-05T16:28:21.066" v="1830" actId="20577"/>
          <ac:spMkLst>
            <pc:docMk/>
            <pc:sldMk cId="3043812923" sldId="718"/>
            <ac:spMk id="2" creationId="{A31FB935-1934-5D5A-7731-43E1686EE5AE}"/>
          </ac:spMkLst>
        </pc:spChg>
        <pc:spChg chg="add del mod">
          <ac:chgData name="Mohammed Fasha" userId="cc64f42d-a1a6-4f08-b97b-0c37f877119f" providerId="ADAL" clId="{BECD4A7F-C1AF-4585-8C31-FE7D4FE3ED16}" dt="2025-01-05T16:32:45.446" v="1897" actId="20577"/>
          <ac:spMkLst>
            <pc:docMk/>
            <pc:sldMk cId="3043812923" sldId="718"/>
            <ac:spMk id="3" creationId="{7E85BC0E-FC03-93B4-4532-87B2D4670422}"/>
          </ac:spMkLst>
        </pc:spChg>
        <pc:spChg chg="add mod">
          <ac:chgData name="Mohammed Fasha" userId="cc64f42d-a1a6-4f08-b97b-0c37f877119f" providerId="ADAL" clId="{BECD4A7F-C1AF-4585-8C31-FE7D4FE3ED16}" dt="2025-01-05T16:28:00.821" v="1815"/>
          <ac:spMkLst>
            <pc:docMk/>
            <pc:sldMk cId="3043812923" sldId="718"/>
            <ac:spMk id="4" creationId="{E7853568-FC98-329D-D683-8D4955460246}"/>
          </ac:spMkLst>
        </pc:spChg>
        <pc:spChg chg="add">
          <ac:chgData name="Mohammed Fasha" userId="cc64f42d-a1a6-4f08-b97b-0c37f877119f" providerId="ADAL" clId="{BECD4A7F-C1AF-4585-8C31-FE7D4FE3ED16}" dt="2025-01-05T16:31:57.708" v="1837"/>
          <ac:spMkLst>
            <pc:docMk/>
            <pc:sldMk cId="3043812923" sldId="718"/>
            <ac:spMk id="5" creationId="{E385683B-4735-F77C-4B9C-26ECC1E3E890}"/>
          </ac:spMkLst>
        </pc:spChg>
      </pc:sld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  <pc:spChg chg="mod">
          <ac:chgData name="Mohammed Fasha" userId="cc64f42d-a1a6-4f08-b97b-0c37f877119f" providerId="ADAL" clId="{2E5FBF59-3168-4932-9518-582502FE1AD5}" dt="2024-12-03T07:43:58.007" v="456" actId="1076"/>
          <ac:spMkLst>
            <pc:docMk/>
            <pc:sldMk cId="3339445507" sldId="430"/>
            <ac:spMk id="6" creationId="{750183CC-E7FD-FCCB-B3F0-4ED143848459}"/>
          </ac:spMkLst>
        </pc:spChg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  <pc:spChg chg="mod">
          <ac:chgData name="Mohammed Fasha" userId="cc64f42d-a1a6-4f08-b97b-0c37f877119f" providerId="ADAL" clId="{2E5FBF59-3168-4932-9518-582502FE1AD5}" dt="2024-12-03T07:45:08.136" v="474" actId="20577"/>
          <ac:spMkLst>
            <pc:docMk/>
            <pc:sldMk cId="3389046835" sldId="431"/>
            <ac:spMk id="3" creationId="{7306AF92-2E41-6AA0-B630-E98522877DBA}"/>
          </ac:spMkLst>
        </pc:spChg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  <pc:spChg chg="mod">
          <ac:chgData name="Mohammed Fasha" userId="cc64f42d-a1a6-4f08-b97b-0c37f877119f" providerId="ADAL" clId="{2E5FBF59-3168-4932-9518-582502FE1AD5}" dt="2024-11-10T06:32:42.366" v="35" actId="14100"/>
          <ac:spMkLst>
            <pc:docMk/>
            <pc:sldMk cId="2726994946" sldId="479"/>
            <ac:spMk id="3" creationId="{0A1BB95E-7496-B5F9-A25D-4BD7DF1EAEBB}"/>
          </ac:spMkLst>
        </pc:spChg>
        <pc:spChg chg="mod">
          <ac:chgData name="Mohammed Fasha" userId="cc64f42d-a1a6-4f08-b97b-0c37f877119f" providerId="ADAL" clId="{2E5FBF59-3168-4932-9518-582502FE1AD5}" dt="2024-11-10T06:33:09.727" v="37" actId="207"/>
          <ac:spMkLst>
            <pc:docMk/>
            <pc:sldMk cId="2726994946" sldId="479"/>
            <ac:spMk id="4" creationId="{36F156FD-6D69-7074-DF87-ED201B09AF96}"/>
          </ac:spMkLst>
        </pc:spChg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  <pc:spChg chg="mod">
          <ac:chgData name="Mohammed Fasha" userId="cc64f42d-a1a6-4f08-b97b-0c37f877119f" providerId="ADAL" clId="{2E5FBF59-3168-4932-9518-582502FE1AD5}" dt="2024-11-19T07:44:28.766" v="211" actId="20577"/>
          <ac:spMkLst>
            <pc:docMk/>
            <pc:sldMk cId="2297456757" sldId="483"/>
            <ac:spMk id="5" creationId="{89403830-E271-DAA0-8838-E295A84A8B5B}"/>
          </ac:spMkLst>
        </pc:spChg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  <pc:spChg chg="mod">
          <ac:chgData name="Mohammed Fasha" userId="cc64f42d-a1a6-4f08-b97b-0c37f877119f" providerId="ADAL" clId="{2E5FBF59-3168-4932-9518-582502FE1AD5}" dt="2024-11-10T06:45:09.392" v="40" actId="20577"/>
          <ac:spMkLst>
            <pc:docMk/>
            <pc:sldMk cId="3474268344" sldId="596"/>
            <ac:spMk id="3" creationId="{835E72A7-391A-F018-EF29-2D19FF7F7EA9}"/>
          </ac:spMkLst>
        </pc:spChg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  <pc:spChg chg="mod">
          <ac:chgData name="Mohammed Fasha" userId="cc64f42d-a1a6-4f08-b97b-0c37f877119f" providerId="ADAL" clId="{2E5FBF59-3168-4932-9518-582502FE1AD5}" dt="2024-12-03T07:47:21.561" v="476" actId="6549"/>
          <ac:spMkLst>
            <pc:docMk/>
            <pc:sldMk cId="399592497" sldId="613"/>
            <ac:spMk id="3" creationId="{C1943909-B67F-2AFB-1222-ADB4F344CF2F}"/>
          </ac:spMkLst>
        </pc:spChg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  <pc:spChg chg="mod">
          <ac:chgData name="Mohammed Fasha" userId="cc64f42d-a1a6-4f08-b97b-0c37f877119f" providerId="ADAL" clId="{2E5FBF59-3168-4932-9518-582502FE1AD5}" dt="2024-12-03T07:49:02.980" v="478" actId="207"/>
          <ac:spMkLst>
            <pc:docMk/>
            <pc:sldMk cId="3329135496" sldId="617"/>
            <ac:spMk id="6" creationId="{6CA8942A-EF4D-5560-122D-DA3EDEA30CF7}"/>
          </ac:spMkLst>
        </pc:spChg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  <pc:spChg chg="mod">
          <ac:chgData name="Mohammed Fasha" userId="cc64f42d-a1a6-4f08-b97b-0c37f877119f" providerId="ADAL" clId="{2E5FBF59-3168-4932-9518-582502FE1AD5}" dt="2024-12-24T08:05:16.608" v="482" actId="403"/>
          <ac:spMkLst>
            <pc:docMk/>
            <pc:sldMk cId="2990045589" sldId="659"/>
            <ac:spMk id="3" creationId="{DDB8F6FE-FF12-0BA5-D224-71F068E4DF88}"/>
          </ac:spMkLst>
        </pc:spChg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  <pc:spChg chg="mod">
          <ac:chgData name="Mohammed Fasha" userId="cc64f42d-a1a6-4f08-b97b-0c37f877119f" providerId="ADAL" clId="{2E5FBF59-3168-4932-9518-582502FE1AD5}" dt="2024-12-24T08:08:19.987" v="550" actId="20577"/>
          <ac:spMkLst>
            <pc:docMk/>
            <pc:sldMk cId="2680231355" sldId="669"/>
            <ac:spMk id="9" creationId="{33559B29-4771-A9F7-E7CA-D37CB72E62CF}"/>
          </ac:spMkLst>
        </pc:spChg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  <pc:picChg chg="add mod">
          <ac:chgData name="Mohammed Fasha" userId="cc64f42d-a1a6-4f08-b97b-0c37f877119f" providerId="ADAL" clId="{2E5FBF59-3168-4932-9518-582502FE1AD5}" dt="2024-12-24T08:05:52.910" v="488" actId="1076"/>
          <ac:picMkLst>
            <pc:docMk/>
            <pc:sldMk cId="916102856" sldId="685"/>
            <ac:picMk id="1026" creationId="{4777CF26-0F99-41D1-84BC-BEB619F5AAA3}"/>
          </ac:picMkLst>
        </pc:picChg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  <pc:spChg chg="mod">
          <ac:chgData name="Mohammed Fasha" userId="cc64f42d-a1a6-4f08-b97b-0c37f877119f" providerId="ADAL" clId="{2E5FBF59-3168-4932-9518-582502FE1AD5}" dt="2024-11-19T07:03:29.557" v="206" actId="207"/>
          <ac:spMkLst>
            <pc:docMk/>
            <pc:sldMk cId="32004852" sldId="708"/>
            <ac:spMk id="4" creationId="{5C57822E-9052-4E30-99C6-E3BB69F76727}"/>
          </ac:spMkLst>
        </pc:spChg>
        <pc:picChg chg="mod">
          <ac:chgData name="Mohammed Fasha" userId="cc64f42d-a1a6-4f08-b97b-0c37f877119f" providerId="ADAL" clId="{2E5FBF59-3168-4932-9518-582502FE1AD5}" dt="2024-11-19T06:57:59.649" v="103" actId="1076"/>
          <ac:picMkLst>
            <pc:docMk/>
            <pc:sldMk cId="32004852" sldId="708"/>
            <ac:picMk id="5" creationId="{A6BFBA45-17BB-4116-9DA7-D90F19156FD1}"/>
          </ac:picMkLst>
        </pc:picChg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  <pc:picChg chg="add mod">
            <ac:chgData name="Mohammed Fasha" userId="cc64f42d-a1a6-4f08-b97b-0c37f877119f" providerId="ADAL" clId="{6804A8E6-8D7F-46E3-B091-66A8F6B926BF}" dt="2024-11-09T05:15:35.019" v="2" actId="1076"/>
            <ac:picMkLst>
              <pc:docMk/>
              <pc:sldMasterMk cId="742811419" sldId="2147483648"/>
              <pc:sldLayoutMk cId="4063788262" sldId="2147483649"/>
              <ac:picMk id="7" creationId="{F5615635-BBAD-7E56-C59A-73312B1693C8}"/>
            </ac:picMkLst>
          </pc:picChg>
        </pc:sldLayoutChg>
      </pc:sldMasterChg>
    </pc:docChg>
  </pc:docChgLst>
  <pc:docChgLst>
    <pc:chgData name="Mohammed Fasha" userId="S::mohammed.fasha@uop.edu.jo::cc64f42d-a1a6-4f08-b97b-0c37f877119f" providerId="AD" clId="Web-{66E75AB1-FCE8-0FCD-8995-E220AF9681CC}"/>
    <pc:docChg chg="addSld delSld modSld sldOrd">
      <pc:chgData name="Mohammed Fasha" userId="S::mohammed.fasha@uop.edu.jo::cc64f42d-a1a6-4f08-b97b-0c37f877119f" providerId="AD" clId="Web-{66E75AB1-FCE8-0FCD-8995-E220AF9681CC}" dt="2025-03-15T07:27:28.077" v="349" actId="1076"/>
      <pc:docMkLst>
        <pc:docMk/>
      </pc:docMkLst>
      <pc:sldChg chg="del">
        <pc:chgData name="Mohammed Fasha" userId="S::mohammed.fasha@uop.edu.jo::cc64f42d-a1a6-4f08-b97b-0c37f877119f" providerId="AD" clId="Web-{66E75AB1-FCE8-0FCD-8995-E220AF9681CC}" dt="2025-03-15T06:52:43.111" v="52"/>
        <pc:sldMkLst>
          <pc:docMk/>
          <pc:sldMk cId="89912501" sldId="27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8"/>
        <pc:sldMkLst>
          <pc:docMk/>
          <pc:sldMk cId="1847087325" sldId="28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7"/>
        <pc:sldMkLst>
          <pc:docMk/>
          <pc:sldMk cId="771290671" sldId="2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2"/>
        <pc:sldMkLst>
          <pc:docMk/>
          <pc:sldMk cId="1234327519" sldId="28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0"/>
        <pc:sldMkLst>
          <pc:docMk/>
          <pc:sldMk cId="3304405524" sldId="29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39"/>
        <pc:sldMkLst>
          <pc:docMk/>
          <pc:sldMk cId="1217643332" sldId="2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38"/>
        <pc:sldMkLst>
          <pc:docMk/>
          <pc:sldMk cId="3526654973" sldId="29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2"/>
        <pc:sldMkLst>
          <pc:docMk/>
          <pc:sldMk cId="0" sldId="30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1"/>
        <pc:sldMkLst>
          <pc:docMk/>
          <pc:sldMk cId="0" sldId="30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9"/>
        <pc:sldMkLst>
          <pc:docMk/>
          <pc:sldMk cId="0" sldId="30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1"/>
        <pc:sldMkLst>
          <pc:docMk/>
          <pc:sldMk cId="0" sldId="31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6"/>
        <pc:sldMkLst>
          <pc:docMk/>
          <pc:sldMk cId="2362708721" sldId="32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7"/>
        <pc:sldMkLst>
          <pc:docMk/>
          <pc:sldMk cId="1477953107" sldId="32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5"/>
        <pc:sldMkLst>
          <pc:docMk/>
          <pc:sldMk cId="1624740157" sldId="34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60"/>
        <pc:sldMkLst>
          <pc:docMk/>
          <pc:sldMk cId="1093295885" sldId="36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4"/>
        <pc:sldMkLst>
          <pc:docMk/>
          <pc:sldMk cId="3638528156" sldId="36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0"/>
        <pc:sldMkLst>
          <pc:docMk/>
          <pc:sldMk cId="2714000580" sldId="36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0"/>
        <pc:sldMkLst>
          <pc:docMk/>
          <pc:sldMk cId="4103125789" sldId="36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7"/>
        <pc:sldMkLst>
          <pc:docMk/>
          <pc:sldMk cId="3243173744" sldId="36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9"/>
        <pc:sldMkLst>
          <pc:docMk/>
          <pc:sldMk cId="533099717" sldId="37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5"/>
        <pc:sldMkLst>
          <pc:docMk/>
          <pc:sldMk cId="403304745" sldId="3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5"/>
        <pc:sldMkLst>
          <pc:docMk/>
          <pc:sldMk cId="1274929313" sldId="37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0"/>
        <pc:sldMkLst>
          <pc:docMk/>
          <pc:sldMk cId="3412111298" sldId="37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4"/>
        <pc:sldMkLst>
          <pc:docMk/>
          <pc:sldMk cId="3601872685" sldId="38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3"/>
        <pc:sldMkLst>
          <pc:docMk/>
          <pc:sldMk cId="215899539" sldId="3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79"/>
        <pc:sldMkLst>
          <pc:docMk/>
          <pc:sldMk cId="2001631854" sldId="39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4"/>
        <pc:sldMkLst>
          <pc:docMk/>
          <pc:sldMk cId="2976191511" sldId="39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7"/>
        <pc:sldMkLst>
          <pc:docMk/>
          <pc:sldMk cId="3942416368" sldId="3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5"/>
        <pc:sldMkLst>
          <pc:docMk/>
          <pc:sldMk cId="2455239288" sldId="39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6"/>
        <pc:sldMkLst>
          <pc:docMk/>
          <pc:sldMk cId="322630100" sldId="40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3"/>
        <pc:sldMkLst>
          <pc:docMk/>
          <pc:sldMk cId="2446723419" sldId="40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8"/>
        <pc:sldMkLst>
          <pc:docMk/>
          <pc:sldMk cId="2708838154" sldId="40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5"/>
        <pc:sldMkLst>
          <pc:docMk/>
          <pc:sldMk cId="711859222" sldId="40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4"/>
        <pc:sldMkLst>
          <pc:docMk/>
          <pc:sldMk cId="430192280" sldId="40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3"/>
        <pc:sldMkLst>
          <pc:docMk/>
          <pc:sldMk cId="1261728788" sldId="41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9"/>
        <pc:sldMkLst>
          <pc:docMk/>
          <pc:sldMk cId="465427976" sldId="41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6"/>
        <pc:sldMkLst>
          <pc:docMk/>
          <pc:sldMk cId="4222832899" sldId="41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0"/>
        <pc:sldMkLst>
          <pc:docMk/>
          <pc:sldMk cId="3168225218" sldId="42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9"/>
        <pc:sldMkLst>
          <pc:docMk/>
          <pc:sldMk cId="2310344807" sldId="42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2"/>
        <pc:sldMkLst>
          <pc:docMk/>
          <pc:sldMk cId="707737036" sldId="42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6"/>
        <pc:sldMkLst>
          <pc:docMk/>
          <pc:sldMk cId="232656594" sldId="42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4"/>
        <pc:sldMkLst>
          <pc:docMk/>
          <pc:sldMk cId="404333880" sldId="43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3"/>
        <pc:sldMkLst>
          <pc:docMk/>
          <pc:sldMk cId="2523349106" sldId="44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4"/>
        <pc:sldMkLst>
          <pc:docMk/>
          <pc:sldMk cId="2515022167" sldId="44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2"/>
        <pc:sldMkLst>
          <pc:docMk/>
          <pc:sldMk cId="1977389857" sldId="44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1"/>
        <pc:sldMkLst>
          <pc:docMk/>
          <pc:sldMk cId="2140515002" sldId="44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09"/>
        <pc:sldMkLst>
          <pc:docMk/>
          <pc:sldMk cId="1932795151" sldId="44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3"/>
        <pc:sldMkLst>
          <pc:docMk/>
          <pc:sldMk cId="1837964685" sldId="45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2"/>
        <pc:sldMkLst>
          <pc:docMk/>
          <pc:sldMk cId="1229244997" sldId="45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1"/>
        <pc:sldMkLst>
          <pc:docMk/>
          <pc:sldMk cId="1789205401" sldId="453"/>
        </pc:sldMkLst>
      </pc:sldChg>
      <pc:sldChg chg="modSp">
        <pc:chgData name="Mohammed Fasha" userId="S::mohammed.fasha@uop.edu.jo::cc64f42d-a1a6-4f08-b97b-0c37f877119f" providerId="AD" clId="Web-{66E75AB1-FCE8-0FCD-8995-E220AF9681CC}" dt="2025-03-15T06:52:38.939" v="37" actId="20577"/>
        <pc:sldMkLst>
          <pc:docMk/>
          <pc:sldMk cId="1489447582" sldId="455"/>
        </pc:sldMkLst>
        <pc:spChg chg="mod">
          <ac:chgData name="Mohammed Fasha" userId="S::mohammed.fasha@uop.edu.jo::cc64f42d-a1a6-4f08-b97b-0c37f877119f" providerId="AD" clId="Web-{66E75AB1-FCE8-0FCD-8995-E220AF9681CC}" dt="2025-03-15T06:52:38.939" v="37" actId="20577"/>
          <ac:spMkLst>
            <pc:docMk/>
            <pc:sldMk cId="1489447582" sldId="455"/>
            <ac:spMk id="8" creationId="{107CF054-390C-DCFC-C9A6-9E95C859A175}"/>
          </ac:spMkLst>
        </pc:spChg>
      </pc:sldChg>
      <pc:sldChg chg="modSp new">
        <pc:chgData name="Mohammed Fasha" userId="S::mohammed.fasha@uop.edu.jo::cc64f42d-a1a6-4f08-b97b-0c37f877119f" providerId="AD" clId="Web-{66E75AB1-FCE8-0FCD-8995-E220AF9681CC}" dt="2025-03-15T07:01:33.222" v="193" actId="20577"/>
        <pc:sldMkLst>
          <pc:docMk/>
          <pc:sldMk cId="2282942957" sldId="456"/>
        </pc:sldMkLst>
        <pc:spChg chg="mod">
          <ac:chgData name="Mohammed Fasha" userId="S::mohammed.fasha@uop.edu.jo::cc64f42d-a1a6-4f08-b97b-0c37f877119f" providerId="AD" clId="Web-{66E75AB1-FCE8-0FCD-8995-E220AF9681CC}" dt="2025-03-15T06:53:19.395" v="143" actId="20577"/>
          <ac:spMkLst>
            <pc:docMk/>
            <pc:sldMk cId="2282942957" sldId="456"/>
            <ac:spMk id="2" creationId="{B641E847-78EB-D12D-1289-076C03040899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1:33.222" v="193" actId="20577"/>
          <ac:spMkLst>
            <pc:docMk/>
            <pc:sldMk cId="2282942957" sldId="456"/>
            <ac:spMk id="3" creationId="{370CEA9E-7399-77E7-47C4-29CCAD688E3D}"/>
          </ac:spMkLst>
        </pc:spChg>
      </pc:sldChg>
      <pc:sldChg chg="addSp delSp modSp add replId addAnim">
        <pc:chgData name="Mohammed Fasha" userId="S::mohammed.fasha@uop.edu.jo::cc64f42d-a1a6-4f08-b97b-0c37f877119f" providerId="AD" clId="Web-{66E75AB1-FCE8-0FCD-8995-E220AF9681CC}" dt="2025-03-15T07:00:17.530" v="170" actId="20577"/>
        <pc:sldMkLst>
          <pc:docMk/>
          <pc:sldMk cId="1674895679" sldId="457"/>
        </pc:sldMkLst>
        <pc:spChg chg="mod">
          <ac:chgData name="Mohammed Fasha" userId="S::mohammed.fasha@uop.edu.jo::cc64f42d-a1a6-4f08-b97b-0c37f877119f" providerId="AD" clId="Web-{66E75AB1-FCE8-0FCD-8995-E220AF9681CC}" dt="2025-03-15T07:00:17.530" v="170" actId="20577"/>
          <ac:spMkLst>
            <pc:docMk/>
            <pc:sldMk cId="1674895679" sldId="457"/>
            <ac:spMk id="2" creationId="{1C61FB57-5DED-E50C-1567-36D9B32EDBAC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6:57:21.722" v="150" actId="14100"/>
          <ac:spMkLst>
            <pc:docMk/>
            <pc:sldMk cId="1674895679" sldId="457"/>
            <ac:spMk id="3" creationId="{B7528FB2-87E2-1D21-8D90-2EFD9759E534}"/>
          </ac:spMkLst>
        </pc:spChg>
        <pc:picChg chg="add del mod">
          <ac:chgData name="Mohammed Fasha" userId="S::mohammed.fasha@uop.edu.jo::cc64f42d-a1a6-4f08-b97b-0c37f877119f" providerId="AD" clId="Web-{66E75AB1-FCE8-0FCD-8995-E220AF9681CC}" dt="2025-03-15T06:57:27.238" v="152"/>
          <ac:picMkLst>
            <pc:docMk/>
            <pc:sldMk cId="1674895679" sldId="457"/>
            <ac:picMk id="4" creationId="{A3858177-300E-7078-A3BC-8E4C7D8BA9AF}"/>
          </ac:picMkLst>
        </pc:picChg>
        <pc:picChg chg="add mod">
          <ac:chgData name="Mohammed Fasha" userId="S::mohammed.fasha@uop.edu.jo::cc64f42d-a1a6-4f08-b97b-0c37f877119f" providerId="AD" clId="Web-{66E75AB1-FCE8-0FCD-8995-E220AF9681CC}" dt="2025-03-15T06:57:53.787" v="154" actId="1076"/>
          <ac:picMkLst>
            <pc:docMk/>
            <pc:sldMk cId="1674895679" sldId="457"/>
            <ac:picMk id="5" creationId="{636FA7FB-3AE2-6015-EDCA-D3841BBEA00C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105"/>
        <pc:sldMkLst>
          <pc:docMk/>
          <pc:sldMk cId="2921402285" sldId="45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1"/>
        <pc:sldMkLst>
          <pc:docMk/>
          <pc:sldMk cId="1912979039" sldId="458"/>
        </pc:sldMkLst>
      </pc:sldChg>
      <pc:sldChg chg="addSp modSp add replId addAnim">
        <pc:chgData name="Mohammed Fasha" userId="S::mohammed.fasha@uop.edu.jo::cc64f42d-a1a6-4f08-b97b-0c37f877119f" providerId="AD" clId="Web-{66E75AB1-FCE8-0FCD-8995-E220AF9681CC}" dt="2025-03-15T07:01:24.191" v="192" actId="20577"/>
        <pc:sldMkLst>
          <pc:docMk/>
          <pc:sldMk cId="3292514151" sldId="458"/>
        </pc:sldMkLst>
        <pc:spChg chg="mod">
          <ac:chgData name="Mohammed Fasha" userId="S::mohammed.fasha@uop.edu.jo::cc64f42d-a1a6-4f08-b97b-0c37f877119f" providerId="AD" clId="Web-{66E75AB1-FCE8-0FCD-8995-E220AF9681CC}" dt="2025-03-15T07:01:24.191" v="192" actId="20577"/>
          <ac:spMkLst>
            <pc:docMk/>
            <pc:sldMk cId="3292514151" sldId="458"/>
            <ac:spMk id="2" creationId="{45EB7BEC-4D69-812E-F89E-4ADE17CABFD3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0:23.906" v="173" actId="14100"/>
          <ac:spMkLst>
            <pc:docMk/>
            <pc:sldMk cId="3292514151" sldId="458"/>
            <ac:spMk id="3" creationId="{CC874DA9-7000-FA16-2C22-09366EA22F8E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0:58.783" v="176" actId="1076"/>
          <ac:picMkLst>
            <pc:docMk/>
            <pc:sldMk cId="3292514151" sldId="458"/>
            <ac:picMk id="4" creationId="{04FEF93C-E659-4588-019E-11ECBC9C1E25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100"/>
        <pc:sldMkLst>
          <pc:docMk/>
          <pc:sldMk cId="484589733" sldId="459"/>
        </pc:sldMkLst>
      </pc:sldChg>
      <pc:sldChg chg="addSp modSp add replId addAnim">
        <pc:chgData name="Mohammed Fasha" userId="S::mohammed.fasha@uop.edu.jo::cc64f42d-a1a6-4f08-b97b-0c37f877119f" providerId="AD" clId="Web-{66E75AB1-FCE8-0FCD-8995-E220AF9681CC}" dt="2025-03-15T07:02:26.163" v="210" actId="1076"/>
        <pc:sldMkLst>
          <pc:docMk/>
          <pc:sldMk cId="3675936543" sldId="459"/>
        </pc:sldMkLst>
        <pc:spChg chg="mod">
          <ac:chgData name="Mohammed Fasha" userId="S::mohammed.fasha@uop.edu.jo::cc64f42d-a1a6-4f08-b97b-0c37f877119f" providerId="AD" clId="Web-{66E75AB1-FCE8-0FCD-8995-E220AF9681CC}" dt="2025-03-15T07:02:09.037" v="208" actId="20577"/>
          <ac:spMkLst>
            <pc:docMk/>
            <pc:sldMk cId="3675936543" sldId="459"/>
            <ac:spMk id="2" creationId="{0B3ACAF2-DAEF-7BBA-0F42-12648ABEC081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2:04.334" v="196" actId="20577"/>
          <ac:spMkLst>
            <pc:docMk/>
            <pc:sldMk cId="3675936543" sldId="459"/>
            <ac:spMk id="3" creationId="{6F97936B-8C4D-ED10-13ED-8EE0239951F5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2:26.163" v="210" actId="1076"/>
          <ac:picMkLst>
            <pc:docMk/>
            <pc:sldMk cId="3675936543" sldId="459"/>
            <ac:picMk id="4" creationId="{AB9BA58E-1DF8-D2A6-CB44-1B983B8A677E}"/>
          </ac:picMkLst>
        </pc:picChg>
      </pc:sldChg>
      <pc:sldChg chg="addSp modSp new ord addAnim">
        <pc:chgData name="Mohammed Fasha" userId="S::mohammed.fasha@uop.edu.jo::cc64f42d-a1a6-4f08-b97b-0c37f877119f" providerId="AD" clId="Web-{66E75AB1-FCE8-0FCD-8995-E220AF9681CC}" dt="2025-03-15T07:04:19.795" v="257"/>
        <pc:sldMkLst>
          <pc:docMk/>
          <pc:sldMk cId="819366188" sldId="460"/>
        </pc:sldMkLst>
        <pc:spChg chg="mod">
          <ac:chgData name="Mohammed Fasha" userId="S::mohammed.fasha@uop.edu.jo::cc64f42d-a1a6-4f08-b97b-0c37f877119f" providerId="AD" clId="Web-{66E75AB1-FCE8-0FCD-8995-E220AF9681CC}" dt="2025-03-15T07:03:56.887" v="253" actId="14100"/>
          <ac:spMkLst>
            <pc:docMk/>
            <pc:sldMk cId="819366188" sldId="460"/>
            <ac:spMk id="3" creationId="{0F1F1C94-3747-2B3B-C88F-DC7404B91F95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4:09.544" v="255" actId="1076"/>
          <ac:picMkLst>
            <pc:docMk/>
            <pc:sldMk cId="819366188" sldId="460"/>
            <ac:picMk id="4" creationId="{14D54A45-6B20-6430-76F9-AD84FDC40094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99"/>
        <pc:sldMkLst>
          <pc:docMk/>
          <pc:sldMk cId="1770736122" sldId="460"/>
        </pc:sldMkLst>
      </pc:sldChg>
      <pc:sldChg chg="modSp new">
        <pc:chgData name="Mohammed Fasha" userId="S::mohammed.fasha@uop.edu.jo::cc64f42d-a1a6-4f08-b97b-0c37f877119f" providerId="AD" clId="Web-{66E75AB1-FCE8-0FCD-8995-E220AF9681CC}" dt="2025-03-15T07:04:38.046" v="266" actId="20577"/>
        <pc:sldMkLst>
          <pc:docMk/>
          <pc:sldMk cId="247418909" sldId="461"/>
        </pc:sldMkLst>
        <pc:spChg chg="mod">
          <ac:chgData name="Mohammed Fasha" userId="S::mohammed.fasha@uop.edu.jo::cc64f42d-a1a6-4f08-b97b-0c37f877119f" providerId="AD" clId="Web-{66E75AB1-FCE8-0FCD-8995-E220AF9681CC}" dt="2025-03-15T07:04:35.749" v="263" actId="20577"/>
          <ac:spMkLst>
            <pc:docMk/>
            <pc:sldMk cId="247418909" sldId="461"/>
            <ac:spMk id="2" creationId="{4D21DB0D-2E23-686F-FCBA-3B3B56206A91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4:38.046" v="266" actId="20577"/>
          <ac:spMkLst>
            <pc:docMk/>
            <pc:sldMk cId="247418909" sldId="461"/>
            <ac:spMk id="3" creationId="{7183F8A0-72C4-77C2-DF53-34D853F65091}"/>
          </ac:spMkLst>
        </pc:spChg>
      </pc:sldChg>
      <pc:sldChg chg="addSp delSp modSp new">
        <pc:chgData name="Mohammed Fasha" userId="S::mohammed.fasha@uop.edu.jo::cc64f42d-a1a6-4f08-b97b-0c37f877119f" providerId="AD" clId="Web-{66E75AB1-FCE8-0FCD-8995-E220AF9681CC}" dt="2025-03-15T07:09:35.299" v="331" actId="1076"/>
        <pc:sldMkLst>
          <pc:docMk/>
          <pc:sldMk cId="1157240725" sldId="462"/>
        </pc:sldMkLst>
        <pc:spChg chg="mod">
          <ac:chgData name="Mohammed Fasha" userId="S::mohammed.fasha@uop.edu.jo::cc64f42d-a1a6-4f08-b97b-0c37f877119f" providerId="AD" clId="Web-{66E75AB1-FCE8-0FCD-8995-E220AF9681CC}" dt="2025-03-15T07:07:27.072" v="311" actId="20577"/>
          <ac:spMkLst>
            <pc:docMk/>
            <pc:sldMk cId="1157240725" sldId="462"/>
            <ac:spMk id="2" creationId="{FD8ACEC8-0F55-9759-D03C-14EC0DAB9405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5:19.564" v="279" actId="14100"/>
          <ac:spMkLst>
            <pc:docMk/>
            <pc:sldMk cId="1157240725" sldId="462"/>
            <ac:spMk id="3" creationId="{2EC12319-03FE-522D-1B17-28A18671AD74}"/>
          </ac:spMkLst>
        </pc:spChg>
        <pc:spChg chg="add mod">
          <ac:chgData name="Mohammed Fasha" userId="S::mohammed.fasha@uop.edu.jo::cc64f42d-a1a6-4f08-b97b-0c37f877119f" providerId="AD" clId="Web-{66E75AB1-FCE8-0FCD-8995-E220AF9681CC}" dt="2025-03-15T07:09:29.814" v="329" actId="1076"/>
          <ac:spMkLst>
            <pc:docMk/>
            <pc:sldMk cId="1157240725" sldId="462"/>
            <ac:spMk id="6" creationId="{419C88E5-311B-7C37-EF21-759240673147}"/>
          </ac:spMkLst>
        </pc:spChg>
        <pc:spChg chg="add mod">
          <ac:chgData name="Mohammed Fasha" userId="S::mohammed.fasha@uop.edu.jo::cc64f42d-a1a6-4f08-b97b-0c37f877119f" providerId="AD" clId="Web-{66E75AB1-FCE8-0FCD-8995-E220AF9681CC}" dt="2025-03-15T07:09:27.157" v="328" actId="1076"/>
          <ac:spMkLst>
            <pc:docMk/>
            <pc:sldMk cId="1157240725" sldId="462"/>
            <ac:spMk id="7" creationId="{35A5277C-1397-7A8F-6AC4-A6499E15E61D}"/>
          </ac:spMkLst>
        </pc:spChg>
        <pc:picChg chg="add del mod">
          <ac:chgData name="Mohammed Fasha" userId="S::mohammed.fasha@uop.edu.jo::cc64f42d-a1a6-4f08-b97b-0c37f877119f" providerId="AD" clId="Web-{66E75AB1-FCE8-0FCD-8995-E220AF9681CC}" dt="2025-03-15T07:05:59.457" v="282"/>
          <ac:picMkLst>
            <pc:docMk/>
            <pc:sldMk cId="1157240725" sldId="462"/>
            <ac:picMk id="4" creationId="{51D19A64-1161-EC4F-4689-31E54D8932DA}"/>
          </ac:picMkLst>
        </pc:picChg>
        <pc:picChg chg="add mod">
          <ac:chgData name="Mohammed Fasha" userId="S::mohammed.fasha@uop.edu.jo::cc64f42d-a1a6-4f08-b97b-0c37f877119f" providerId="AD" clId="Web-{66E75AB1-FCE8-0FCD-8995-E220AF9681CC}" dt="2025-03-15T07:09:35.299" v="331" actId="1076"/>
          <ac:picMkLst>
            <pc:docMk/>
            <pc:sldMk cId="1157240725" sldId="462"/>
            <ac:picMk id="5" creationId="{B9235460-1193-17E8-C395-E3B702DEAFC0}"/>
          </ac:picMkLst>
        </pc:picChg>
      </pc:sldChg>
      <pc:sldChg chg="addSp modSp add replId">
        <pc:chgData name="Mohammed Fasha" userId="S::mohammed.fasha@uop.edu.jo::cc64f42d-a1a6-4f08-b97b-0c37f877119f" providerId="AD" clId="Web-{66E75AB1-FCE8-0FCD-8995-E220AF9681CC}" dt="2025-03-15T07:27:28.077" v="349" actId="1076"/>
        <pc:sldMkLst>
          <pc:docMk/>
          <pc:sldMk cId="2617340595" sldId="463"/>
        </pc:sldMkLst>
        <pc:spChg chg="mod">
          <ac:chgData name="Mohammed Fasha" userId="S::mohammed.fasha@uop.edu.jo::cc64f42d-a1a6-4f08-b97b-0c37f877119f" providerId="AD" clId="Web-{66E75AB1-FCE8-0FCD-8995-E220AF9681CC}" dt="2025-03-15T07:27:24.436" v="348" actId="20577"/>
          <ac:spMkLst>
            <pc:docMk/>
            <pc:sldMk cId="2617340595" sldId="463"/>
            <ac:spMk id="3" creationId="{891DCAA0-5A3F-EEBE-021E-8D9D6B92B64A}"/>
          </ac:spMkLst>
        </pc:spChg>
        <pc:spChg chg="add mod">
          <ac:chgData name="Mohammed Fasha" userId="S::mohammed.fasha@uop.edu.jo::cc64f42d-a1a6-4f08-b97b-0c37f877119f" providerId="AD" clId="Web-{66E75AB1-FCE8-0FCD-8995-E220AF9681CC}" dt="2025-03-15T07:27:10.514" v="346" actId="1076"/>
          <ac:spMkLst>
            <pc:docMk/>
            <pc:sldMk cId="2617340595" sldId="463"/>
            <ac:spMk id="5" creationId="{0EE62ADA-E312-FE03-63AA-32558CEA7F2B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27:28.077" v="349" actId="1076"/>
          <ac:picMkLst>
            <pc:docMk/>
            <pc:sldMk cId="2617340595" sldId="463"/>
            <ac:picMk id="4" creationId="{76C95208-81C7-5CF3-E454-2C18A3F25FC0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102"/>
        <pc:sldMkLst>
          <pc:docMk/>
          <pc:sldMk cId="2965647848" sldId="46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1"/>
        <pc:sldMkLst>
          <pc:docMk/>
          <pc:sldMk cId="109379533" sldId="464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015" v="269"/>
        <pc:sldMkLst>
          <pc:docMk/>
          <pc:sldMk cId="2675381745" sldId="464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140" v="270"/>
        <pc:sldMkLst>
          <pc:docMk/>
          <pc:sldMk cId="4195523681" sldId="465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484" v="271"/>
        <pc:sldMkLst>
          <pc:docMk/>
          <pc:sldMk cId="4047127300" sldId="46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2"/>
        <pc:sldMkLst>
          <pc:docMk/>
          <pc:sldMk cId="719424402" sldId="467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609" v="272"/>
        <pc:sldMkLst>
          <pc:docMk/>
          <pc:sldMk cId="3183967706" sldId="467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953" v="273"/>
        <pc:sldMkLst>
          <pc:docMk/>
          <pc:sldMk cId="3161654258" sldId="468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078" v="274"/>
        <pc:sldMkLst>
          <pc:docMk/>
          <pc:sldMk cId="2175348861" sldId="469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281" v="275"/>
        <pc:sldMkLst>
          <pc:docMk/>
          <pc:sldMk cId="2988183144" sldId="470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421" v="276"/>
        <pc:sldMkLst>
          <pc:docMk/>
          <pc:sldMk cId="1572681964" sldId="4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4"/>
        <pc:sldMkLst>
          <pc:docMk/>
          <pc:sldMk cId="3168600941" sldId="4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0"/>
        <pc:sldMkLst>
          <pc:docMk/>
          <pc:sldMk cId="2302099845" sldId="47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8"/>
        <pc:sldMkLst>
          <pc:docMk/>
          <pc:sldMk cId="118211851" sldId="47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7"/>
        <pc:sldMkLst>
          <pc:docMk/>
          <pc:sldMk cId="1150689950" sldId="47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3"/>
        <pc:sldMkLst>
          <pc:docMk/>
          <pc:sldMk cId="942593251" sldId="47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6"/>
        <pc:sldMkLst>
          <pc:docMk/>
          <pc:sldMk cId="94366255" sldId="47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8"/>
        <pc:sldMkLst>
          <pc:docMk/>
          <pc:sldMk cId="3109107256" sldId="47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78"/>
        <pc:sldMkLst>
          <pc:docMk/>
          <pc:sldMk cId="408884363" sldId="48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8"/>
        <pc:sldMkLst>
          <pc:docMk/>
          <pc:sldMk cId="994101439" sldId="4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7"/>
        <pc:sldMkLst>
          <pc:docMk/>
          <pc:sldMk cId="1440183149" sldId="48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8"/>
        <pc:sldMkLst>
          <pc:docMk/>
          <pc:sldMk cId="3841714060" sldId="48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4"/>
        <pc:sldMkLst>
          <pc:docMk/>
          <pc:sldMk cId="833725597" sldId="48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3"/>
        <pc:sldMkLst>
          <pc:docMk/>
          <pc:sldMk cId="4123470834" sldId="48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7"/>
        <pc:sldMkLst>
          <pc:docMk/>
          <pc:sldMk cId="4022017735" sldId="49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1"/>
        <pc:sldMkLst>
          <pc:docMk/>
          <pc:sldMk cId="2225061527" sldId="49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6"/>
        <pc:sldMkLst>
          <pc:docMk/>
          <pc:sldMk cId="673932695" sldId="49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5"/>
        <pc:sldMkLst>
          <pc:docMk/>
          <pc:sldMk cId="2512069021" sldId="49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1"/>
        <pc:sldMkLst>
          <pc:docMk/>
          <pc:sldMk cId="3290660304" sldId="4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3"/>
        <pc:sldMkLst>
          <pc:docMk/>
          <pc:sldMk cId="4079654275" sldId="49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6"/>
        <pc:sldMkLst>
          <pc:docMk/>
          <pc:sldMk cId="1501311303" sldId="49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5"/>
        <pc:sldMkLst>
          <pc:docMk/>
          <pc:sldMk cId="2557217836" sldId="4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UNmqTiOnRf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p.migdal.pl/2017/01/06/king-man-woman-queen-why.html" TargetMode="External"/><Relationship Id="rId2" Type="http://schemas.openxmlformats.org/officeDocument/2006/relationships/hyperlink" Target="https://machinelearningmastery.com/what-are-word-embedding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hogrammer.com/2017/01/20/the-list-of-pretrained-word-embeddings/" TargetMode="External"/><Relationship Id="rId5" Type="http://schemas.openxmlformats.org/officeDocument/2006/relationships/hyperlink" Target="https://en.wikipedia.org/wiki/Word_embedding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jalammar.github.io/visualizing-neural-machine-translation-mechanics-of-seq2seq-models-with-attentio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79230"/>
            <a:ext cx="914400" cy="120491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07CF054-390C-DCFC-C9A6-9E95C859A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307307</a:t>
            </a:r>
            <a:br>
              <a:rPr lang="en-US" sz="3600" dirty="0">
                <a:ea typeface="Calibri Light"/>
                <a:cs typeface="Calibri Light"/>
              </a:rPr>
            </a:br>
            <a:r>
              <a:rPr lang="en-US" sz="3600" dirty="0">
                <a:ea typeface="Calibri Light"/>
                <a:cs typeface="Calibri Light"/>
              </a:rPr>
              <a:t>Part 3 – Introduction to Large </a:t>
            </a:r>
            <a:r>
              <a:rPr lang="en-US" sz="3600" dirty="0" err="1">
                <a:ea typeface="Calibri Light"/>
                <a:cs typeface="Calibri Light"/>
              </a:rPr>
              <a:t>Langauge</a:t>
            </a:r>
            <a:r>
              <a:rPr lang="en-US" sz="3600" dirty="0">
                <a:ea typeface="Calibri Light"/>
                <a:cs typeface="Calibri Light"/>
              </a:rPr>
              <a:t> Models</a:t>
            </a:r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599965F-D781-62F6-30A4-33D89AC8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4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E847-78EB-D12D-1289-076C0304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The Basics of Attention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CEA9E-7399-77E7-47C4-29CCAD688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At its simplest, attention is a way for a model to focus on relevant parts of input when producing output. </a:t>
            </a:r>
          </a:p>
          <a:p>
            <a:r>
              <a:rPr lang="en-US" dirty="0">
                <a:ea typeface="+mn-lt"/>
                <a:cs typeface="+mn-lt"/>
              </a:rPr>
              <a:t>Think of it as how humans pay attention to specific words or ideas in a conversation while ignoring irrelevant details.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294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ED72-FB9A-608C-9361-5D08DC09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1FB57-5DED-E50C-1567-36D9B32E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Sequence to Sequence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28FB2-87E2-1D21-8D90-2EFD9759E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50"/>
            <a:ext cx="10515600" cy="14507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A sequence-to-sequence model is a model that takes a sequence of items (words, letters, features of an images…</a:t>
            </a:r>
            <a:r>
              <a:rPr lang="en-US" dirty="0" err="1">
                <a:ea typeface="Calibri"/>
                <a:cs typeface="Calibri"/>
              </a:rPr>
              <a:t>etc</a:t>
            </a:r>
            <a:r>
              <a:rPr lang="en-US" dirty="0">
                <a:ea typeface="Calibri"/>
                <a:cs typeface="Calibri"/>
              </a:rPr>
              <a:t>) and outputs another sequence of items. A trained model would work like this:</a:t>
            </a:r>
            <a:endParaRPr lang="en-US" dirty="0"/>
          </a:p>
        </p:txBody>
      </p:sp>
      <p:pic>
        <p:nvPicPr>
          <p:cNvPr id="5" name="seq2seq_1">
            <a:hlinkClick r:id="" action="ppaction://media"/>
            <a:extLst>
              <a:ext uri="{FF2B5EF4-FFF2-40B4-BE49-F238E27FC236}">
                <a16:creationId xmlns:a16="http://schemas.microsoft.com/office/drawing/2014/main" id="{636FA7FB-3AE2-6015-EDCA-D3841BBEA0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7376" y="3059206"/>
            <a:ext cx="97536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9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22C7-B2B8-77EF-6C75-4480304F5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7BEC-4D69-812E-F89E-4ADE17CA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Neural Machine Translation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4DA9-7000-FA16-2C22-09366EA22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477"/>
            <a:ext cx="10515600" cy="11511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In neural machine translation, a sequence is a series of words, processed one after another. The output is, likewise, a series of words:</a:t>
            </a:r>
            <a:endParaRPr lang="en-US" dirty="0"/>
          </a:p>
        </p:txBody>
      </p:sp>
      <p:pic>
        <p:nvPicPr>
          <p:cNvPr id="4" name="seq2seq_2">
            <a:hlinkClick r:id="" action="ppaction://media"/>
            <a:extLst>
              <a:ext uri="{FF2B5EF4-FFF2-40B4-BE49-F238E27FC236}">
                <a16:creationId xmlns:a16="http://schemas.microsoft.com/office/drawing/2014/main" id="{04FEF93C-E659-4588-019E-11ECBC9C1E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3044264"/>
            <a:ext cx="97536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1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C8BB5-F980-49ED-DFAE-DF17EDD9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CAF2-DAEF-7BBA-0F42-12648ABE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Looking Under the Hood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7936B-8C4D-ED10-13ED-8EE023995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Under the hood, the model is composed of an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and a </a:t>
            </a:r>
            <a:r>
              <a:rPr lang="en-US" sz="1400" dirty="0">
                <a:solidFill>
                  <a:srgbClr val="B36AE2"/>
                </a:solidFill>
                <a:latin typeface="Helvetica"/>
                <a:cs typeface="Helvetica"/>
              </a:rPr>
              <a:t>decoder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.</a:t>
            </a:r>
            <a:endParaRPr lang="en-US" dirty="0"/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processes each item in the input sequence, it compiles the information it captures into a vector (called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). After processing the entire input sequence, 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sends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over to the </a:t>
            </a:r>
            <a:r>
              <a:rPr lang="en-US" sz="1400" dirty="0">
                <a:solidFill>
                  <a:srgbClr val="B36AE2"/>
                </a:solidFill>
                <a:latin typeface="Helvetica"/>
                <a:cs typeface="Helvetica"/>
              </a:rPr>
              <a:t>decoder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, which begins producing the output sequence item by item.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seq2seq_3">
            <a:hlinkClick r:id="" action="ppaction://media"/>
            <a:extLst>
              <a:ext uri="{FF2B5EF4-FFF2-40B4-BE49-F238E27FC236}">
                <a16:creationId xmlns:a16="http://schemas.microsoft.com/office/drawing/2014/main" id="{AB9BA58E-1DF8-D2A6-CB44-1B983B8A67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3306482"/>
            <a:ext cx="9753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3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231D-5644-569B-60F1-118FB6FD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F1C94-3747-2B3B-C88F-DC7404B91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50"/>
            <a:ext cx="10515600" cy="837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The same applies in the case of machine translation.</a:t>
            </a:r>
          </a:p>
        </p:txBody>
      </p:sp>
      <p:pic>
        <p:nvPicPr>
          <p:cNvPr id="4" name="seq2seq_4">
            <a:hlinkClick r:id="" action="ppaction://media"/>
            <a:extLst>
              <a:ext uri="{FF2B5EF4-FFF2-40B4-BE49-F238E27FC236}">
                <a16:creationId xmlns:a16="http://schemas.microsoft.com/office/drawing/2014/main" id="{14D54A45-6B20-6430-76F9-AD84FDC400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2969777"/>
            <a:ext cx="9753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6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CEC8-0F55-9759-D03C-14EC0DAB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Text 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2319-03FE-522D-1B17-28A18671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50"/>
            <a:ext cx="10515600" cy="7494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is a vector (an array of numbers, basically) in the case of machine translation. 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and </a:t>
            </a:r>
            <a:r>
              <a:rPr lang="en-US" sz="1400" dirty="0">
                <a:solidFill>
                  <a:srgbClr val="B36AE2"/>
                </a:solidFill>
                <a:latin typeface="Helvetica"/>
                <a:cs typeface="Helvetica"/>
              </a:rPr>
              <a:t>decoder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tend to both be recurrent neural networks (Be sure to check out Luis Serrano’s </a:t>
            </a:r>
            <a:r>
              <a:rPr lang="en-US" sz="1400" dirty="0">
                <a:solidFill>
                  <a:srgbClr val="4183C4"/>
                </a:solidFill>
                <a:latin typeface="Helvetica"/>
                <a:cs typeface="Helvetica"/>
                <a:hlinkClick r:id="rId2"/>
              </a:rPr>
              <a:t>A friendly introduction to Recurrent Neural Networks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for an intro to RNNs).</a:t>
            </a:r>
            <a:endParaRPr lang="en-US" dirty="0"/>
          </a:p>
        </p:txBody>
      </p:sp>
      <p:pic>
        <p:nvPicPr>
          <p:cNvPr id="5" name="Picture 4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B9235460-1193-17E8-C395-E3B702DEA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245" y="2653682"/>
            <a:ext cx="6199511" cy="2177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9C88E5-311B-7C37-EF21-759240673147}"/>
              </a:ext>
            </a:extLst>
          </p:cNvPr>
          <p:cNvSpPr txBox="1"/>
          <p:nvPr/>
        </p:nvSpPr>
        <p:spPr>
          <a:xfrm>
            <a:off x="2580011" y="5048081"/>
            <a:ext cx="73961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The </a:t>
            </a:r>
            <a:r>
              <a:rPr lang="en-US" sz="120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20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 is a vector of floats. Later in this post we will visualize vectors in color by assigning brighter colors to the cells with higher values.</a:t>
            </a:r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5277C-1397-7A8F-6AC4-A6499E15E61D}"/>
              </a:ext>
            </a:extLst>
          </p:cNvPr>
          <p:cNvSpPr txBox="1"/>
          <p:nvPr/>
        </p:nvSpPr>
        <p:spPr>
          <a:xfrm>
            <a:off x="806508" y="5843798"/>
            <a:ext cx="1094312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You can set the size of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 vector when you set up your model. It is basically the number of hidden units in 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 RNN. These visualizations show a vector of size 4, but in real world applications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 vector would be of a size like 256, 512, or 1024.</a:t>
            </a:r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7240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DD7F-7DC3-8CC9-C0F0-1647D96B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4489-C96E-64DA-01C7-8148E0CFA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DCAA0-5A3F-EEBE-021E-8D9D6B92B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By design, a RNN takes two inputs at each time step: an input (in the case of the encoder, one word from the input sentence), and a hidden state.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 word, however, needs to be represented by a vector.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To transform a word into a vector, we turn to the class of methods called “</a:t>
            </a:r>
            <a:r>
              <a:rPr lang="en-US" sz="1400" dirty="0">
                <a:solidFill>
                  <a:srgbClr val="4183C4"/>
                </a:solidFill>
                <a:latin typeface="Helvetica"/>
                <a:cs typeface="Helvetica"/>
                <a:hlinkClick r:id="rId2"/>
              </a:rPr>
              <a:t>word embedding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” algorithms.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These turn words into vector spaces that capture a lot of the meaning/semantic information of the words (e.g. </a:t>
            </a:r>
            <a:r>
              <a:rPr lang="en-US" sz="1400" dirty="0">
                <a:solidFill>
                  <a:srgbClr val="4183C4"/>
                </a:solidFill>
                <a:latin typeface="Helvetica"/>
                <a:cs typeface="Helvetica"/>
                <a:hlinkClick r:id="rId3"/>
              </a:rPr>
              <a:t>king - man + woman = queen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).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A group of numbers in green squares&#10;&#10;AI-generated content may be incorrect.">
            <a:extLst>
              <a:ext uri="{FF2B5EF4-FFF2-40B4-BE49-F238E27FC236}">
                <a16:creationId xmlns:a16="http://schemas.microsoft.com/office/drawing/2014/main" id="{76C95208-81C7-5CF3-E454-2C18A3F2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374" y="3332201"/>
            <a:ext cx="5750737" cy="1879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E62ADA-E312-FE03-63AA-32558CEA7F2B}"/>
              </a:ext>
            </a:extLst>
          </p:cNvPr>
          <p:cNvSpPr txBox="1"/>
          <p:nvPr/>
        </p:nvSpPr>
        <p:spPr>
          <a:xfrm>
            <a:off x="2687904" y="5837055"/>
            <a:ext cx="767934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We need to turn the input words into vectors before processing them. That transformation is done using a </a:t>
            </a:r>
            <a:r>
              <a:rPr lang="en-US" sz="1200" dirty="0">
                <a:solidFill>
                  <a:srgbClr val="4183C4"/>
                </a:solidFill>
                <a:highlight>
                  <a:srgbClr val="FFFFFF"/>
                </a:highlight>
                <a:latin typeface="Helvetica"/>
                <a:cs typeface="Helvetica"/>
                <a:hlinkClick r:id="rId5"/>
              </a:rPr>
              <a:t>word embedding</a:t>
            </a:r>
            <a:r>
              <a:rPr lang="en-US" sz="1200" dirty="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 algorithm. We can use </a:t>
            </a:r>
            <a:r>
              <a:rPr lang="en-US" sz="1200" dirty="0">
                <a:solidFill>
                  <a:srgbClr val="4183C4"/>
                </a:solidFill>
                <a:highlight>
                  <a:srgbClr val="FFFFFF"/>
                </a:highlight>
                <a:latin typeface="Helvetica"/>
                <a:cs typeface="Helvetica"/>
                <a:hlinkClick r:id="rId6"/>
              </a:rPr>
              <a:t>pre-trained embeddings</a:t>
            </a:r>
            <a:r>
              <a:rPr lang="en-US" sz="1200" dirty="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 or train our own embedding on our dataset. Embedding vectors of size 200 or 300 are typical, we're showing a vector of size four for simplicity.</a:t>
            </a:r>
            <a:endParaRPr lang="en-US" sz="1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7340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06451-7A3A-9597-7660-A77AE45B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3FBD-A8EC-A535-0F43-B16F175A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9EE4F-F63A-9666-F6DF-B1E9BFF48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1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C29F-8B32-2D99-5511-B01BC15C2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91BC3-1372-0276-CAB5-BE531AB1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9EB8C-F685-F451-C494-75550D723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3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207E-053F-772D-966D-0C59BC23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FE086-0DB2-36CE-DEBD-6E726BBDA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DE48D-2072-0C02-61D1-4BB2B435B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27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C64F-DE9C-1A7A-24ED-EC9E02BDF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9964-3943-DF47-7B77-64435A4C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7EA0-79CA-4B28-8932-4D05077F8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67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C66C1-C63C-B912-789A-1A4891FB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44BD-FE0A-EE81-6FA5-4B18B06E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1225-22CB-E149-3C27-D3E57F470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54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4FC91-A9FF-1601-9B02-D9EC8B93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F54E-BACB-58CD-BC7C-81F34103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B5321-6249-B890-447D-B220E0631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48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BDCA-FE82-C165-0EA8-C9C21640D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1964B-9B6A-91D3-3780-BFA5E7A2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4F00E-D8A7-F5ED-39F3-0A87CDA6A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83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AE81-6DE8-62D4-C688-87F58C90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CEBE-D203-F806-65E5-F9A73B330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B528-AECA-38EB-102E-6E15BF5B7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1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DB0D-2E23-686F-FCBA-3B3B5620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3F8A0-72C4-77C2-DF53-34D853F65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https://jalammar.github.io/visualizing-neural-machine-translation-mechanics-of-seq2seq-models-with-attention/</a:t>
            </a:r>
            <a:endParaRPr lang="en-US">
              <a:ea typeface="+mn-lt"/>
              <a:cs typeface="+mn-lt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41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7342</TotalTime>
  <Words>4130</Words>
  <Application>Microsoft Office PowerPoint</Application>
  <PresentationFormat>Widescreen</PresentationFormat>
  <Paragraphs>463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307307 Part 3 – Introduction to Large Langauge Models</vt:lpstr>
      <vt:lpstr>The Basics of Attention</vt:lpstr>
      <vt:lpstr>Sequence to Sequence Models</vt:lpstr>
      <vt:lpstr>Neural Machine Translation</vt:lpstr>
      <vt:lpstr>Looking Under the Hood</vt:lpstr>
      <vt:lpstr>PowerPoint Presentation</vt:lpstr>
      <vt:lpstr>Text Context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1189</cp:revision>
  <dcterms:created xsi:type="dcterms:W3CDTF">2023-03-26T11:17:23Z</dcterms:created>
  <dcterms:modified xsi:type="dcterms:W3CDTF">2025-03-15T07:27:33Z</dcterms:modified>
</cp:coreProperties>
</file>