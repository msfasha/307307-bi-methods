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455" r:id="rId2"/>
    <p:sldId id="520" r:id="rId3"/>
    <p:sldId id="560" r:id="rId4"/>
    <p:sldId id="521" r:id="rId5"/>
    <p:sldId id="530" r:id="rId6"/>
    <p:sldId id="531" r:id="rId7"/>
    <p:sldId id="497" r:id="rId8"/>
    <p:sldId id="525" r:id="rId9"/>
    <p:sldId id="532" r:id="rId10"/>
    <p:sldId id="533" r:id="rId11"/>
    <p:sldId id="534" r:id="rId12"/>
    <p:sldId id="535" r:id="rId13"/>
    <p:sldId id="536" r:id="rId14"/>
    <p:sldId id="537" r:id="rId15"/>
    <p:sldId id="538" r:id="rId16"/>
    <p:sldId id="559" r:id="rId17"/>
    <p:sldId id="539" r:id="rId18"/>
    <p:sldId id="542" r:id="rId19"/>
    <p:sldId id="540" r:id="rId20"/>
    <p:sldId id="561" r:id="rId21"/>
    <p:sldId id="562" r:id="rId22"/>
    <p:sldId id="545" r:id="rId23"/>
    <p:sldId id="546" r:id="rId24"/>
    <p:sldId id="551" r:id="rId25"/>
    <p:sldId id="550" r:id="rId26"/>
    <p:sldId id="552" r:id="rId27"/>
    <p:sldId id="553" r:id="rId28"/>
    <p:sldId id="554" r:id="rId29"/>
    <p:sldId id="555" r:id="rId30"/>
    <p:sldId id="549" r:id="rId31"/>
    <p:sldId id="547" r:id="rId32"/>
    <p:sldId id="557" r:id="rId33"/>
    <p:sldId id="548" r:id="rId34"/>
    <p:sldId id="558" r:id="rId35"/>
    <p:sldId id="556"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uthor" initials="A"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823B"/>
    <a:srgbClr val="67337A"/>
    <a:srgbClr val="00642D"/>
    <a:srgbClr val="98A5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34F862C-5423-415F-8625-CCE86B4944CE}" v="83" dt="2025-03-21T12:02:04.70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338" autoAdjust="0"/>
    <p:restoredTop sz="94660"/>
  </p:normalViewPr>
  <p:slideViewPr>
    <p:cSldViewPr snapToGrid="0">
      <p:cViewPr varScale="1">
        <p:scale>
          <a:sx n="155" d="100"/>
          <a:sy n="155" d="100"/>
        </p:scale>
        <p:origin x="516" y="15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commentAuthors" Target="commen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hammed Fasha" userId="cc64f42d-a1a6-4f08-b97b-0c37f877119f" providerId="ADAL" clId="{4C71ED24-115E-432D-933D-C801DA3E52F1}"/>
    <pc:docChg chg="delSld">
      <pc:chgData name="Mohammed Fasha" userId="cc64f42d-a1a6-4f08-b97b-0c37f877119f" providerId="ADAL" clId="{4C71ED24-115E-432D-933D-C801DA3E52F1}" dt="2024-12-29T03:12:49.974" v="2" actId="47"/>
      <pc:docMkLst>
        <pc:docMk/>
      </pc:docMkLst>
    </pc:docChg>
  </pc:docChgLst>
  <pc:docChgLst>
    <pc:chgData name="Mohammed Fasha" userId="cc64f42d-a1a6-4f08-b97b-0c37f877119f" providerId="ADAL" clId="{BECD4A7F-C1AF-4585-8C31-FE7D4FE3ED16}"/>
    <pc:docChg chg="undo redo custSel addSld delSld modSld sldOrd">
      <pc:chgData name="Mohammed Fasha" userId="cc64f42d-a1a6-4f08-b97b-0c37f877119f" providerId="ADAL" clId="{BECD4A7F-C1AF-4585-8C31-FE7D4FE3ED16}" dt="2025-01-05T16:36:16.605" v="1945" actId="1076"/>
      <pc:docMkLst>
        <pc:docMk/>
      </pc:docMkLst>
    </pc:docChg>
  </pc:docChgLst>
  <pc:docChgLst>
    <pc:chgData name="Mohammed Fasha" userId="cc64f42d-a1a6-4f08-b97b-0c37f877119f" providerId="ADAL" clId="{1BAE7373-BC78-49F1-9262-209B991CDE28}"/>
    <pc:docChg chg="undo redo custSel addSld delSld modSld sldOrd">
      <pc:chgData name="Mohammed Fasha" userId="cc64f42d-a1a6-4f08-b97b-0c37f877119f" providerId="ADAL" clId="{1BAE7373-BC78-49F1-9262-209B991CDE28}" dt="2025-03-15T11:52:00.762" v="910" actId="47"/>
      <pc:docMkLst>
        <pc:docMk/>
      </pc:docMkLst>
      <pc:sldChg chg="modSp mod">
        <pc:chgData name="Mohammed Fasha" userId="cc64f42d-a1a6-4f08-b97b-0c37f877119f" providerId="ADAL" clId="{1BAE7373-BC78-49F1-9262-209B991CDE28}" dt="2025-03-13T04:05:10.584" v="53" actId="20577"/>
        <pc:sldMkLst>
          <pc:docMk/>
          <pc:sldMk cId="1489447582" sldId="455"/>
        </pc:sldMkLst>
        <pc:spChg chg="mod">
          <ac:chgData name="Mohammed Fasha" userId="cc64f42d-a1a6-4f08-b97b-0c37f877119f" providerId="ADAL" clId="{1BAE7373-BC78-49F1-9262-209B991CDE28}" dt="2025-03-13T04:05:10.584" v="53" actId="20577"/>
          <ac:spMkLst>
            <pc:docMk/>
            <pc:sldMk cId="1489447582" sldId="455"/>
            <ac:spMk id="8" creationId="{107CF054-390C-DCFC-C9A6-9E95C859A175}"/>
          </ac:spMkLst>
        </pc:spChg>
      </pc:sldChg>
      <pc:sldChg chg="modSp new mod">
        <pc:chgData name="Mohammed Fasha" userId="cc64f42d-a1a6-4f08-b97b-0c37f877119f" providerId="ADAL" clId="{1BAE7373-BC78-49F1-9262-209B991CDE28}" dt="2025-03-13T04:10:14.044" v="122" actId="6549"/>
        <pc:sldMkLst>
          <pc:docMk/>
          <pc:sldMk cId="2022598249" sldId="497"/>
        </pc:sldMkLst>
        <pc:spChg chg="mod">
          <ac:chgData name="Mohammed Fasha" userId="cc64f42d-a1a6-4f08-b97b-0c37f877119f" providerId="ADAL" clId="{1BAE7373-BC78-49F1-9262-209B991CDE28}" dt="2025-03-13T04:09:06.644" v="84" actId="207"/>
          <ac:spMkLst>
            <pc:docMk/>
            <pc:sldMk cId="2022598249" sldId="497"/>
            <ac:spMk id="2" creationId="{E474E9DA-5B05-F88D-33A2-F0B0838F2B5F}"/>
          </ac:spMkLst>
        </pc:spChg>
        <pc:spChg chg="mod">
          <ac:chgData name="Mohammed Fasha" userId="cc64f42d-a1a6-4f08-b97b-0c37f877119f" providerId="ADAL" clId="{1BAE7373-BC78-49F1-9262-209B991CDE28}" dt="2025-03-13T04:10:14.044" v="122" actId="6549"/>
          <ac:spMkLst>
            <pc:docMk/>
            <pc:sldMk cId="2022598249" sldId="497"/>
            <ac:spMk id="3" creationId="{A5195869-3520-9DAA-D835-4CA6C4C9E68B}"/>
          </ac:spMkLst>
        </pc:spChg>
      </pc:sldChg>
      <pc:sldChg chg="modSp add del mod modClrScheme chgLayout">
        <pc:chgData name="Mohammed Fasha" userId="cc64f42d-a1a6-4f08-b97b-0c37f877119f" providerId="ADAL" clId="{1BAE7373-BC78-49F1-9262-209B991CDE28}" dt="2025-03-15T11:51:52.430" v="903" actId="47"/>
        <pc:sldMkLst>
          <pc:docMk/>
          <pc:sldMk cId="1069860255" sldId="498"/>
        </pc:sldMkLst>
      </pc:sldChg>
      <pc:sldChg chg="addSp modSp add del mod">
        <pc:chgData name="Mohammed Fasha" userId="cc64f42d-a1a6-4f08-b97b-0c37f877119f" providerId="ADAL" clId="{1BAE7373-BC78-49F1-9262-209B991CDE28}" dt="2025-03-15T11:51:40.292" v="882" actId="47"/>
        <pc:sldMkLst>
          <pc:docMk/>
          <pc:sldMk cId="808794033" sldId="499"/>
        </pc:sldMkLst>
      </pc:sldChg>
      <pc:sldChg chg="add del">
        <pc:chgData name="Mohammed Fasha" userId="cc64f42d-a1a6-4f08-b97b-0c37f877119f" providerId="ADAL" clId="{1BAE7373-BC78-49F1-9262-209B991CDE28}" dt="2025-03-15T11:51:40.936" v="883" actId="47"/>
        <pc:sldMkLst>
          <pc:docMk/>
          <pc:sldMk cId="1222037191" sldId="500"/>
        </pc:sldMkLst>
      </pc:sldChg>
      <pc:sldChg chg="add del">
        <pc:chgData name="Mohammed Fasha" userId="cc64f42d-a1a6-4f08-b97b-0c37f877119f" providerId="ADAL" clId="{1BAE7373-BC78-49F1-9262-209B991CDE28}" dt="2025-03-15T11:51:41.901" v="884" actId="47"/>
        <pc:sldMkLst>
          <pc:docMk/>
          <pc:sldMk cId="857394022" sldId="501"/>
        </pc:sldMkLst>
      </pc:sldChg>
      <pc:sldChg chg="add del">
        <pc:chgData name="Mohammed Fasha" userId="cc64f42d-a1a6-4f08-b97b-0c37f877119f" providerId="ADAL" clId="{1BAE7373-BC78-49F1-9262-209B991CDE28}" dt="2025-03-15T11:51:42.058" v="885" actId="47"/>
        <pc:sldMkLst>
          <pc:docMk/>
          <pc:sldMk cId="1290001230" sldId="502"/>
        </pc:sldMkLst>
      </pc:sldChg>
      <pc:sldChg chg="add del">
        <pc:chgData name="Mohammed Fasha" userId="cc64f42d-a1a6-4f08-b97b-0c37f877119f" providerId="ADAL" clId="{1BAE7373-BC78-49F1-9262-209B991CDE28}" dt="2025-03-15T11:51:42.231" v="886" actId="47"/>
        <pc:sldMkLst>
          <pc:docMk/>
          <pc:sldMk cId="1880244627" sldId="503"/>
        </pc:sldMkLst>
      </pc:sldChg>
      <pc:sldChg chg="add del">
        <pc:chgData name="Mohammed Fasha" userId="cc64f42d-a1a6-4f08-b97b-0c37f877119f" providerId="ADAL" clId="{1BAE7373-BC78-49F1-9262-209B991CDE28}" dt="2025-03-15T11:51:43.135" v="887" actId="47"/>
        <pc:sldMkLst>
          <pc:docMk/>
          <pc:sldMk cId="14264792" sldId="504"/>
        </pc:sldMkLst>
      </pc:sldChg>
      <pc:sldChg chg="add del">
        <pc:chgData name="Mohammed Fasha" userId="cc64f42d-a1a6-4f08-b97b-0c37f877119f" providerId="ADAL" clId="{1BAE7373-BC78-49F1-9262-209B991CDE28}" dt="2025-03-15T11:51:43.291" v="888" actId="47"/>
        <pc:sldMkLst>
          <pc:docMk/>
          <pc:sldMk cId="1313527025" sldId="505"/>
        </pc:sldMkLst>
      </pc:sldChg>
      <pc:sldChg chg="add del">
        <pc:chgData name="Mohammed Fasha" userId="cc64f42d-a1a6-4f08-b97b-0c37f877119f" providerId="ADAL" clId="{1BAE7373-BC78-49F1-9262-209B991CDE28}" dt="2025-03-15T11:51:44.477" v="889" actId="47"/>
        <pc:sldMkLst>
          <pc:docMk/>
          <pc:sldMk cId="1033311027" sldId="506"/>
        </pc:sldMkLst>
      </pc:sldChg>
      <pc:sldChg chg="add del">
        <pc:chgData name="Mohammed Fasha" userId="cc64f42d-a1a6-4f08-b97b-0c37f877119f" providerId="ADAL" clId="{1BAE7373-BC78-49F1-9262-209B991CDE28}" dt="2025-03-15T11:51:44.634" v="890" actId="47"/>
        <pc:sldMkLst>
          <pc:docMk/>
          <pc:sldMk cId="1936933421" sldId="507"/>
        </pc:sldMkLst>
      </pc:sldChg>
      <pc:sldChg chg="add del">
        <pc:chgData name="Mohammed Fasha" userId="cc64f42d-a1a6-4f08-b97b-0c37f877119f" providerId="ADAL" clId="{1BAE7373-BC78-49F1-9262-209B991CDE28}" dt="2025-03-15T11:51:45.845" v="891" actId="47"/>
        <pc:sldMkLst>
          <pc:docMk/>
          <pc:sldMk cId="1634562995" sldId="508"/>
        </pc:sldMkLst>
      </pc:sldChg>
      <pc:sldChg chg="add del">
        <pc:chgData name="Mohammed Fasha" userId="cc64f42d-a1a6-4f08-b97b-0c37f877119f" providerId="ADAL" clId="{1BAE7373-BC78-49F1-9262-209B991CDE28}" dt="2025-03-15T11:51:46.008" v="892" actId="47"/>
        <pc:sldMkLst>
          <pc:docMk/>
          <pc:sldMk cId="1060241704" sldId="509"/>
        </pc:sldMkLst>
      </pc:sldChg>
      <pc:sldChg chg="add del">
        <pc:chgData name="Mohammed Fasha" userId="cc64f42d-a1a6-4f08-b97b-0c37f877119f" providerId="ADAL" clId="{1BAE7373-BC78-49F1-9262-209B991CDE28}" dt="2025-03-15T11:51:46.168" v="893" actId="47"/>
        <pc:sldMkLst>
          <pc:docMk/>
          <pc:sldMk cId="1837881519" sldId="510"/>
        </pc:sldMkLst>
      </pc:sldChg>
      <pc:sldChg chg="add del">
        <pc:chgData name="Mohammed Fasha" userId="cc64f42d-a1a6-4f08-b97b-0c37f877119f" providerId="ADAL" clId="{1BAE7373-BC78-49F1-9262-209B991CDE28}" dt="2025-03-15T11:51:47.150" v="894" actId="47"/>
        <pc:sldMkLst>
          <pc:docMk/>
          <pc:sldMk cId="3389893482" sldId="511"/>
        </pc:sldMkLst>
      </pc:sldChg>
      <pc:sldChg chg="add del">
        <pc:chgData name="Mohammed Fasha" userId="cc64f42d-a1a6-4f08-b97b-0c37f877119f" providerId="ADAL" clId="{1BAE7373-BC78-49F1-9262-209B991CDE28}" dt="2025-03-15T11:51:47.315" v="895" actId="47"/>
        <pc:sldMkLst>
          <pc:docMk/>
          <pc:sldMk cId="3114818070" sldId="512"/>
        </pc:sldMkLst>
      </pc:sldChg>
      <pc:sldChg chg="add del">
        <pc:chgData name="Mohammed Fasha" userId="cc64f42d-a1a6-4f08-b97b-0c37f877119f" providerId="ADAL" clId="{1BAE7373-BC78-49F1-9262-209B991CDE28}" dt="2025-03-15T11:51:47.506" v="896" actId="47"/>
        <pc:sldMkLst>
          <pc:docMk/>
          <pc:sldMk cId="896186770" sldId="513"/>
        </pc:sldMkLst>
      </pc:sldChg>
      <pc:sldChg chg="add del">
        <pc:chgData name="Mohammed Fasha" userId="cc64f42d-a1a6-4f08-b97b-0c37f877119f" providerId="ADAL" clId="{1BAE7373-BC78-49F1-9262-209B991CDE28}" dt="2025-03-15T11:51:49.324" v="897" actId="47"/>
        <pc:sldMkLst>
          <pc:docMk/>
          <pc:sldMk cId="889666672" sldId="514"/>
        </pc:sldMkLst>
      </pc:sldChg>
      <pc:sldChg chg="add del">
        <pc:chgData name="Mohammed Fasha" userId="cc64f42d-a1a6-4f08-b97b-0c37f877119f" providerId="ADAL" clId="{1BAE7373-BC78-49F1-9262-209B991CDE28}" dt="2025-03-15T11:51:49.481" v="898" actId="47"/>
        <pc:sldMkLst>
          <pc:docMk/>
          <pc:sldMk cId="3300467340" sldId="515"/>
        </pc:sldMkLst>
      </pc:sldChg>
      <pc:sldChg chg="add del">
        <pc:chgData name="Mohammed Fasha" userId="cc64f42d-a1a6-4f08-b97b-0c37f877119f" providerId="ADAL" clId="{1BAE7373-BC78-49F1-9262-209B991CDE28}" dt="2025-03-15T11:51:49.646" v="899" actId="47"/>
        <pc:sldMkLst>
          <pc:docMk/>
          <pc:sldMk cId="3151833208" sldId="516"/>
        </pc:sldMkLst>
      </pc:sldChg>
      <pc:sldChg chg="add del">
        <pc:chgData name="Mohammed Fasha" userId="cc64f42d-a1a6-4f08-b97b-0c37f877119f" providerId="ADAL" clId="{1BAE7373-BC78-49F1-9262-209B991CDE28}" dt="2025-03-15T11:51:50.100" v="900" actId="47"/>
        <pc:sldMkLst>
          <pc:docMk/>
          <pc:sldMk cId="548966014" sldId="517"/>
        </pc:sldMkLst>
      </pc:sldChg>
      <pc:sldChg chg="add del">
        <pc:chgData name="Mohammed Fasha" userId="cc64f42d-a1a6-4f08-b97b-0c37f877119f" providerId="ADAL" clId="{1BAE7373-BC78-49F1-9262-209B991CDE28}" dt="2025-03-15T11:51:50.838" v="901" actId="47"/>
        <pc:sldMkLst>
          <pc:docMk/>
          <pc:sldMk cId="1395976649" sldId="518"/>
        </pc:sldMkLst>
      </pc:sldChg>
      <pc:sldChg chg="addSp delSp modSp new del mod modClrScheme chgLayout">
        <pc:chgData name="Mohammed Fasha" userId="cc64f42d-a1a6-4f08-b97b-0c37f877119f" providerId="ADAL" clId="{1BAE7373-BC78-49F1-9262-209B991CDE28}" dt="2025-03-15T11:51:52.129" v="902" actId="47"/>
        <pc:sldMkLst>
          <pc:docMk/>
          <pc:sldMk cId="2829698932" sldId="519"/>
        </pc:sldMkLst>
      </pc:sldChg>
      <pc:sldChg chg="addSp modSp new mod">
        <pc:chgData name="Mohammed Fasha" userId="cc64f42d-a1a6-4f08-b97b-0c37f877119f" providerId="ADAL" clId="{1BAE7373-BC78-49F1-9262-209B991CDE28}" dt="2025-03-15T11:39:43.172" v="547" actId="1076"/>
        <pc:sldMkLst>
          <pc:docMk/>
          <pc:sldMk cId="3509923534" sldId="520"/>
        </pc:sldMkLst>
        <pc:spChg chg="mod">
          <ac:chgData name="Mohammed Fasha" userId="cc64f42d-a1a6-4f08-b97b-0c37f877119f" providerId="ADAL" clId="{1BAE7373-BC78-49F1-9262-209B991CDE28}" dt="2025-03-15T11:22:32.357" v="280" actId="20577"/>
          <ac:spMkLst>
            <pc:docMk/>
            <pc:sldMk cId="3509923534" sldId="520"/>
            <ac:spMk id="2" creationId="{A9BC6EFF-9D34-1B5E-FD93-E8EDD3A4D112}"/>
          </ac:spMkLst>
        </pc:spChg>
        <pc:spChg chg="mod">
          <ac:chgData name="Mohammed Fasha" userId="cc64f42d-a1a6-4f08-b97b-0c37f877119f" providerId="ADAL" clId="{1BAE7373-BC78-49F1-9262-209B991CDE28}" dt="2025-03-15T11:22:23.355" v="243" actId="12"/>
          <ac:spMkLst>
            <pc:docMk/>
            <pc:sldMk cId="3509923534" sldId="520"/>
            <ac:spMk id="3" creationId="{4DF4F3B0-B589-3689-1962-7F670A0D4924}"/>
          </ac:spMkLst>
        </pc:spChg>
        <pc:spChg chg="add mod">
          <ac:chgData name="Mohammed Fasha" userId="cc64f42d-a1a6-4f08-b97b-0c37f877119f" providerId="ADAL" clId="{1BAE7373-BC78-49F1-9262-209B991CDE28}" dt="2025-03-15T11:39:43.172" v="547" actId="1076"/>
          <ac:spMkLst>
            <pc:docMk/>
            <pc:sldMk cId="3509923534" sldId="520"/>
            <ac:spMk id="7" creationId="{AC1598C3-9401-C3A8-98D7-6C942E90F478}"/>
          </ac:spMkLst>
        </pc:spChg>
      </pc:sldChg>
      <pc:sldChg chg="modSp new mod ord">
        <pc:chgData name="Mohammed Fasha" userId="cc64f42d-a1a6-4f08-b97b-0c37f877119f" providerId="ADAL" clId="{1BAE7373-BC78-49F1-9262-209B991CDE28}" dt="2025-03-15T11:40:49.537" v="550"/>
        <pc:sldMkLst>
          <pc:docMk/>
          <pc:sldMk cId="3581711231" sldId="521"/>
        </pc:sldMkLst>
        <pc:spChg chg="mod">
          <ac:chgData name="Mohammed Fasha" userId="cc64f42d-a1a6-4f08-b97b-0c37f877119f" providerId="ADAL" clId="{1BAE7373-BC78-49F1-9262-209B991CDE28}" dt="2025-03-15T11:23:00.240" v="309" actId="20577"/>
          <ac:spMkLst>
            <pc:docMk/>
            <pc:sldMk cId="3581711231" sldId="521"/>
            <ac:spMk id="2" creationId="{C42AB93C-A03E-1E2E-6361-CC316BDA668E}"/>
          </ac:spMkLst>
        </pc:spChg>
        <pc:spChg chg="mod">
          <ac:chgData name="Mohammed Fasha" userId="cc64f42d-a1a6-4f08-b97b-0c37f877119f" providerId="ADAL" clId="{1BAE7373-BC78-49F1-9262-209B991CDE28}" dt="2025-03-15T11:27:53.084" v="496" actId="14100"/>
          <ac:spMkLst>
            <pc:docMk/>
            <pc:sldMk cId="3581711231" sldId="521"/>
            <ac:spMk id="3" creationId="{2064DFA4-415B-78E0-2D28-2B7DB6158806}"/>
          </ac:spMkLst>
        </pc:spChg>
      </pc:sldChg>
      <pc:sldChg chg="addSp delSp modSp add del mod">
        <pc:chgData name="Mohammed Fasha" userId="cc64f42d-a1a6-4f08-b97b-0c37f877119f" providerId="ADAL" clId="{1BAE7373-BC78-49F1-9262-209B991CDE28}" dt="2025-03-15T11:51:59.039" v="908" actId="47"/>
        <pc:sldMkLst>
          <pc:docMk/>
          <pc:sldMk cId="3759274989" sldId="522"/>
        </pc:sldMkLst>
      </pc:sldChg>
      <pc:sldChg chg="add del">
        <pc:chgData name="Mohammed Fasha" userId="cc64f42d-a1a6-4f08-b97b-0c37f877119f" providerId="ADAL" clId="{1BAE7373-BC78-49F1-9262-209B991CDE28}" dt="2025-03-15T11:51:59.683" v="909" actId="47"/>
        <pc:sldMkLst>
          <pc:docMk/>
          <pc:sldMk cId="3131046011" sldId="523"/>
        </pc:sldMkLst>
      </pc:sldChg>
      <pc:sldChg chg="add del">
        <pc:chgData name="Mohammed Fasha" userId="cc64f42d-a1a6-4f08-b97b-0c37f877119f" providerId="ADAL" clId="{1BAE7373-BC78-49F1-9262-209B991CDE28}" dt="2025-03-15T11:52:00.762" v="910" actId="47"/>
        <pc:sldMkLst>
          <pc:docMk/>
          <pc:sldMk cId="2247196505" sldId="524"/>
        </pc:sldMkLst>
      </pc:sldChg>
      <pc:sldChg chg="addSp modSp new mod">
        <pc:chgData name="Mohammed Fasha" userId="cc64f42d-a1a6-4f08-b97b-0c37f877119f" providerId="ADAL" clId="{1BAE7373-BC78-49F1-9262-209B991CDE28}" dt="2025-03-15T11:48:03.959" v="879" actId="1076"/>
        <pc:sldMkLst>
          <pc:docMk/>
          <pc:sldMk cId="107150565" sldId="525"/>
        </pc:sldMkLst>
        <pc:spChg chg="mod">
          <ac:chgData name="Mohammed Fasha" userId="cc64f42d-a1a6-4f08-b97b-0c37f877119f" providerId="ADAL" clId="{1BAE7373-BC78-49F1-9262-209B991CDE28}" dt="2025-03-15T11:47:24.805" v="848" actId="20577"/>
          <ac:spMkLst>
            <pc:docMk/>
            <pc:sldMk cId="107150565" sldId="525"/>
            <ac:spMk id="2" creationId="{337D0A49-E958-51C8-0391-9AFA20F36B28}"/>
          </ac:spMkLst>
        </pc:spChg>
        <pc:spChg chg="mod">
          <ac:chgData name="Mohammed Fasha" userId="cc64f42d-a1a6-4f08-b97b-0c37f877119f" providerId="ADAL" clId="{1BAE7373-BC78-49F1-9262-209B991CDE28}" dt="2025-03-15T11:47:41.164" v="873" actId="12"/>
          <ac:spMkLst>
            <pc:docMk/>
            <pc:sldMk cId="107150565" sldId="525"/>
            <ac:spMk id="3" creationId="{9EE8CF05-119B-E254-30AF-92B4C11270E8}"/>
          </ac:spMkLst>
        </pc:spChg>
        <pc:picChg chg="add mod">
          <ac:chgData name="Mohammed Fasha" userId="cc64f42d-a1a6-4f08-b97b-0c37f877119f" providerId="ADAL" clId="{1BAE7373-BC78-49F1-9262-209B991CDE28}" dt="2025-03-15T11:48:03.959" v="879" actId="1076"/>
          <ac:picMkLst>
            <pc:docMk/>
            <pc:sldMk cId="107150565" sldId="525"/>
            <ac:picMk id="5" creationId="{972EC117-3243-1474-E416-CB5338D9C54B}"/>
          </ac:picMkLst>
        </pc:picChg>
      </pc:sldChg>
      <pc:sldChg chg="modSp new del mod">
        <pc:chgData name="Mohammed Fasha" userId="cc64f42d-a1a6-4f08-b97b-0c37f877119f" providerId="ADAL" clId="{1BAE7373-BC78-49F1-9262-209B991CDE28}" dt="2025-03-15T11:42:53.130" v="613" actId="47"/>
        <pc:sldMkLst>
          <pc:docMk/>
          <pc:sldMk cId="3584780757" sldId="525"/>
        </pc:sldMkLst>
      </pc:sldChg>
      <pc:sldChg chg="addSp delSp modSp new del">
        <pc:chgData name="Mohammed Fasha" userId="cc64f42d-a1a6-4f08-b97b-0c37f877119f" providerId="ADAL" clId="{1BAE7373-BC78-49F1-9262-209B991CDE28}" dt="2025-03-15T11:51:57" v="904" actId="47"/>
        <pc:sldMkLst>
          <pc:docMk/>
          <pc:sldMk cId="3883453810" sldId="526"/>
        </pc:sldMkLst>
      </pc:sldChg>
      <pc:sldChg chg="new del">
        <pc:chgData name="Mohammed Fasha" userId="cc64f42d-a1a6-4f08-b97b-0c37f877119f" providerId="ADAL" clId="{1BAE7373-BC78-49F1-9262-209B991CDE28}" dt="2025-03-15T11:51:57.276" v="905" actId="47"/>
        <pc:sldMkLst>
          <pc:docMk/>
          <pc:sldMk cId="4283168436" sldId="527"/>
        </pc:sldMkLst>
      </pc:sldChg>
      <pc:sldChg chg="new del">
        <pc:chgData name="Mohammed Fasha" userId="cc64f42d-a1a6-4f08-b97b-0c37f877119f" providerId="ADAL" clId="{1BAE7373-BC78-49F1-9262-209B991CDE28}" dt="2025-03-15T11:51:57.963" v="906" actId="47"/>
        <pc:sldMkLst>
          <pc:docMk/>
          <pc:sldMk cId="2486890084" sldId="528"/>
        </pc:sldMkLst>
      </pc:sldChg>
      <pc:sldChg chg="new del">
        <pc:chgData name="Mohammed Fasha" userId="cc64f42d-a1a6-4f08-b97b-0c37f877119f" providerId="ADAL" clId="{1BAE7373-BC78-49F1-9262-209B991CDE28}" dt="2025-03-15T11:51:58.385" v="907" actId="47"/>
        <pc:sldMkLst>
          <pc:docMk/>
          <pc:sldMk cId="2702302048" sldId="529"/>
        </pc:sldMkLst>
      </pc:sldChg>
      <pc:sldChg chg="add">
        <pc:chgData name="Mohammed Fasha" userId="cc64f42d-a1a6-4f08-b97b-0c37f877119f" providerId="ADAL" clId="{1BAE7373-BC78-49F1-9262-209B991CDE28}" dt="2025-03-15T11:46:15.216" v="794"/>
        <pc:sldMkLst>
          <pc:docMk/>
          <pc:sldMk cId="3860041620" sldId="530"/>
        </pc:sldMkLst>
      </pc:sldChg>
      <pc:sldChg chg="modSp new del mod">
        <pc:chgData name="Mohammed Fasha" userId="cc64f42d-a1a6-4f08-b97b-0c37f877119f" providerId="ADAL" clId="{1BAE7373-BC78-49F1-9262-209B991CDE28}" dt="2025-03-15T11:46:12.937" v="793" actId="2696"/>
        <pc:sldMkLst>
          <pc:docMk/>
          <pc:sldMk cId="3894291026" sldId="530"/>
        </pc:sldMkLst>
      </pc:sldChg>
      <pc:sldChg chg="addSp delSp modSp new mod modClrScheme chgLayout">
        <pc:chgData name="Mohammed Fasha" userId="cc64f42d-a1a6-4f08-b97b-0c37f877119f" providerId="ADAL" clId="{1BAE7373-BC78-49F1-9262-209B991CDE28}" dt="2025-03-15T11:47:02.304" v="823" actId="313"/>
        <pc:sldMkLst>
          <pc:docMk/>
          <pc:sldMk cId="3096298792" sldId="531"/>
        </pc:sldMkLst>
        <pc:spChg chg="add mod ord">
          <ac:chgData name="Mohammed Fasha" userId="cc64f42d-a1a6-4f08-b97b-0c37f877119f" providerId="ADAL" clId="{1BAE7373-BC78-49F1-9262-209B991CDE28}" dt="2025-03-15T11:47:02.304" v="823" actId="313"/>
          <ac:spMkLst>
            <pc:docMk/>
            <pc:sldMk cId="3096298792" sldId="531"/>
            <ac:spMk id="4" creationId="{24B187BF-C026-788D-5ABE-FE99FABDF181}"/>
          </ac:spMkLst>
        </pc:spChg>
        <pc:spChg chg="add mod ord">
          <ac:chgData name="Mohammed Fasha" userId="cc64f42d-a1a6-4f08-b97b-0c37f877119f" providerId="ADAL" clId="{1BAE7373-BC78-49F1-9262-209B991CDE28}" dt="2025-03-15T11:46:48.828" v="796" actId="700"/>
          <ac:spMkLst>
            <pc:docMk/>
            <pc:sldMk cId="3096298792" sldId="531"/>
            <ac:spMk id="5" creationId="{BA6EBE55-64EA-80A9-4365-8C5A0D523DC4}"/>
          </ac:spMkLst>
        </pc:spChg>
      </pc:sldChg>
    </pc:docChg>
  </pc:docChgLst>
  <pc:docChgLst>
    <pc:chgData name="Mohammed Fasha" userId="cc64f42d-a1a6-4f08-b97b-0c37f877119f" providerId="ADAL" clId="{2E5FBF59-3168-4932-9518-582502FE1AD5}"/>
    <pc:docChg chg="undo custSel delSld modSld">
      <pc:chgData name="Mohammed Fasha" userId="cc64f42d-a1a6-4f08-b97b-0c37f877119f" providerId="ADAL" clId="{2E5FBF59-3168-4932-9518-582502FE1AD5}" dt="2024-12-24T08:08:19.987" v="550" actId="20577"/>
      <pc:docMkLst>
        <pc:docMk/>
      </pc:docMkLst>
    </pc:docChg>
  </pc:docChgLst>
  <pc:docChgLst>
    <pc:chgData name="Mohammed Fasha" userId="cc64f42d-a1a6-4f08-b97b-0c37f877119f" providerId="ADAL" clId="{534F862C-5423-415F-8625-CCE86B4944CE}"/>
    <pc:docChg chg="undo redo custSel addSld delSld modSld sldOrd">
      <pc:chgData name="Mohammed Fasha" userId="cc64f42d-a1a6-4f08-b97b-0c37f877119f" providerId="ADAL" clId="{534F862C-5423-415F-8625-CCE86B4944CE}" dt="2025-03-21T12:04:01.002" v="1585" actId="1076"/>
      <pc:docMkLst>
        <pc:docMk/>
      </pc:docMkLst>
      <pc:sldChg chg="modSp mod">
        <pc:chgData name="Mohammed Fasha" userId="cc64f42d-a1a6-4f08-b97b-0c37f877119f" providerId="ADAL" clId="{534F862C-5423-415F-8625-CCE86B4944CE}" dt="2025-03-15T15:25:49.352" v="1061" actId="20577"/>
        <pc:sldMkLst>
          <pc:docMk/>
          <pc:sldMk cId="1489447582" sldId="455"/>
        </pc:sldMkLst>
        <pc:spChg chg="mod">
          <ac:chgData name="Mohammed Fasha" userId="cc64f42d-a1a6-4f08-b97b-0c37f877119f" providerId="ADAL" clId="{534F862C-5423-415F-8625-CCE86B4944CE}" dt="2025-03-15T15:25:49.352" v="1061" actId="20577"/>
          <ac:spMkLst>
            <pc:docMk/>
            <pc:sldMk cId="1489447582" sldId="455"/>
            <ac:spMk id="8" creationId="{107CF054-390C-DCFC-C9A6-9E95C859A175}"/>
          </ac:spMkLst>
        </pc:spChg>
      </pc:sldChg>
      <pc:sldChg chg="ord">
        <pc:chgData name="Mohammed Fasha" userId="cc64f42d-a1a6-4f08-b97b-0c37f877119f" providerId="ADAL" clId="{534F862C-5423-415F-8625-CCE86B4944CE}" dt="2025-03-15T14:27:50.277" v="74"/>
        <pc:sldMkLst>
          <pc:docMk/>
          <pc:sldMk cId="2022598249" sldId="497"/>
        </pc:sldMkLst>
      </pc:sldChg>
      <pc:sldChg chg="delSp mod">
        <pc:chgData name="Mohammed Fasha" userId="cc64f42d-a1a6-4f08-b97b-0c37f877119f" providerId="ADAL" clId="{534F862C-5423-415F-8625-CCE86B4944CE}" dt="2025-03-18T02:06:45.389" v="1268" actId="21"/>
        <pc:sldMkLst>
          <pc:docMk/>
          <pc:sldMk cId="3509923534" sldId="520"/>
        </pc:sldMkLst>
      </pc:sldChg>
      <pc:sldChg chg="addSp delSp modSp new mod">
        <pc:chgData name="Mohammed Fasha" userId="cc64f42d-a1a6-4f08-b97b-0c37f877119f" providerId="ADAL" clId="{534F862C-5423-415F-8625-CCE86B4944CE}" dt="2025-03-15T14:27:40.922" v="72" actId="14100"/>
        <pc:sldMkLst>
          <pc:docMk/>
          <pc:sldMk cId="3162735116" sldId="532"/>
        </pc:sldMkLst>
        <pc:spChg chg="mod">
          <ac:chgData name="Mohammed Fasha" userId="cc64f42d-a1a6-4f08-b97b-0c37f877119f" providerId="ADAL" clId="{534F862C-5423-415F-8625-CCE86B4944CE}" dt="2025-03-15T14:27:09.727" v="56" actId="27636"/>
          <ac:spMkLst>
            <pc:docMk/>
            <pc:sldMk cId="3162735116" sldId="532"/>
            <ac:spMk id="2" creationId="{D5521587-682C-AB8B-AEEC-95AEEF6B44B7}"/>
          </ac:spMkLst>
        </pc:spChg>
        <pc:spChg chg="add mod">
          <ac:chgData name="Mohammed Fasha" userId="cc64f42d-a1a6-4f08-b97b-0c37f877119f" providerId="ADAL" clId="{534F862C-5423-415F-8625-CCE86B4944CE}" dt="2025-03-15T14:27:40.922" v="72" actId="14100"/>
          <ac:spMkLst>
            <pc:docMk/>
            <pc:sldMk cId="3162735116" sldId="532"/>
            <ac:spMk id="6" creationId="{1B5F427B-5A38-BC23-AAF5-9DB0E6087E63}"/>
          </ac:spMkLst>
        </pc:spChg>
        <pc:spChg chg="add mod">
          <ac:chgData name="Mohammed Fasha" userId="cc64f42d-a1a6-4f08-b97b-0c37f877119f" providerId="ADAL" clId="{534F862C-5423-415F-8625-CCE86B4944CE}" dt="2025-03-15T14:27:37.699" v="71" actId="20577"/>
          <ac:spMkLst>
            <pc:docMk/>
            <pc:sldMk cId="3162735116" sldId="532"/>
            <ac:spMk id="11" creationId="{6E835F34-494B-6B04-2CA4-3234ED3663B0}"/>
          </ac:spMkLst>
        </pc:spChg>
      </pc:sldChg>
      <pc:sldChg chg="addSp modSp new mod">
        <pc:chgData name="Mohammed Fasha" userId="cc64f42d-a1a6-4f08-b97b-0c37f877119f" providerId="ADAL" clId="{534F862C-5423-415F-8625-CCE86B4944CE}" dt="2025-03-15T14:30:46.915" v="123" actId="1076"/>
        <pc:sldMkLst>
          <pc:docMk/>
          <pc:sldMk cId="601496234" sldId="533"/>
        </pc:sldMkLst>
        <pc:spChg chg="mod">
          <ac:chgData name="Mohammed Fasha" userId="cc64f42d-a1a6-4f08-b97b-0c37f877119f" providerId="ADAL" clId="{534F862C-5423-415F-8625-CCE86B4944CE}" dt="2025-03-15T14:28:30.115" v="90"/>
          <ac:spMkLst>
            <pc:docMk/>
            <pc:sldMk cId="601496234" sldId="533"/>
            <ac:spMk id="2" creationId="{91029C9F-0A38-A846-9AF9-7AA426997374}"/>
          </ac:spMkLst>
        </pc:spChg>
        <pc:spChg chg="mod">
          <ac:chgData name="Mohammed Fasha" userId="cc64f42d-a1a6-4f08-b97b-0c37f877119f" providerId="ADAL" clId="{534F862C-5423-415F-8625-CCE86B4944CE}" dt="2025-03-15T14:28:54.709" v="100" actId="14100"/>
          <ac:spMkLst>
            <pc:docMk/>
            <pc:sldMk cId="601496234" sldId="533"/>
            <ac:spMk id="3" creationId="{A33A7CDC-7FBB-C0C1-952D-4A7F6B5C8037}"/>
          </ac:spMkLst>
        </pc:spChg>
        <pc:spChg chg="add mod">
          <ac:chgData name="Mohammed Fasha" userId="cc64f42d-a1a6-4f08-b97b-0c37f877119f" providerId="ADAL" clId="{534F862C-5423-415F-8625-CCE86B4944CE}" dt="2025-03-15T14:30:36.436" v="122"/>
          <ac:spMkLst>
            <pc:docMk/>
            <pc:sldMk cId="601496234" sldId="533"/>
            <ac:spMk id="4" creationId="{DF4240B0-0DC1-0861-78F7-C2EDD932B078}"/>
          </ac:spMkLst>
        </pc:spChg>
        <pc:spChg chg="add mod">
          <ac:chgData name="Mohammed Fasha" userId="cc64f42d-a1a6-4f08-b97b-0c37f877119f" providerId="ADAL" clId="{534F862C-5423-415F-8625-CCE86B4944CE}" dt="2025-03-15T14:30:46.915" v="123" actId="1076"/>
          <ac:spMkLst>
            <pc:docMk/>
            <pc:sldMk cId="601496234" sldId="533"/>
            <ac:spMk id="1044" creationId="{75470B80-147E-475F-A4A3-BAFF5796EB38}"/>
          </ac:spMkLst>
        </pc:spChg>
      </pc:sldChg>
      <pc:sldChg chg="addSp modSp add mod">
        <pc:chgData name="Mohammed Fasha" userId="cc64f42d-a1a6-4f08-b97b-0c37f877119f" providerId="ADAL" clId="{534F862C-5423-415F-8625-CCE86B4944CE}" dt="2025-03-15T14:33:08.707" v="170" actId="1076"/>
        <pc:sldMkLst>
          <pc:docMk/>
          <pc:sldMk cId="3351610192" sldId="534"/>
        </pc:sldMkLst>
        <pc:spChg chg="mod">
          <ac:chgData name="Mohammed Fasha" userId="cc64f42d-a1a6-4f08-b97b-0c37f877119f" providerId="ADAL" clId="{534F862C-5423-415F-8625-CCE86B4944CE}" dt="2025-03-15T14:31:30.043" v="143" actId="20577"/>
          <ac:spMkLst>
            <pc:docMk/>
            <pc:sldMk cId="3351610192" sldId="534"/>
            <ac:spMk id="2" creationId="{3FFA6123-CDB4-7E27-3375-92C08E5000BA}"/>
          </ac:spMkLst>
        </pc:spChg>
        <pc:spChg chg="mod">
          <ac:chgData name="Mohammed Fasha" userId="cc64f42d-a1a6-4f08-b97b-0c37f877119f" providerId="ADAL" clId="{534F862C-5423-415F-8625-CCE86B4944CE}" dt="2025-03-15T14:32:00.954" v="153" actId="14100"/>
          <ac:spMkLst>
            <pc:docMk/>
            <pc:sldMk cId="3351610192" sldId="534"/>
            <ac:spMk id="3" creationId="{BED8C89C-D76A-1D92-8860-3D838AB4F186}"/>
          </ac:spMkLst>
        </pc:spChg>
        <pc:spChg chg="add mod">
          <ac:chgData name="Mohammed Fasha" userId="cc64f42d-a1a6-4f08-b97b-0c37f877119f" providerId="ADAL" clId="{534F862C-5423-415F-8625-CCE86B4944CE}" dt="2025-03-15T14:33:04.277" v="169"/>
          <ac:spMkLst>
            <pc:docMk/>
            <pc:sldMk cId="3351610192" sldId="534"/>
            <ac:spMk id="5" creationId="{35B22B7C-080F-A564-15A8-40D9FB2F4406}"/>
          </ac:spMkLst>
        </pc:spChg>
        <pc:spChg chg="add mod">
          <ac:chgData name="Mohammed Fasha" userId="cc64f42d-a1a6-4f08-b97b-0c37f877119f" providerId="ADAL" clId="{534F862C-5423-415F-8625-CCE86B4944CE}" dt="2025-03-15T14:33:08.707" v="170" actId="1076"/>
          <ac:spMkLst>
            <pc:docMk/>
            <pc:sldMk cId="3351610192" sldId="534"/>
            <ac:spMk id="7" creationId="{0A3E680B-D9E3-CA6E-43A7-77F7BEDD827F}"/>
          </ac:spMkLst>
        </pc:spChg>
      </pc:sldChg>
      <pc:sldChg chg="addSp modSp add mod">
        <pc:chgData name="Mohammed Fasha" userId="cc64f42d-a1a6-4f08-b97b-0c37f877119f" providerId="ADAL" clId="{534F862C-5423-415F-8625-CCE86B4944CE}" dt="2025-03-15T14:34:06.997" v="215" actId="1076"/>
        <pc:sldMkLst>
          <pc:docMk/>
          <pc:sldMk cId="3357827608" sldId="535"/>
        </pc:sldMkLst>
        <pc:spChg chg="mod">
          <ac:chgData name="Mohammed Fasha" userId="cc64f42d-a1a6-4f08-b97b-0c37f877119f" providerId="ADAL" clId="{534F862C-5423-415F-8625-CCE86B4944CE}" dt="2025-03-15T14:33:57.292" v="213" actId="20577"/>
          <ac:spMkLst>
            <pc:docMk/>
            <pc:sldMk cId="3357827608" sldId="535"/>
            <ac:spMk id="2" creationId="{989BE917-EDDC-CF40-5295-E6459D450AF1}"/>
          </ac:spMkLst>
        </pc:spChg>
        <pc:spChg chg="mod">
          <ac:chgData name="Mohammed Fasha" userId="cc64f42d-a1a6-4f08-b97b-0c37f877119f" providerId="ADAL" clId="{534F862C-5423-415F-8625-CCE86B4944CE}" dt="2025-03-15T14:34:02.468" v="214" actId="20577"/>
          <ac:spMkLst>
            <pc:docMk/>
            <pc:sldMk cId="3357827608" sldId="535"/>
            <ac:spMk id="3" creationId="{AC179B1D-2E74-63EA-0B58-D09B966076DE}"/>
          </ac:spMkLst>
        </pc:spChg>
        <pc:picChg chg="add mod">
          <ac:chgData name="Mohammed Fasha" userId="cc64f42d-a1a6-4f08-b97b-0c37f877119f" providerId="ADAL" clId="{534F862C-5423-415F-8625-CCE86B4944CE}" dt="2025-03-15T14:34:06.997" v="215" actId="1076"/>
          <ac:picMkLst>
            <pc:docMk/>
            <pc:sldMk cId="3357827608" sldId="535"/>
            <ac:picMk id="5" creationId="{662CCD9F-F91E-63A0-DB12-C0C98E9CC19F}"/>
          </ac:picMkLst>
        </pc:picChg>
      </pc:sldChg>
      <pc:sldChg chg="modSp add mod">
        <pc:chgData name="Mohammed Fasha" userId="cc64f42d-a1a6-4f08-b97b-0c37f877119f" providerId="ADAL" clId="{534F862C-5423-415F-8625-CCE86B4944CE}" dt="2025-03-15T14:35:09.404" v="268" actId="6549"/>
        <pc:sldMkLst>
          <pc:docMk/>
          <pc:sldMk cId="3356275138" sldId="536"/>
        </pc:sldMkLst>
        <pc:spChg chg="mod">
          <ac:chgData name="Mohammed Fasha" userId="cc64f42d-a1a6-4f08-b97b-0c37f877119f" providerId="ADAL" clId="{534F862C-5423-415F-8625-CCE86B4944CE}" dt="2025-03-15T14:34:42.925" v="230" actId="20577"/>
          <ac:spMkLst>
            <pc:docMk/>
            <pc:sldMk cId="3356275138" sldId="536"/>
            <ac:spMk id="2" creationId="{CF7AD4C6-0555-4622-F18C-68D2874A845E}"/>
          </ac:spMkLst>
        </pc:spChg>
        <pc:spChg chg="mod">
          <ac:chgData name="Mohammed Fasha" userId="cc64f42d-a1a6-4f08-b97b-0c37f877119f" providerId="ADAL" clId="{534F862C-5423-415F-8625-CCE86B4944CE}" dt="2025-03-15T14:35:09.404" v="268" actId="6549"/>
          <ac:spMkLst>
            <pc:docMk/>
            <pc:sldMk cId="3356275138" sldId="536"/>
            <ac:spMk id="3" creationId="{12A31F46-3974-4606-C4DF-CECBD7D1F16E}"/>
          </ac:spMkLst>
        </pc:spChg>
      </pc:sldChg>
      <pc:sldChg chg="modSp add mod">
        <pc:chgData name="Mohammed Fasha" userId="cc64f42d-a1a6-4f08-b97b-0c37f877119f" providerId="ADAL" clId="{534F862C-5423-415F-8625-CCE86B4944CE}" dt="2025-03-15T14:38:14.008" v="349" actId="20577"/>
        <pc:sldMkLst>
          <pc:docMk/>
          <pc:sldMk cId="626811451" sldId="537"/>
        </pc:sldMkLst>
        <pc:spChg chg="mod">
          <ac:chgData name="Mohammed Fasha" userId="cc64f42d-a1a6-4f08-b97b-0c37f877119f" providerId="ADAL" clId="{534F862C-5423-415F-8625-CCE86B4944CE}" dt="2025-03-15T14:35:35.706" v="273"/>
          <ac:spMkLst>
            <pc:docMk/>
            <pc:sldMk cId="626811451" sldId="537"/>
            <ac:spMk id="2" creationId="{8B72E584-BFDF-DCB0-E436-EF13954327C0}"/>
          </ac:spMkLst>
        </pc:spChg>
        <pc:spChg chg="mod">
          <ac:chgData name="Mohammed Fasha" userId="cc64f42d-a1a6-4f08-b97b-0c37f877119f" providerId="ADAL" clId="{534F862C-5423-415F-8625-CCE86B4944CE}" dt="2025-03-15T14:38:14.008" v="349" actId="20577"/>
          <ac:spMkLst>
            <pc:docMk/>
            <pc:sldMk cId="626811451" sldId="537"/>
            <ac:spMk id="3" creationId="{77253A4D-68FE-C3BD-B2D4-06ABB4B11C79}"/>
          </ac:spMkLst>
        </pc:spChg>
      </pc:sldChg>
      <pc:sldChg chg="addSp delSp modSp add mod modClrScheme chgLayout">
        <pc:chgData name="Mohammed Fasha" userId="cc64f42d-a1a6-4f08-b97b-0c37f877119f" providerId="ADAL" clId="{534F862C-5423-415F-8625-CCE86B4944CE}" dt="2025-03-15T14:39:54.524" v="469" actId="14100"/>
        <pc:sldMkLst>
          <pc:docMk/>
          <pc:sldMk cId="514683601" sldId="538"/>
        </pc:sldMkLst>
        <pc:spChg chg="add mod">
          <ac:chgData name="Mohammed Fasha" userId="cc64f42d-a1a6-4f08-b97b-0c37f877119f" providerId="ADAL" clId="{534F862C-5423-415F-8625-CCE86B4944CE}" dt="2025-03-15T14:39:54.524" v="469" actId="14100"/>
          <ac:spMkLst>
            <pc:docMk/>
            <pc:sldMk cId="514683601" sldId="538"/>
            <ac:spMk id="5" creationId="{D5706353-12D3-6E82-C709-F6F9EA9D7B29}"/>
          </ac:spMkLst>
        </pc:spChg>
        <pc:spChg chg="add mod">
          <ac:chgData name="Mohammed Fasha" userId="cc64f42d-a1a6-4f08-b97b-0c37f877119f" providerId="ADAL" clId="{534F862C-5423-415F-8625-CCE86B4944CE}" dt="2025-03-15T14:39:51.071" v="468" actId="14100"/>
          <ac:spMkLst>
            <pc:docMk/>
            <pc:sldMk cId="514683601" sldId="538"/>
            <ac:spMk id="7" creationId="{D235BB42-7EA4-B34D-96F0-1B2C1AB2AA74}"/>
          </ac:spMkLst>
        </pc:spChg>
        <pc:spChg chg="add mod">
          <ac:chgData name="Mohammed Fasha" userId="cc64f42d-a1a6-4f08-b97b-0c37f877119f" providerId="ADAL" clId="{534F862C-5423-415F-8625-CCE86B4944CE}" dt="2025-03-15T14:39:13.006" v="380" actId="2711"/>
          <ac:spMkLst>
            <pc:docMk/>
            <pc:sldMk cId="514683601" sldId="538"/>
            <ac:spMk id="8" creationId="{FB510071-0488-E5B2-7480-5D6BE0C0FEB8}"/>
          </ac:spMkLst>
        </pc:spChg>
        <pc:spChg chg="add mod">
          <ac:chgData name="Mohammed Fasha" userId="cc64f42d-a1a6-4f08-b97b-0c37f877119f" providerId="ADAL" clId="{534F862C-5423-415F-8625-CCE86B4944CE}" dt="2025-03-15T14:39:41.703" v="453" actId="20577"/>
          <ac:spMkLst>
            <pc:docMk/>
            <pc:sldMk cId="514683601" sldId="538"/>
            <ac:spMk id="9" creationId="{75B9AF69-3646-8E91-9453-C8E6CB2B3637}"/>
          </ac:spMkLst>
        </pc:spChg>
      </pc:sldChg>
      <pc:sldChg chg="addSp delSp modSp new mod modClrScheme chgLayout">
        <pc:chgData name="Mohammed Fasha" userId="cc64f42d-a1a6-4f08-b97b-0c37f877119f" providerId="ADAL" clId="{534F862C-5423-415F-8625-CCE86B4944CE}" dt="2025-03-15T15:03:01.459" v="821" actId="27636"/>
        <pc:sldMkLst>
          <pc:docMk/>
          <pc:sldMk cId="2711506933" sldId="539"/>
        </pc:sldMkLst>
        <pc:spChg chg="add mod ord">
          <ac:chgData name="Mohammed Fasha" userId="cc64f42d-a1a6-4f08-b97b-0c37f877119f" providerId="ADAL" clId="{534F862C-5423-415F-8625-CCE86B4944CE}" dt="2025-03-15T15:03:01.459" v="821" actId="27636"/>
          <ac:spMkLst>
            <pc:docMk/>
            <pc:sldMk cId="2711506933" sldId="539"/>
            <ac:spMk id="4" creationId="{F25A1EB7-D40C-B625-AFB4-8394BE551BEA}"/>
          </ac:spMkLst>
        </pc:spChg>
        <pc:spChg chg="add mod ord">
          <ac:chgData name="Mohammed Fasha" userId="cc64f42d-a1a6-4f08-b97b-0c37f877119f" providerId="ADAL" clId="{534F862C-5423-415F-8625-CCE86B4944CE}" dt="2025-03-15T14:43:59.612" v="571" actId="15"/>
          <ac:spMkLst>
            <pc:docMk/>
            <pc:sldMk cId="2711506933" sldId="539"/>
            <ac:spMk id="5" creationId="{2FB81DB4-B6A3-092F-D836-C7A4C6021F60}"/>
          </ac:spMkLst>
        </pc:spChg>
      </pc:sldChg>
      <pc:sldChg chg="addSp delSp modSp add mod">
        <pc:chgData name="Mohammed Fasha" userId="cc64f42d-a1a6-4f08-b97b-0c37f877119f" providerId="ADAL" clId="{534F862C-5423-415F-8625-CCE86B4944CE}" dt="2025-03-15T14:44:27.871" v="584" actId="1076"/>
        <pc:sldMkLst>
          <pc:docMk/>
          <pc:sldMk cId="1314172448" sldId="540"/>
        </pc:sldMkLst>
        <pc:spChg chg="add mod">
          <ac:chgData name="Mohammed Fasha" userId="cc64f42d-a1a6-4f08-b97b-0c37f877119f" providerId="ADAL" clId="{534F862C-5423-415F-8625-CCE86B4944CE}" dt="2025-03-15T14:44:27.871" v="584" actId="1076"/>
          <ac:spMkLst>
            <pc:docMk/>
            <pc:sldMk cId="1314172448" sldId="540"/>
            <ac:spMk id="3" creationId="{1AF4753F-59A7-EED5-D386-B6A6DB20562D}"/>
          </ac:spMkLst>
        </pc:spChg>
        <pc:spChg chg="mod">
          <ac:chgData name="Mohammed Fasha" userId="cc64f42d-a1a6-4f08-b97b-0c37f877119f" providerId="ADAL" clId="{534F862C-5423-415F-8625-CCE86B4944CE}" dt="2025-03-15T14:44:23.537" v="583" actId="20577"/>
          <ac:spMkLst>
            <pc:docMk/>
            <pc:sldMk cId="1314172448" sldId="540"/>
            <ac:spMk id="4" creationId="{4E06737A-DE4A-EA9B-F4E7-17C4DD7C966B}"/>
          </ac:spMkLst>
        </pc:spChg>
        <pc:spChg chg="mod">
          <ac:chgData name="Mohammed Fasha" userId="cc64f42d-a1a6-4f08-b97b-0c37f877119f" providerId="ADAL" clId="{534F862C-5423-415F-8625-CCE86B4944CE}" dt="2025-03-15T14:41:11.196" v="525" actId="27636"/>
          <ac:spMkLst>
            <pc:docMk/>
            <pc:sldMk cId="1314172448" sldId="540"/>
            <ac:spMk id="5" creationId="{B3E2DD2C-FC6F-5E35-7761-75734B27494E}"/>
          </ac:spMkLst>
        </pc:spChg>
        <pc:spChg chg="add mod">
          <ac:chgData name="Mohammed Fasha" userId="cc64f42d-a1a6-4f08-b97b-0c37f877119f" providerId="ADAL" clId="{534F862C-5423-415F-8625-CCE86B4944CE}" dt="2025-03-15T14:41:45.163" v="537" actId="20577"/>
          <ac:spMkLst>
            <pc:docMk/>
            <pc:sldMk cId="1314172448" sldId="540"/>
            <ac:spMk id="9" creationId="{963B9F29-7D58-0123-A6FF-C0BD1D88DED2}"/>
          </ac:spMkLst>
        </pc:spChg>
      </pc:sldChg>
      <pc:sldChg chg="add del">
        <pc:chgData name="Mohammed Fasha" userId="cc64f42d-a1a6-4f08-b97b-0c37f877119f" providerId="ADAL" clId="{534F862C-5423-415F-8625-CCE86B4944CE}" dt="2025-03-15T14:40:27.508" v="476" actId="47"/>
        <pc:sldMkLst>
          <pc:docMk/>
          <pc:sldMk cId="4292545263" sldId="540"/>
        </pc:sldMkLst>
      </pc:sldChg>
      <pc:sldChg chg="modSp add del mod">
        <pc:chgData name="Mohammed Fasha" userId="cc64f42d-a1a6-4f08-b97b-0c37f877119f" providerId="ADAL" clId="{534F862C-5423-415F-8625-CCE86B4944CE}" dt="2025-03-15T14:49:28.046" v="638" actId="2696"/>
        <pc:sldMkLst>
          <pc:docMk/>
          <pc:sldMk cId="2326721154" sldId="541"/>
        </pc:sldMkLst>
      </pc:sldChg>
      <pc:sldChg chg="add del">
        <pc:chgData name="Mohammed Fasha" userId="cc64f42d-a1a6-4f08-b97b-0c37f877119f" providerId="ADAL" clId="{534F862C-5423-415F-8625-CCE86B4944CE}" dt="2025-03-15T14:40:27.804" v="477" actId="47"/>
        <pc:sldMkLst>
          <pc:docMk/>
          <pc:sldMk cId="3176123026" sldId="541"/>
        </pc:sldMkLst>
      </pc:sldChg>
      <pc:sldChg chg="modSp new mod ord">
        <pc:chgData name="Mohammed Fasha" userId="cc64f42d-a1a6-4f08-b97b-0c37f877119f" providerId="ADAL" clId="{534F862C-5423-415F-8625-CCE86B4944CE}" dt="2025-03-21T11:24:23.597" v="1294"/>
        <pc:sldMkLst>
          <pc:docMk/>
          <pc:sldMk cId="168241686" sldId="542"/>
        </pc:sldMkLst>
        <pc:spChg chg="mod">
          <ac:chgData name="Mohammed Fasha" userId="cc64f42d-a1a6-4f08-b97b-0c37f877119f" providerId="ADAL" clId="{534F862C-5423-415F-8625-CCE86B4944CE}" dt="2025-03-21T11:24:23.597" v="1294"/>
          <ac:spMkLst>
            <pc:docMk/>
            <pc:sldMk cId="168241686" sldId="542"/>
            <ac:spMk id="2" creationId="{DF979533-AF66-32BF-1409-FEBD4F130E13}"/>
          </ac:spMkLst>
        </pc:spChg>
        <pc:spChg chg="mod">
          <ac:chgData name="Mohammed Fasha" userId="cc64f42d-a1a6-4f08-b97b-0c37f877119f" providerId="ADAL" clId="{534F862C-5423-415F-8625-CCE86B4944CE}" dt="2025-03-15T14:47:11.033" v="625" actId="27636"/>
          <ac:spMkLst>
            <pc:docMk/>
            <pc:sldMk cId="168241686" sldId="542"/>
            <ac:spMk id="3" creationId="{EE8383E5-A059-19BE-F4A5-3112E96BD82B}"/>
          </ac:spMkLst>
        </pc:spChg>
      </pc:sldChg>
      <pc:sldChg chg="add del">
        <pc:chgData name="Mohammed Fasha" userId="cc64f42d-a1a6-4f08-b97b-0c37f877119f" providerId="ADAL" clId="{534F862C-5423-415F-8625-CCE86B4944CE}" dt="2025-03-15T14:40:28.325" v="478" actId="47"/>
        <pc:sldMkLst>
          <pc:docMk/>
          <pc:sldMk cId="2546536073" sldId="542"/>
        </pc:sldMkLst>
      </pc:sldChg>
      <pc:sldChg chg="add del">
        <pc:chgData name="Mohammed Fasha" userId="cc64f42d-a1a6-4f08-b97b-0c37f877119f" providerId="ADAL" clId="{534F862C-5423-415F-8625-CCE86B4944CE}" dt="2025-03-15T14:40:29.140" v="479" actId="47"/>
        <pc:sldMkLst>
          <pc:docMk/>
          <pc:sldMk cId="55886376" sldId="543"/>
        </pc:sldMkLst>
      </pc:sldChg>
      <pc:sldChg chg="modSp new del mod">
        <pc:chgData name="Mohammed Fasha" userId="cc64f42d-a1a6-4f08-b97b-0c37f877119f" providerId="ADAL" clId="{534F862C-5423-415F-8625-CCE86B4944CE}" dt="2025-03-21T11:54:07.729" v="1519" actId="2696"/>
        <pc:sldMkLst>
          <pc:docMk/>
          <pc:sldMk cId="3088397267" sldId="543"/>
        </pc:sldMkLst>
        <pc:spChg chg="mod">
          <ac:chgData name="Mohammed Fasha" userId="cc64f42d-a1a6-4f08-b97b-0c37f877119f" providerId="ADAL" clId="{534F862C-5423-415F-8625-CCE86B4944CE}" dt="2025-03-21T11:29:05.901" v="1326" actId="20577"/>
          <ac:spMkLst>
            <pc:docMk/>
            <pc:sldMk cId="3088397267" sldId="543"/>
            <ac:spMk id="3" creationId="{6A705A9E-F80F-555B-0D7F-85673DABD754}"/>
          </ac:spMkLst>
        </pc:spChg>
      </pc:sldChg>
      <pc:sldChg chg="modSp new del mod">
        <pc:chgData name="Mohammed Fasha" userId="cc64f42d-a1a6-4f08-b97b-0c37f877119f" providerId="ADAL" clId="{534F862C-5423-415F-8625-CCE86B4944CE}" dt="2025-03-21T11:33:44.514" v="1355" actId="2696"/>
        <pc:sldMkLst>
          <pc:docMk/>
          <pc:sldMk cId="3439562204" sldId="544"/>
        </pc:sldMkLst>
      </pc:sldChg>
      <pc:sldChg chg="modSp add mod ord">
        <pc:chgData name="Mohammed Fasha" userId="cc64f42d-a1a6-4f08-b97b-0c37f877119f" providerId="ADAL" clId="{534F862C-5423-415F-8625-CCE86B4944CE}" dt="2025-03-21T11:33:57.252" v="1357"/>
        <pc:sldMkLst>
          <pc:docMk/>
          <pc:sldMk cId="721038307" sldId="545"/>
        </pc:sldMkLst>
        <pc:spChg chg="mod">
          <ac:chgData name="Mohammed Fasha" userId="cc64f42d-a1a6-4f08-b97b-0c37f877119f" providerId="ADAL" clId="{534F862C-5423-415F-8625-CCE86B4944CE}" dt="2025-03-15T14:51:49.834" v="686"/>
          <ac:spMkLst>
            <pc:docMk/>
            <pc:sldMk cId="721038307" sldId="545"/>
            <ac:spMk id="2" creationId="{30A51292-9F21-C1D3-8C61-6F054544798A}"/>
          </ac:spMkLst>
        </pc:spChg>
        <pc:spChg chg="mod">
          <ac:chgData name="Mohammed Fasha" userId="cc64f42d-a1a6-4f08-b97b-0c37f877119f" providerId="ADAL" clId="{534F862C-5423-415F-8625-CCE86B4944CE}" dt="2025-03-15T14:51:45.300" v="685" actId="27636"/>
          <ac:spMkLst>
            <pc:docMk/>
            <pc:sldMk cId="721038307" sldId="545"/>
            <ac:spMk id="3" creationId="{B5ACBF7D-9AC9-F6B7-2EA7-CD7F1B1C37DC}"/>
          </ac:spMkLst>
        </pc:spChg>
      </pc:sldChg>
      <pc:sldChg chg="addSp delSp modSp add mod">
        <pc:chgData name="Mohammed Fasha" userId="cc64f42d-a1a6-4f08-b97b-0c37f877119f" providerId="ADAL" clId="{534F862C-5423-415F-8625-CCE86B4944CE}" dt="2025-03-21T12:04:01.002" v="1585" actId="1076"/>
        <pc:sldMkLst>
          <pc:docMk/>
          <pc:sldMk cId="796139841" sldId="546"/>
        </pc:sldMkLst>
        <pc:spChg chg="mod">
          <ac:chgData name="Mohammed Fasha" userId="cc64f42d-a1a6-4f08-b97b-0c37f877119f" providerId="ADAL" clId="{534F862C-5423-415F-8625-CCE86B4944CE}" dt="2025-03-15T14:55:20.333" v="739"/>
          <ac:spMkLst>
            <pc:docMk/>
            <pc:sldMk cId="796139841" sldId="546"/>
            <ac:spMk id="2" creationId="{A4DB6612-07C5-884A-E81D-57A159903950}"/>
          </ac:spMkLst>
        </pc:spChg>
        <pc:spChg chg="del mod">
          <ac:chgData name="Mohammed Fasha" userId="cc64f42d-a1a6-4f08-b97b-0c37f877119f" providerId="ADAL" clId="{534F862C-5423-415F-8625-CCE86B4944CE}" dt="2025-03-21T12:01:56.697" v="1563" actId="21"/>
          <ac:spMkLst>
            <pc:docMk/>
            <pc:sldMk cId="796139841" sldId="546"/>
            <ac:spMk id="3" creationId="{F3AA6F84-9450-8F80-2BDB-3003328DD37D}"/>
          </ac:spMkLst>
        </pc:spChg>
        <pc:spChg chg="add mod">
          <ac:chgData name="Mohammed Fasha" userId="cc64f42d-a1a6-4f08-b97b-0c37f877119f" providerId="ADAL" clId="{534F862C-5423-415F-8625-CCE86B4944CE}" dt="2025-03-21T12:03:57.798" v="1584" actId="1076"/>
          <ac:spMkLst>
            <pc:docMk/>
            <pc:sldMk cId="796139841" sldId="546"/>
            <ac:spMk id="5" creationId="{4E3C961B-7D16-B068-876E-B82720BEAA1B}"/>
          </ac:spMkLst>
        </pc:spChg>
        <pc:spChg chg="add del mod">
          <ac:chgData name="Mohammed Fasha" userId="cc64f42d-a1a6-4f08-b97b-0c37f877119f" providerId="ADAL" clId="{534F862C-5423-415F-8625-CCE86B4944CE}" dt="2025-03-21T12:03:53.895" v="1582" actId="21"/>
          <ac:spMkLst>
            <pc:docMk/>
            <pc:sldMk cId="796139841" sldId="546"/>
            <ac:spMk id="6" creationId="{4B65E971-57EB-5031-0C2C-C730CBFA276A}"/>
          </ac:spMkLst>
        </pc:spChg>
        <pc:graphicFrameChg chg="add mod">
          <ac:chgData name="Mohammed Fasha" userId="cc64f42d-a1a6-4f08-b97b-0c37f877119f" providerId="ADAL" clId="{534F862C-5423-415F-8625-CCE86B4944CE}" dt="2025-03-21T12:04:01.002" v="1585" actId="1076"/>
          <ac:graphicFrameMkLst>
            <pc:docMk/>
            <pc:sldMk cId="796139841" sldId="546"/>
            <ac:graphicFrameMk id="7" creationId="{FBF9FA20-105E-B3EC-121D-A6BFD65028A8}"/>
          </ac:graphicFrameMkLst>
        </pc:graphicFrameChg>
      </pc:sldChg>
      <pc:sldChg chg="modSp add mod">
        <pc:chgData name="Mohammed Fasha" userId="cc64f42d-a1a6-4f08-b97b-0c37f877119f" providerId="ADAL" clId="{534F862C-5423-415F-8625-CCE86B4944CE}" dt="2025-03-15T15:37:47.199" v="1107" actId="20577"/>
        <pc:sldMkLst>
          <pc:docMk/>
          <pc:sldMk cId="184126415" sldId="547"/>
        </pc:sldMkLst>
        <pc:spChg chg="mod">
          <ac:chgData name="Mohammed Fasha" userId="cc64f42d-a1a6-4f08-b97b-0c37f877119f" providerId="ADAL" clId="{534F862C-5423-415F-8625-CCE86B4944CE}" dt="2025-03-15T15:37:32.307" v="1099" actId="21"/>
          <ac:spMkLst>
            <pc:docMk/>
            <pc:sldMk cId="184126415" sldId="547"/>
            <ac:spMk id="2" creationId="{52903DAF-5696-AC19-F8F3-CD988D3057AE}"/>
          </ac:spMkLst>
        </pc:spChg>
        <pc:spChg chg="mod">
          <ac:chgData name="Mohammed Fasha" userId="cc64f42d-a1a6-4f08-b97b-0c37f877119f" providerId="ADAL" clId="{534F862C-5423-415F-8625-CCE86B4944CE}" dt="2025-03-15T15:37:47.199" v="1107" actId="20577"/>
          <ac:spMkLst>
            <pc:docMk/>
            <pc:sldMk cId="184126415" sldId="547"/>
            <ac:spMk id="3" creationId="{7D988BEA-61D0-FF52-BEAC-D65E0B8CE8A1}"/>
          </ac:spMkLst>
        </pc:spChg>
      </pc:sldChg>
      <pc:sldChg chg="addSp modSp add mod">
        <pc:chgData name="Mohammed Fasha" userId="cc64f42d-a1a6-4f08-b97b-0c37f877119f" providerId="ADAL" clId="{534F862C-5423-415F-8625-CCE86B4944CE}" dt="2025-03-18T02:04:15.822" v="1241" actId="1076"/>
        <pc:sldMkLst>
          <pc:docMk/>
          <pc:sldMk cId="1532144506" sldId="548"/>
        </pc:sldMkLst>
        <pc:spChg chg="mod">
          <ac:chgData name="Mohammed Fasha" userId="cc64f42d-a1a6-4f08-b97b-0c37f877119f" providerId="ADAL" clId="{534F862C-5423-415F-8625-CCE86B4944CE}" dt="2025-03-15T14:56:55.833" v="778"/>
          <ac:spMkLst>
            <pc:docMk/>
            <pc:sldMk cId="1532144506" sldId="548"/>
            <ac:spMk id="2" creationId="{37130C5D-F7A6-57A6-FC91-B22735582863}"/>
          </ac:spMkLst>
        </pc:spChg>
        <pc:spChg chg="mod">
          <ac:chgData name="Mohammed Fasha" userId="cc64f42d-a1a6-4f08-b97b-0c37f877119f" providerId="ADAL" clId="{534F862C-5423-415F-8625-CCE86B4944CE}" dt="2025-03-18T02:03:01.013" v="1234" actId="14100"/>
          <ac:spMkLst>
            <pc:docMk/>
            <pc:sldMk cId="1532144506" sldId="548"/>
            <ac:spMk id="3" creationId="{F2642ABB-E5EA-5E94-ECA2-1C5C13EC4A20}"/>
          </ac:spMkLst>
        </pc:spChg>
        <pc:picChg chg="add mod">
          <ac:chgData name="Mohammed Fasha" userId="cc64f42d-a1a6-4f08-b97b-0c37f877119f" providerId="ADAL" clId="{534F862C-5423-415F-8625-CCE86B4944CE}" dt="2025-03-18T02:04:15.822" v="1241" actId="1076"/>
          <ac:picMkLst>
            <pc:docMk/>
            <pc:sldMk cId="1532144506" sldId="548"/>
            <ac:picMk id="1026" creationId="{9C123F94-BC05-DA2F-D744-F4CB2C79A932}"/>
          </ac:picMkLst>
        </pc:picChg>
      </pc:sldChg>
      <pc:sldChg chg="add">
        <pc:chgData name="Mohammed Fasha" userId="cc64f42d-a1a6-4f08-b97b-0c37f877119f" providerId="ADAL" clId="{534F862C-5423-415F-8625-CCE86B4944CE}" dt="2025-03-15T15:11:24.978" v="996"/>
        <pc:sldMkLst>
          <pc:docMk/>
          <pc:sldMk cId="1962627052" sldId="549"/>
        </pc:sldMkLst>
      </pc:sldChg>
      <pc:sldChg chg="addSp delSp modSp new del mod modClrScheme chgLayout">
        <pc:chgData name="Mohammed Fasha" userId="cc64f42d-a1a6-4f08-b97b-0c37f877119f" providerId="ADAL" clId="{534F862C-5423-415F-8625-CCE86B4944CE}" dt="2025-03-15T15:11:21.677" v="995" actId="2696"/>
        <pc:sldMkLst>
          <pc:docMk/>
          <pc:sldMk cId="2226758089" sldId="549"/>
        </pc:sldMkLst>
      </pc:sldChg>
      <pc:sldChg chg="addSp modSp new mod">
        <pc:chgData name="Mohammed Fasha" userId="cc64f42d-a1a6-4f08-b97b-0c37f877119f" providerId="ADAL" clId="{534F862C-5423-415F-8625-CCE86B4944CE}" dt="2025-03-15T15:46:18.147" v="1203"/>
        <pc:sldMkLst>
          <pc:docMk/>
          <pc:sldMk cId="51728829" sldId="550"/>
        </pc:sldMkLst>
        <pc:spChg chg="mod">
          <ac:chgData name="Mohammed Fasha" userId="cc64f42d-a1a6-4f08-b97b-0c37f877119f" providerId="ADAL" clId="{534F862C-5423-415F-8625-CCE86B4944CE}" dt="2025-03-15T15:06:37.773" v="884" actId="6549"/>
          <ac:spMkLst>
            <pc:docMk/>
            <pc:sldMk cId="51728829" sldId="550"/>
            <ac:spMk id="2" creationId="{37137550-11C6-20B2-D443-760FE1A2DEF4}"/>
          </ac:spMkLst>
        </pc:spChg>
        <pc:spChg chg="mod">
          <ac:chgData name="Mohammed Fasha" userId="cc64f42d-a1a6-4f08-b97b-0c37f877119f" providerId="ADAL" clId="{534F862C-5423-415F-8625-CCE86B4944CE}" dt="2025-03-15T15:41:10.824" v="1163" actId="1076"/>
          <ac:spMkLst>
            <pc:docMk/>
            <pc:sldMk cId="51728829" sldId="550"/>
            <ac:spMk id="3" creationId="{CA818D56-B852-D4FC-E994-990B5F898E18}"/>
          </ac:spMkLst>
        </pc:spChg>
        <pc:spChg chg="add mod">
          <ac:chgData name="Mohammed Fasha" userId="cc64f42d-a1a6-4f08-b97b-0c37f877119f" providerId="ADAL" clId="{534F862C-5423-415F-8625-CCE86B4944CE}" dt="2025-03-15T15:43:27.748" v="1202" actId="1076"/>
          <ac:spMkLst>
            <pc:docMk/>
            <pc:sldMk cId="51728829" sldId="550"/>
            <ac:spMk id="5" creationId="{E4B45F60-6A90-D73F-5226-35583B598BAF}"/>
          </ac:spMkLst>
        </pc:spChg>
        <pc:picChg chg="add mod">
          <ac:chgData name="Mohammed Fasha" userId="cc64f42d-a1a6-4f08-b97b-0c37f877119f" providerId="ADAL" clId="{534F862C-5423-415F-8625-CCE86B4944CE}" dt="2025-03-15T15:46:18.147" v="1203"/>
          <ac:picMkLst>
            <pc:docMk/>
            <pc:sldMk cId="51728829" sldId="550"/>
            <ac:picMk id="7" creationId="{4E45092A-0334-B657-140F-ACD092334510}"/>
          </ac:picMkLst>
        </pc:picChg>
      </pc:sldChg>
      <pc:sldChg chg="addSp delSp modSp new mod modClrScheme chgLayout">
        <pc:chgData name="Mohammed Fasha" userId="cc64f42d-a1a6-4f08-b97b-0c37f877119f" providerId="ADAL" clId="{534F862C-5423-415F-8625-CCE86B4944CE}" dt="2025-03-15T15:03:53.820" v="869"/>
        <pc:sldMkLst>
          <pc:docMk/>
          <pc:sldMk cId="2939072846" sldId="551"/>
        </pc:sldMkLst>
        <pc:spChg chg="add mod ord">
          <ac:chgData name="Mohammed Fasha" userId="cc64f42d-a1a6-4f08-b97b-0c37f877119f" providerId="ADAL" clId="{534F862C-5423-415F-8625-CCE86B4944CE}" dt="2025-03-15T15:03:35.944" v="858" actId="20577"/>
          <ac:spMkLst>
            <pc:docMk/>
            <pc:sldMk cId="2939072846" sldId="551"/>
            <ac:spMk id="4" creationId="{C410A92E-2F10-8CDE-3D2E-C284F09C0296}"/>
          </ac:spMkLst>
        </pc:spChg>
        <pc:spChg chg="add mod ord">
          <ac:chgData name="Mohammed Fasha" userId="cc64f42d-a1a6-4f08-b97b-0c37f877119f" providerId="ADAL" clId="{534F862C-5423-415F-8625-CCE86B4944CE}" dt="2025-03-15T15:03:53.820" v="869"/>
          <ac:spMkLst>
            <pc:docMk/>
            <pc:sldMk cId="2939072846" sldId="551"/>
            <ac:spMk id="5" creationId="{E0EA96E8-F27D-DB2E-EA0F-AAD3D81E9BA4}"/>
          </ac:spMkLst>
        </pc:spChg>
      </pc:sldChg>
      <pc:sldChg chg="addSp delSp modSp new mod modClrScheme chgLayout">
        <pc:chgData name="Mohammed Fasha" userId="cc64f42d-a1a6-4f08-b97b-0c37f877119f" providerId="ADAL" clId="{534F862C-5423-415F-8625-CCE86B4944CE}" dt="2025-03-15T15:09:54.988" v="987" actId="20577"/>
        <pc:sldMkLst>
          <pc:docMk/>
          <pc:sldMk cId="3828354163" sldId="552"/>
        </pc:sldMkLst>
        <pc:spChg chg="add mod">
          <ac:chgData name="Mohammed Fasha" userId="cc64f42d-a1a6-4f08-b97b-0c37f877119f" providerId="ADAL" clId="{534F862C-5423-415F-8625-CCE86B4944CE}" dt="2025-03-15T15:09:54.988" v="987" actId="20577"/>
          <ac:spMkLst>
            <pc:docMk/>
            <pc:sldMk cId="3828354163" sldId="552"/>
            <ac:spMk id="5" creationId="{B2D1F3C7-1350-E8D3-DB2E-64D5F20C065A}"/>
          </ac:spMkLst>
        </pc:spChg>
      </pc:sldChg>
      <pc:sldChg chg="addSp delSp modSp add mod">
        <pc:chgData name="Mohammed Fasha" userId="cc64f42d-a1a6-4f08-b97b-0c37f877119f" providerId="ADAL" clId="{534F862C-5423-415F-8625-CCE86B4944CE}" dt="2025-03-15T15:09:49.920" v="984" actId="1035"/>
        <pc:sldMkLst>
          <pc:docMk/>
          <pc:sldMk cId="4066624001" sldId="553"/>
        </pc:sldMkLst>
        <pc:spChg chg="add mod">
          <ac:chgData name="Mohammed Fasha" userId="cc64f42d-a1a6-4f08-b97b-0c37f877119f" providerId="ADAL" clId="{534F862C-5423-415F-8625-CCE86B4944CE}" dt="2025-03-15T15:09:49.920" v="984" actId="1035"/>
          <ac:spMkLst>
            <pc:docMk/>
            <pc:sldMk cId="4066624001" sldId="553"/>
            <ac:spMk id="6" creationId="{CD72C821-585F-77A9-F385-F40038517445}"/>
          </ac:spMkLst>
        </pc:spChg>
      </pc:sldChg>
      <pc:sldChg chg="addSp delSp modSp add mod">
        <pc:chgData name="Mohammed Fasha" userId="cc64f42d-a1a6-4f08-b97b-0c37f877119f" providerId="ADAL" clId="{534F862C-5423-415F-8625-CCE86B4944CE}" dt="2025-03-15T15:12:49.110" v="1008" actId="1076"/>
        <pc:sldMkLst>
          <pc:docMk/>
          <pc:sldMk cId="1318473408" sldId="554"/>
        </pc:sldMkLst>
        <pc:spChg chg="add mod">
          <ac:chgData name="Mohammed Fasha" userId="cc64f42d-a1a6-4f08-b97b-0c37f877119f" providerId="ADAL" clId="{534F862C-5423-415F-8625-CCE86B4944CE}" dt="2025-03-15T15:12:49.110" v="1008" actId="1076"/>
          <ac:spMkLst>
            <pc:docMk/>
            <pc:sldMk cId="1318473408" sldId="554"/>
            <ac:spMk id="3" creationId="{9AD8AF12-87DE-57A8-CC84-2D601E00B4EE}"/>
          </ac:spMkLst>
        </pc:spChg>
      </pc:sldChg>
      <pc:sldChg chg="addSp delSp modSp add mod">
        <pc:chgData name="Mohammed Fasha" userId="cc64f42d-a1a6-4f08-b97b-0c37f877119f" providerId="ADAL" clId="{534F862C-5423-415F-8625-CCE86B4944CE}" dt="2025-03-15T15:12:36.079" v="1004" actId="1076"/>
        <pc:sldMkLst>
          <pc:docMk/>
          <pc:sldMk cId="1685077969" sldId="555"/>
        </pc:sldMkLst>
        <pc:spChg chg="add mod">
          <ac:chgData name="Mohammed Fasha" userId="cc64f42d-a1a6-4f08-b97b-0c37f877119f" providerId="ADAL" clId="{534F862C-5423-415F-8625-CCE86B4944CE}" dt="2025-03-15T15:12:36.079" v="1004" actId="1076"/>
          <ac:spMkLst>
            <pc:docMk/>
            <pc:sldMk cId="1685077969" sldId="555"/>
            <ac:spMk id="3" creationId="{187810EE-8111-BD9B-4A1B-7D196A06E838}"/>
          </ac:spMkLst>
        </pc:spChg>
      </pc:sldChg>
      <pc:sldChg chg="modSp new mod ord">
        <pc:chgData name="Mohammed Fasha" userId="cc64f42d-a1a6-4f08-b97b-0c37f877119f" providerId="ADAL" clId="{534F862C-5423-415F-8625-CCE86B4944CE}" dt="2025-03-18T02:00:54.941" v="1214" actId="6549"/>
        <pc:sldMkLst>
          <pc:docMk/>
          <pc:sldMk cId="2953760213" sldId="556"/>
        </pc:sldMkLst>
        <pc:spChg chg="mod">
          <ac:chgData name="Mohammed Fasha" userId="cc64f42d-a1a6-4f08-b97b-0c37f877119f" providerId="ADAL" clId="{534F862C-5423-415F-8625-CCE86B4944CE}" dt="2025-03-15T15:35:34.357" v="1071" actId="27636"/>
          <ac:spMkLst>
            <pc:docMk/>
            <pc:sldMk cId="2953760213" sldId="556"/>
            <ac:spMk id="2" creationId="{AAE809B9-C541-93EC-3335-246077D074AB}"/>
          </ac:spMkLst>
        </pc:spChg>
        <pc:spChg chg="mod">
          <ac:chgData name="Mohammed Fasha" userId="cc64f42d-a1a6-4f08-b97b-0c37f877119f" providerId="ADAL" clId="{534F862C-5423-415F-8625-CCE86B4944CE}" dt="2025-03-18T02:00:54.941" v="1214" actId="6549"/>
          <ac:spMkLst>
            <pc:docMk/>
            <pc:sldMk cId="2953760213" sldId="556"/>
            <ac:spMk id="3" creationId="{69D30B70-3D40-0B59-B5B7-CE324493CD2A}"/>
          </ac:spMkLst>
        </pc:spChg>
      </pc:sldChg>
      <pc:sldChg chg="modSp new mod">
        <pc:chgData name="Mohammed Fasha" userId="cc64f42d-a1a6-4f08-b97b-0c37f877119f" providerId="ADAL" clId="{534F862C-5423-415F-8625-CCE86B4944CE}" dt="2025-03-18T02:02:53.065" v="1233" actId="5793"/>
        <pc:sldMkLst>
          <pc:docMk/>
          <pc:sldMk cId="47443413" sldId="557"/>
        </pc:sldMkLst>
        <pc:spChg chg="mod">
          <ac:chgData name="Mohammed Fasha" userId="cc64f42d-a1a6-4f08-b97b-0c37f877119f" providerId="ADAL" clId="{534F862C-5423-415F-8625-CCE86B4944CE}" dt="2025-03-15T15:38:07.870" v="1116" actId="27636"/>
          <ac:spMkLst>
            <pc:docMk/>
            <pc:sldMk cId="47443413" sldId="557"/>
            <ac:spMk id="2" creationId="{67BDB5D0-D88F-6743-CED4-6F576F09C5F4}"/>
          </ac:spMkLst>
        </pc:spChg>
        <pc:spChg chg="mod">
          <ac:chgData name="Mohammed Fasha" userId="cc64f42d-a1a6-4f08-b97b-0c37f877119f" providerId="ADAL" clId="{534F862C-5423-415F-8625-CCE86B4944CE}" dt="2025-03-18T02:02:53.065" v="1233" actId="5793"/>
          <ac:spMkLst>
            <pc:docMk/>
            <pc:sldMk cId="47443413" sldId="557"/>
            <ac:spMk id="3" creationId="{F7989134-F312-1A22-436B-CB5CF1A8549A}"/>
          </ac:spMkLst>
        </pc:spChg>
      </pc:sldChg>
      <pc:sldChg chg="modSp new mod ord">
        <pc:chgData name="Mohammed Fasha" userId="cc64f42d-a1a6-4f08-b97b-0c37f877119f" providerId="ADAL" clId="{534F862C-5423-415F-8625-CCE86B4944CE}" dt="2025-03-18T02:03:33.425" v="1240"/>
        <pc:sldMkLst>
          <pc:docMk/>
          <pc:sldMk cId="421367154" sldId="558"/>
        </pc:sldMkLst>
        <pc:spChg chg="mod">
          <ac:chgData name="Mohammed Fasha" userId="cc64f42d-a1a6-4f08-b97b-0c37f877119f" providerId="ADAL" clId="{534F862C-5423-415F-8625-CCE86B4944CE}" dt="2025-03-15T15:40:29.246" v="1136" actId="20577"/>
          <ac:spMkLst>
            <pc:docMk/>
            <pc:sldMk cId="421367154" sldId="558"/>
            <ac:spMk id="2" creationId="{B21FD281-A534-66DD-A1FD-4A9DBA92E8BE}"/>
          </ac:spMkLst>
        </pc:spChg>
        <pc:spChg chg="mod">
          <ac:chgData name="Mohammed Fasha" userId="cc64f42d-a1a6-4f08-b97b-0c37f877119f" providerId="ADAL" clId="{534F862C-5423-415F-8625-CCE86B4944CE}" dt="2025-03-15T15:40:25.174" v="1126" actId="21"/>
          <ac:spMkLst>
            <pc:docMk/>
            <pc:sldMk cId="421367154" sldId="558"/>
            <ac:spMk id="3" creationId="{13B04378-246B-4FE4-2C64-C63653A45260}"/>
          </ac:spMkLst>
        </pc:spChg>
      </pc:sldChg>
      <pc:sldChg chg="addSp modSp new mod">
        <pc:chgData name="Mohammed Fasha" userId="cc64f42d-a1a6-4f08-b97b-0c37f877119f" providerId="ADAL" clId="{534F862C-5423-415F-8625-CCE86B4944CE}" dt="2025-03-18T02:08:12.173" v="1285" actId="1076"/>
        <pc:sldMkLst>
          <pc:docMk/>
          <pc:sldMk cId="2279320564" sldId="560"/>
        </pc:sldMkLst>
        <pc:spChg chg="mod">
          <ac:chgData name="Mohammed Fasha" userId="cc64f42d-a1a6-4f08-b97b-0c37f877119f" providerId="ADAL" clId="{534F862C-5423-415F-8625-CCE86B4944CE}" dt="2025-03-18T02:05:48.025" v="1257" actId="6549"/>
          <ac:spMkLst>
            <pc:docMk/>
            <pc:sldMk cId="2279320564" sldId="560"/>
            <ac:spMk id="2" creationId="{40D5681E-8023-8C0D-91C0-DD0674DE5C9B}"/>
          </ac:spMkLst>
        </pc:spChg>
        <pc:spChg chg="mod">
          <ac:chgData name="Mohammed Fasha" userId="cc64f42d-a1a6-4f08-b97b-0c37f877119f" providerId="ADAL" clId="{534F862C-5423-415F-8625-CCE86B4944CE}" dt="2025-03-18T02:06:41.664" v="1267" actId="179"/>
          <ac:spMkLst>
            <pc:docMk/>
            <pc:sldMk cId="2279320564" sldId="560"/>
            <ac:spMk id="3" creationId="{94D699DC-EB35-242E-ABB5-8CF78304E6B9}"/>
          </ac:spMkLst>
        </pc:spChg>
        <pc:picChg chg="add mod">
          <ac:chgData name="Mohammed Fasha" userId="cc64f42d-a1a6-4f08-b97b-0c37f877119f" providerId="ADAL" clId="{534F862C-5423-415F-8625-CCE86B4944CE}" dt="2025-03-18T02:08:12.173" v="1285" actId="1076"/>
          <ac:picMkLst>
            <pc:docMk/>
            <pc:sldMk cId="2279320564" sldId="560"/>
            <ac:picMk id="5" creationId="{77EFD2CD-E234-52A1-28F0-23DD6EDC2473}"/>
          </ac:picMkLst>
        </pc:picChg>
        <pc:picChg chg="add mod">
          <ac:chgData name="Mohammed Fasha" userId="cc64f42d-a1a6-4f08-b97b-0c37f877119f" providerId="ADAL" clId="{534F862C-5423-415F-8625-CCE86B4944CE}" dt="2025-03-18T02:08:07.223" v="1284" actId="14100"/>
          <ac:picMkLst>
            <pc:docMk/>
            <pc:sldMk cId="2279320564" sldId="560"/>
            <ac:picMk id="1026" creationId="{D33EEC85-6378-500B-038C-970B7E6443A9}"/>
          </ac:picMkLst>
        </pc:picChg>
      </pc:sldChg>
      <pc:sldChg chg="addSp modSp new mod">
        <pc:chgData name="Mohammed Fasha" userId="cc64f42d-a1a6-4f08-b97b-0c37f877119f" providerId="ADAL" clId="{534F862C-5423-415F-8625-CCE86B4944CE}" dt="2025-03-21T11:35:26.618" v="1386" actId="1076"/>
        <pc:sldMkLst>
          <pc:docMk/>
          <pc:sldMk cId="2014751043" sldId="561"/>
        </pc:sldMkLst>
        <pc:spChg chg="mod">
          <ac:chgData name="Mohammed Fasha" userId="cc64f42d-a1a6-4f08-b97b-0c37f877119f" providerId="ADAL" clId="{534F862C-5423-415F-8625-CCE86B4944CE}" dt="2025-03-21T11:32:25.119" v="1331" actId="27636"/>
          <ac:spMkLst>
            <pc:docMk/>
            <pc:sldMk cId="2014751043" sldId="561"/>
            <ac:spMk id="2" creationId="{5349F725-7EA2-FB9E-944A-7ECBE4E5C2E9}"/>
          </ac:spMkLst>
        </pc:spChg>
        <pc:spChg chg="mod">
          <ac:chgData name="Mohammed Fasha" userId="cc64f42d-a1a6-4f08-b97b-0c37f877119f" providerId="ADAL" clId="{534F862C-5423-415F-8625-CCE86B4944CE}" dt="2025-03-21T11:35:21.277" v="1384" actId="27636"/>
          <ac:spMkLst>
            <pc:docMk/>
            <pc:sldMk cId="2014751043" sldId="561"/>
            <ac:spMk id="3" creationId="{EE0F5C74-C6A8-9503-2B9B-7A23E8375903}"/>
          </ac:spMkLst>
        </pc:spChg>
        <pc:picChg chg="add mod">
          <ac:chgData name="Mohammed Fasha" userId="cc64f42d-a1a6-4f08-b97b-0c37f877119f" providerId="ADAL" clId="{534F862C-5423-415F-8625-CCE86B4944CE}" dt="2025-03-21T11:35:26.618" v="1386" actId="1076"/>
          <ac:picMkLst>
            <pc:docMk/>
            <pc:sldMk cId="2014751043" sldId="561"/>
            <ac:picMk id="5" creationId="{A844077B-F968-7226-541F-D8FA219F768A}"/>
          </ac:picMkLst>
        </pc:picChg>
      </pc:sldChg>
      <pc:sldChg chg="addSp delSp modSp new del mod">
        <pc:chgData name="Mohammed Fasha" userId="cc64f42d-a1a6-4f08-b97b-0c37f877119f" providerId="ADAL" clId="{534F862C-5423-415F-8625-CCE86B4944CE}" dt="2025-03-21T11:23:45.217" v="1293" actId="47"/>
        <pc:sldMkLst>
          <pc:docMk/>
          <pc:sldMk cId="3352254752" sldId="561"/>
        </pc:sldMkLst>
      </pc:sldChg>
      <pc:sldChg chg="addSp delSp modSp new mod">
        <pc:chgData name="Mohammed Fasha" userId="cc64f42d-a1a6-4f08-b97b-0c37f877119f" providerId="ADAL" clId="{534F862C-5423-415F-8625-CCE86B4944CE}" dt="2025-03-21T12:03:27.225" v="1577" actId="12"/>
        <pc:sldMkLst>
          <pc:docMk/>
          <pc:sldMk cId="1204894466" sldId="562"/>
        </pc:sldMkLst>
        <pc:spChg chg="mod">
          <ac:chgData name="Mohammed Fasha" userId="cc64f42d-a1a6-4f08-b97b-0c37f877119f" providerId="ADAL" clId="{534F862C-5423-415F-8625-CCE86B4944CE}" dt="2025-03-21T11:41:43.284" v="1406" actId="6549"/>
          <ac:spMkLst>
            <pc:docMk/>
            <pc:sldMk cId="1204894466" sldId="562"/>
            <ac:spMk id="2" creationId="{13F24E2B-CECF-BE40-1644-F9BCB8837C46}"/>
          </ac:spMkLst>
        </pc:spChg>
        <pc:spChg chg="add del mod">
          <ac:chgData name="Mohammed Fasha" userId="cc64f42d-a1a6-4f08-b97b-0c37f877119f" providerId="ADAL" clId="{534F862C-5423-415F-8625-CCE86B4944CE}" dt="2025-03-21T11:53:05.932" v="1518" actId="255"/>
          <ac:spMkLst>
            <pc:docMk/>
            <pc:sldMk cId="1204894466" sldId="562"/>
            <ac:spMk id="3" creationId="{9E9EF50E-CA04-EDD0-E2F4-D63380D2C7E7}"/>
          </ac:spMkLst>
        </pc:spChg>
        <pc:spChg chg="add">
          <ac:chgData name="Mohammed Fasha" userId="cc64f42d-a1a6-4f08-b97b-0c37f877119f" providerId="ADAL" clId="{534F862C-5423-415F-8625-CCE86B4944CE}" dt="2025-03-21T11:41:04.378" v="1387"/>
          <ac:spMkLst>
            <pc:docMk/>
            <pc:sldMk cId="1204894466" sldId="562"/>
            <ac:spMk id="5" creationId="{C2FC7EA3-EAB2-1F3E-D68A-3525B202A5DF}"/>
          </ac:spMkLst>
        </pc:spChg>
        <pc:spChg chg="add">
          <ac:chgData name="Mohammed Fasha" userId="cc64f42d-a1a6-4f08-b97b-0c37f877119f" providerId="ADAL" clId="{534F862C-5423-415F-8625-CCE86B4944CE}" dt="2025-03-21T11:41:12.221" v="1389"/>
          <ac:spMkLst>
            <pc:docMk/>
            <pc:sldMk cId="1204894466" sldId="562"/>
            <ac:spMk id="7" creationId="{1A9DB456-F2CD-B006-876A-FDA038784CDB}"/>
          </ac:spMkLst>
        </pc:spChg>
        <pc:spChg chg="add mod">
          <ac:chgData name="Mohammed Fasha" userId="cc64f42d-a1a6-4f08-b97b-0c37f877119f" providerId="ADAL" clId="{534F862C-5423-415F-8625-CCE86B4944CE}" dt="2025-03-21T11:41:28.332" v="1395"/>
          <ac:spMkLst>
            <pc:docMk/>
            <pc:sldMk cId="1204894466" sldId="562"/>
            <ac:spMk id="9" creationId="{7679BFD5-E8F1-394E-2F89-CD8070BCE378}"/>
          </ac:spMkLst>
        </pc:spChg>
        <pc:spChg chg="add mod">
          <ac:chgData name="Mohammed Fasha" userId="cc64f42d-a1a6-4f08-b97b-0c37f877119f" providerId="ADAL" clId="{534F862C-5423-415F-8625-CCE86B4944CE}" dt="2025-03-21T11:41:28.332" v="1395"/>
          <ac:spMkLst>
            <pc:docMk/>
            <pc:sldMk cId="1204894466" sldId="562"/>
            <ac:spMk id="10" creationId="{20E1C9F8-5905-2276-F3E1-5194CE606671}"/>
          </ac:spMkLst>
        </pc:spChg>
        <pc:spChg chg="add mod">
          <ac:chgData name="Mohammed Fasha" userId="cc64f42d-a1a6-4f08-b97b-0c37f877119f" providerId="ADAL" clId="{534F862C-5423-415F-8625-CCE86B4944CE}" dt="2025-03-21T11:41:28.332" v="1395"/>
          <ac:spMkLst>
            <pc:docMk/>
            <pc:sldMk cId="1204894466" sldId="562"/>
            <ac:spMk id="11" creationId="{8691D04E-CAD8-B2C2-2A02-F98D06E5A9DB}"/>
          </ac:spMkLst>
        </pc:spChg>
        <pc:spChg chg="add mod">
          <ac:chgData name="Mohammed Fasha" userId="cc64f42d-a1a6-4f08-b97b-0c37f877119f" providerId="ADAL" clId="{534F862C-5423-415F-8625-CCE86B4944CE}" dt="2025-03-21T11:41:28.332" v="1395"/>
          <ac:spMkLst>
            <pc:docMk/>
            <pc:sldMk cId="1204894466" sldId="562"/>
            <ac:spMk id="12" creationId="{F99F4311-F1DE-F4D7-1E4D-74A86505E469}"/>
          </ac:spMkLst>
        </pc:spChg>
        <pc:spChg chg="add mod">
          <ac:chgData name="Mohammed Fasha" userId="cc64f42d-a1a6-4f08-b97b-0c37f877119f" providerId="ADAL" clId="{534F862C-5423-415F-8625-CCE86B4944CE}" dt="2025-03-21T11:41:28.332" v="1395"/>
          <ac:spMkLst>
            <pc:docMk/>
            <pc:sldMk cId="1204894466" sldId="562"/>
            <ac:spMk id="13" creationId="{377B8764-9FC2-A8DF-C630-5D0C51D864EF}"/>
          </ac:spMkLst>
        </pc:spChg>
        <pc:spChg chg="add mod">
          <ac:chgData name="Mohammed Fasha" userId="cc64f42d-a1a6-4f08-b97b-0c37f877119f" providerId="ADAL" clId="{534F862C-5423-415F-8625-CCE86B4944CE}" dt="2025-03-21T11:41:28.332" v="1395"/>
          <ac:spMkLst>
            <pc:docMk/>
            <pc:sldMk cId="1204894466" sldId="562"/>
            <ac:spMk id="14" creationId="{940855BA-4FA5-F44E-976A-ADA798A6FD1A}"/>
          </ac:spMkLst>
        </pc:spChg>
        <pc:spChg chg="add mod">
          <ac:chgData name="Mohammed Fasha" userId="cc64f42d-a1a6-4f08-b97b-0c37f877119f" providerId="ADAL" clId="{534F862C-5423-415F-8625-CCE86B4944CE}" dt="2025-03-21T11:41:28.332" v="1395"/>
          <ac:spMkLst>
            <pc:docMk/>
            <pc:sldMk cId="1204894466" sldId="562"/>
            <ac:spMk id="15" creationId="{9736394D-5823-84CE-A84A-478D7E343E8C}"/>
          </ac:spMkLst>
        </pc:spChg>
        <pc:spChg chg="add mod">
          <ac:chgData name="Mohammed Fasha" userId="cc64f42d-a1a6-4f08-b97b-0c37f877119f" providerId="ADAL" clId="{534F862C-5423-415F-8625-CCE86B4944CE}" dt="2025-03-21T11:41:29.975" v="1397"/>
          <ac:spMkLst>
            <pc:docMk/>
            <pc:sldMk cId="1204894466" sldId="562"/>
            <ac:spMk id="17" creationId="{82FDCFFE-A7B3-53A8-E440-5FAEC13720EE}"/>
          </ac:spMkLst>
        </pc:spChg>
        <pc:spChg chg="add mod">
          <ac:chgData name="Mohammed Fasha" userId="cc64f42d-a1a6-4f08-b97b-0c37f877119f" providerId="ADAL" clId="{534F862C-5423-415F-8625-CCE86B4944CE}" dt="2025-03-21T11:41:29.975" v="1397"/>
          <ac:spMkLst>
            <pc:docMk/>
            <pc:sldMk cId="1204894466" sldId="562"/>
            <ac:spMk id="18" creationId="{59D98577-F71C-CFB0-4EAF-857768D4F661}"/>
          </ac:spMkLst>
        </pc:spChg>
        <pc:spChg chg="add mod">
          <ac:chgData name="Mohammed Fasha" userId="cc64f42d-a1a6-4f08-b97b-0c37f877119f" providerId="ADAL" clId="{534F862C-5423-415F-8625-CCE86B4944CE}" dt="2025-03-21T11:41:29.975" v="1397"/>
          <ac:spMkLst>
            <pc:docMk/>
            <pc:sldMk cId="1204894466" sldId="562"/>
            <ac:spMk id="19" creationId="{1BBBA833-AA67-46D6-CAA8-99BEB222F1B6}"/>
          </ac:spMkLst>
        </pc:spChg>
        <pc:spChg chg="add mod">
          <ac:chgData name="Mohammed Fasha" userId="cc64f42d-a1a6-4f08-b97b-0c37f877119f" providerId="ADAL" clId="{534F862C-5423-415F-8625-CCE86B4944CE}" dt="2025-03-21T11:41:29.975" v="1397"/>
          <ac:spMkLst>
            <pc:docMk/>
            <pc:sldMk cId="1204894466" sldId="562"/>
            <ac:spMk id="20" creationId="{924F7EF5-2C7F-473B-CD0D-393DE48309CA}"/>
          </ac:spMkLst>
        </pc:spChg>
        <pc:spChg chg="add mod">
          <ac:chgData name="Mohammed Fasha" userId="cc64f42d-a1a6-4f08-b97b-0c37f877119f" providerId="ADAL" clId="{534F862C-5423-415F-8625-CCE86B4944CE}" dt="2025-03-21T11:41:29.975" v="1397"/>
          <ac:spMkLst>
            <pc:docMk/>
            <pc:sldMk cId="1204894466" sldId="562"/>
            <ac:spMk id="21" creationId="{1D6185FB-4813-7E7D-8E93-FFC092842486}"/>
          </ac:spMkLst>
        </pc:spChg>
        <pc:spChg chg="add mod">
          <ac:chgData name="Mohammed Fasha" userId="cc64f42d-a1a6-4f08-b97b-0c37f877119f" providerId="ADAL" clId="{534F862C-5423-415F-8625-CCE86B4944CE}" dt="2025-03-21T11:41:29.975" v="1397"/>
          <ac:spMkLst>
            <pc:docMk/>
            <pc:sldMk cId="1204894466" sldId="562"/>
            <ac:spMk id="22" creationId="{5DD85FD0-69B0-F634-B3CD-579F3EBDAD6A}"/>
          </ac:spMkLst>
        </pc:spChg>
        <pc:spChg chg="add mod">
          <ac:chgData name="Mohammed Fasha" userId="cc64f42d-a1a6-4f08-b97b-0c37f877119f" providerId="ADAL" clId="{534F862C-5423-415F-8625-CCE86B4944CE}" dt="2025-03-21T11:41:29.975" v="1397"/>
          <ac:spMkLst>
            <pc:docMk/>
            <pc:sldMk cId="1204894466" sldId="562"/>
            <ac:spMk id="23" creationId="{AF571904-EB3E-B0E1-EB32-1ADEAEE13309}"/>
          </ac:spMkLst>
        </pc:spChg>
        <pc:spChg chg="add mod">
          <ac:chgData name="Mohammed Fasha" userId="cc64f42d-a1a6-4f08-b97b-0c37f877119f" providerId="ADAL" clId="{534F862C-5423-415F-8625-CCE86B4944CE}" dt="2025-03-21T12:03:27.225" v="1577" actId="12"/>
          <ac:spMkLst>
            <pc:docMk/>
            <pc:sldMk cId="1204894466" sldId="562"/>
            <ac:spMk id="29" creationId="{93D81560-8266-087A-EBC8-07B78B8EB4E9}"/>
          </ac:spMkLst>
        </pc:spChg>
        <pc:graphicFrameChg chg="add mod">
          <ac:chgData name="Mohammed Fasha" userId="cc64f42d-a1a6-4f08-b97b-0c37f877119f" providerId="ADAL" clId="{534F862C-5423-415F-8625-CCE86B4944CE}" dt="2025-03-21T11:41:06.673" v="1388"/>
          <ac:graphicFrameMkLst>
            <pc:docMk/>
            <pc:sldMk cId="1204894466" sldId="562"/>
            <ac:graphicFrameMk id="4" creationId="{78F68DDA-C4B3-074B-4FE7-C5EF3ADA6E15}"/>
          </ac:graphicFrameMkLst>
        </pc:graphicFrameChg>
        <pc:graphicFrameChg chg="add mod">
          <ac:chgData name="Mohammed Fasha" userId="cc64f42d-a1a6-4f08-b97b-0c37f877119f" providerId="ADAL" clId="{534F862C-5423-415F-8625-CCE86B4944CE}" dt="2025-03-21T11:41:13.267" v="1390"/>
          <ac:graphicFrameMkLst>
            <pc:docMk/>
            <pc:sldMk cId="1204894466" sldId="562"/>
            <ac:graphicFrameMk id="6" creationId="{073A5686-8C75-409B-B9E4-2AB0DB69DF29}"/>
          </ac:graphicFrameMkLst>
        </pc:graphicFrameChg>
        <pc:graphicFrameChg chg="add mod">
          <ac:chgData name="Mohammed Fasha" userId="cc64f42d-a1a6-4f08-b97b-0c37f877119f" providerId="ADAL" clId="{534F862C-5423-415F-8625-CCE86B4944CE}" dt="2025-03-21T11:41:28.332" v="1395"/>
          <ac:graphicFrameMkLst>
            <pc:docMk/>
            <pc:sldMk cId="1204894466" sldId="562"/>
            <ac:graphicFrameMk id="8" creationId="{6819CF4C-1C31-78B0-D3A5-ED3B63933C99}"/>
          </ac:graphicFrameMkLst>
        </pc:graphicFrameChg>
        <pc:graphicFrameChg chg="add mod">
          <ac:chgData name="Mohammed Fasha" userId="cc64f42d-a1a6-4f08-b97b-0c37f877119f" providerId="ADAL" clId="{534F862C-5423-415F-8625-CCE86B4944CE}" dt="2025-03-21T11:41:29.975" v="1397"/>
          <ac:graphicFrameMkLst>
            <pc:docMk/>
            <pc:sldMk cId="1204894466" sldId="562"/>
            <ac:graphicFrameMk id="16" creationId="{F50720A7-2C07-D6DF-23F9-AAA659B50E7A}"/>
          </ac:graphicFrameMkLst>
        </pc:graphicFrameChg>
        <pc:graphicFrameChg chg="add mod">
          <ac:chgData name="Mohammed Fasha" userId="cc64f42d-a1a6-4f08-b97b-0c37f877119f" providerId="ADAL" clId="{534F862C-5423-415F-8625-CCE86B4944CE}" dt="2025-03-21T11:42:00.398" v="1409"/>
          <ac:graphicFrameMkLst>
            <pc:docMk/>
            <pc:sldMk cId="1204894466" sldId="562"/>
            <ac:graphicFrameMk id="24" creationId="{2737FC36-4D11-65DE-5EB2-A76A1BE5CABD}"/>
          </ac:graphicFrameMkLst>
        </pc:graphicFrameChg>
        <pc:graphicFrameChg chg="add mod">
          <ac:chgData name="Mohammed Fasha" userId="cc64f42d-a1a6-4f08-b97b-0c37f877119f" providerId="ADAL" clId="{534F862C-5423-415F-8625-CCE86B4944CE}" dt="2025-03-21T11:42:00.398" v="1409"/>
          <ac:graphicFrameMkLst>
            <pc:docMk/>
            <pc:sldMk cId="1204894466" sldId="562"/>
            <ac:graphicFrameMk id="25" creationId="{68F51201-6CF3-9F99-E7AF-3DDA8590BCC0}"/>
          </ac:graphicFrameMkLst>
        </pc:graphicFrameChg>
        <pc:graphicFrameChg chg="add mod modGraphic">
          <ac:chgData name="Mohammed Fasha" userId="cc64f42d-a1a6-4f08-b97b-0c37f877119f" providerId="ADAL" clId="{534F862C-5423-415F-8625-CCE86B4944CE}" dt="2025-03-21T11:42:10.656" v="1415" actId="14100"/>
          <ac:graphicFrameMkLst>
            <pc:docMk/>
            <pc:sldMk cId="1204894466" sldId="562"/>
            <ac:graphicFrameMk id="26" creationId="{2755CA7D-3A49-42D4-926C-C62D78E55C19}"/>
          </ac:graphicFrameMkLst>
        </pc:graphicFrameChg>
        <pc:graphicFrameChg chg="add mod modGraphic">
          <ac:chgData name="Mohammed Fasha" userId="cc64f42d-a1a6-4f08-b97b-0c37f877119f" providerId="ADAL" clId="{534F862C-5423-415F-8625-CCE86B4944CE}" dt="2025-03-21T12:03:11.863" v="1572" actId="1076"/>
          <ac:graphicFrameMkLst>
            <pc:docMk/>
            <pc:sldMk cId="1204894466" sldId="562"/>
            <ac:graphicFrameMk id="27" creationId="{13D2C158-D80B-B0E4-9C05-78FA344D003B}"/>
          </ac:graphicFrameMkLst>
        </pc:graphicFrameChg>
      </pc:sldChg>
      <pc:sldChg chg="addSp delSp modSp new del mod modClrScheme chgLayout">
        <pc:chgData name="Mohammed Fasha" userId="cc64f42d-a1a6-4f08-b97b-0c37f877119f" providerId="ADAL" clId="{534F862C-5423-415F-8625-CCE86B4944CE}" dt="2025-03-21T12:02:33.193" v="1569" actId="47"/>
        <pc:sldMkLst>
          <pc:docMk/>
          <pc:sldMk cId="1452827097" sldId="563"/>
        </pc:sldMkLst>
        <pc:spChg chg="del">
          <ac:chgData name="Mohammed Fasha" userId="cc64f42d-a1a6-4f08-b97b-0c37f877119f" providerId="ADAL" clId="{534F862C-5423-415F-8625-CCE86B4944CE}" dt="2025-03-21T12:00:38.260" v="1543" actId="700"/>
          <ac:spMkLst>
            <pc:docMk/>
            <pc:sldMk cId="1452827097" sldId="563"/>
            <ac:spMk id="2" creationId="{9F86F139-1B79-91C7-5C9B-9214DFC01F3B}"/>
          </ac:spMkLst>
        </pc:spChg>
        <pc:spChg chg="del">
          <ac:chgData name="Mohammed Fasha" userId="cc64f42d-a1a6-4f08-b97b-0c37f877119f" providerId="ADAL" clId="{534F862C-5423-415F-8625-CCE86B4944CE}" dt="2025-03-21T11:56:39.410" v="1521"/>
          <ac:spMkLst>
            <pc:docMk/>
            <pc:sldMk cId="1452827097" sldId="563"/>
            <ac:spMk id="3" creationId="{3C8F81FE-746A-9EAA-1C15-302BD3A4E58B}"/>
          </ac:spMkLst>
        </pc:spChg>
        <pc:graphicFrameChg chg="add mod ord modGraphic">
          <ac:chgData name="Mohammed Fasha" userId="cc64f42d-a1a6-4f08-b97b-0c37f877119f" providerId="ADAL" clId="{534F862C-5423-415F-8625-CCE86B4944CE}" dt="2025-03-21T12:01:45.135" v="1561" actId="1076"/>
          <ac:graphicFrameMkLst>
            <pc:docMk/>
            <pc:sldMk cId="1452827097" sldId="563"/>
            <ac:graphicFrameMk id="4" creationId="{8F1C7AD5-ACBC-62A7-4004-1E767E6EB38E}"/>
          </ac:graphicFrameMkLst>
        </pc:graphicFrameChg>
        <pc:graphicFrameChg chg="add mod modGraphic">
          <ac:chgData name="Mohammed Fasha" userId="cc64f42d-a1a6-4f08-b97b-0c37f877119f" providerId="ADAL" clId="{534F862C-5423-415F-8625-CCE86B4944CE}" dt="2025-03-21T12:02:00.279" v="1565" actId="14734"/>
          <ac:graphicFrameMkLst>
            <pc:docMk/>
            <pc:sldMk cId="1452827097" sldId="563"/>
            <ac:graphicFrameMk id="5" creationId="{AF8AF8E7-1DEA-8577-C533-4056B66C3C94}"/>
          </ac:graphicFrameMkLst>
        </pc:graphicFrameChg>
      </pc:sldChg>
    </pc:docChg>
  </pc:docChgLst>
  <pc:docChgLst>
    <pc:chgData name="Mohammed Fasha" userId="cc64f42d-a1a6-4f08-b97b-0c37f877119f" providerId="ADAL" clId="{C411E271-76BA-4F65-AAC3-462D3CC4567C}"/>
    <pc:docChg chg="undo custSel addSld modSld">
      <pc:chgData name="Mohammed Fasha" userId="cc64f42d-a1a6-4f08-b97b-0c37f877119f" providerId="ADAL" clId="{C411E271-76BA-4F65-AAC3-462D3CC4567C}" dt="2025-03-16T06:42:54.392" v="163" actId="12"/>
      <pc:docMkLst>
        <pc:docMk/>
      </pc:docMkLst>
      <pc:sldChg chg="addSp modSp">
        <pc:chgData name="Mohammed Fasha" userId="cc64f42d-a1a6-4f08-b97b-0c37f877119f" providerId="ADAL" clId="{C411E271-76BA-4F65-AAC3-462D3CC4567C}" dt="2025-03-16T06:34:53.182" v="34" actId="1076"/>
        <pc:sldMkLst>
          <pc:docMk/>
          <pc:sldMk cId="3162735116" sldId="532"/>
        </pc:sldMkLst>
        <pc:spChg chg="add mod">
          <ac:chgData name="Mohammed Fasha" userId="cc64f42d-a1a6-4f08-b97b-0c37f877119f" providerId="ADAL" clId="{C411E271-76BA-4F65-AAC3-462D3CC4567C}" dt="2025-03-16T06:34:53.182" v="34" actId="1076"/>
          <ac:spMkLst>
            <pc:docMk/>
            <pc:sldMk cId="3162735116" sldId="532"/>
            <ac:spMk id="5" creationId="{276D0FCF-4391-4D56-854A-F184802E65F6}"/>
          </ac:spMkLst>
        </pc:spChg>
        <pc:picChg chg="add mod">
          <ac:chgData name="Mohammed Fasha" userId="cc64f42d-a1a6-4f08-b97b-0c37f877119f" providerId="ADAL" clId="{C411E271-76BA-4F65-AAC3-462D3CC4567C}" dt="2025-03-16T06:34:16.367" v="14" actId="1076"/>
          <ac:picMkLst>
            <pc:docMk/>
            <pc:sldMk cId="3162735116" sldId="532"/>
            <ac:picMk id="7" creationId="{DC2CF0F7-2D5E-4690-AF02-D9A372D347F3}"/>
          </ac:picMkLst>
        </pc:picChg>
      </pc:sldChg>
      <pc:sldChg chg="addSp delSp modSp">
        <pc:chgData name="Mohammed Fasha" userId="cc64f42d-a1a6-4f08-b97b-0c37f877119f" providerId="ADAL" clId="{C411E271-76BA-4F65-AAC3-462D3CC4567C}" dt="2025-03-16T06:39:34.453" v="68" actId="12"/>
        <pc:sldMkLst>
          <pc:docMk/>
          <pc:sldMk cId="601496234" sldId="533"/>
        </pc:sldMkLst>
        <pc:spChg chg="add mod">
          <ac:chgData name="Mohammed Fasha" userId="cc64f42d-a1a6-4f08-b97b-0c37f877119f" providerId="ADAL" clId="{C411E271-76BA-4F65-AAC3-462D3CC4567C}" dt="2025-03-16T06:39:34.453" v="68" actId="12"/>
          <ac:spMkLst>
            <pc:docMk/>
            <pc:sldMk cId="601496234" sldId="533"/>
            <ac:spMk id="8" creationId="{A4BECA11-0014-431F-A8D8-3FFAF66D6978}"/>
          </ac:spMkLst>
        </pc:spChg>
        <pc:spChg chg="mod">
          <ac:chgData name="Mohammed Fasha" userId="cc64f42d-a1a6-4f08-b97b-0c37f877119f" providerId="ADAL" clId="{C411E271-76BA-4F65-AAC3-462D3CC4567C}" dt="2025-03-16T06:39:23.803" v="65" actId="14100"/>
          <ac:spMkLst>
            <pc:docMk/>
            <pc:sldMk cId="601496234" sldId="533"/>
            <ac:spMk id="1044" creationId="{75470B80-147E-475F-A4A3-BAFF5796EB38}"/>
          </ac:spMkLst>
        </pc:spChg>
      </pc:sldChg>
      <pc:sldChg chg="modSp">
        <pc:chgData name="Mohammed Fasha" userId="cc64f42d-a1a6-4f08-b97b-0c37f877119f" providerId="ADAL" clId="{C411E271-76BA-4F65-AAC3-462D3CC4567C}" dt="2025-03-16T06:40:23.281" v="69" actId="1076"/>
        <pc:sldMkLst>
          <pc:docMk/>
          <pc:sldMk cId="514683601" sldId="538"/>
        </pc:sldMkLst>
        <pc:spChg chg="mod">
          <ac:chgData name="Mohammed Fasha" userId="cc64f42d-a1a6-4f08-b97b-0c37f877119f" providerId="ADAL" clId="{C411E271-76BA-4F65-AAC3-462D3CC4567C}" dt="2025-03-16T06:40:23.281" v="69" actId="1076"/>
          <ac:spMkLst>
            <pc:docMk/>
            <pc:sldMk cId="514683601" sldId="538"/>
            <ac:spMk id="9" creationId="{75B9AF69-3646-8E91-9453-C8E6CB2B3637}"/>
          </ac:spMkLst>
        </pc:spChg>
      </pc:sldChg>
      <pc:sldChg chg="modSp">
        <pc:chgData name="Mohammed Fasha" userId="cc64f42d-a1a6-4f08-b97b-0c37f877119f" providerId="ADAL" clId="{C411E271-76BA-4F65-AAC3-462D3CC4567C}" dt="2025-03-16T06:41:36.036" v="156" actId="113"/>
        <pc:sldMkLst>
          <pc:docMk/>
          <pc:sldMk cId="2711506933" sldId="539"/>
        </pc:sldMkLst>
        <pc:spChg chg="mod">
          <ac:chgData name="Mohammed Fasha" userId="cc64f42d-a1a6-4f08-b97b-0c37f877119f" providerId="ADAL" clId="{C411E271-76BA-4F65-AAC3-462D3CC4567C}" dt="2025-03-16T06:40:45.011" v="74" actId="27636"/>
          <ac:spMkLst>
            <pc:docMk/>
            <pc:sldMk cId="2711506933" sldId="539"/>
            <ac:spMk id="4" creationId="{F25A1EB7-D40C-B625-AFB4-8394BE551BEA}"/>
          </ac:spMkLst>
        </pc:spChg>
        <pc:spChg chg="mod">
          <ac:chgData name="Mohammed Fasha" userId="cc64f42d-a1a6-4f08-b97b-0c37f877119f" providerId="ADAL" clId="{C411E271-76BA-4F65-AAC3-462D3CC4567C}" dt="2025-03-16T06:41:36.036" v="156" actId="113"/>
          <ac:spMkLst>
            <pc:docMk/>
            <pc:sldMk cId="2711506933" sldId="539"/>
            <ac:spMk id="5" creationId="{2FB81DB4-B6A3-092F-D836-C7A4C6021F60}"/>
          </ac:spMkLst>
        </pc:spChg>
      </pc:sldChg>
      <pc:sldChg chg="modSp">
        <pc:chgData name="Mohammed Fasha" userId="cc64f42d-a1a6-4f08-b97b-0c37f877119f" providerId="ADAL" clId="{C411E271-76BA-4F65-AAC3-462D3CC4567C}" dt="2025-03-16T06:42:32.733" v="160" actId="6549"/>
        <pc:sldMkLst>
          <pc:docMk/>
          <pc:sldMk cId="3088397267" sldId="543"/>
        </pc:sldMkLst>
      </pc:sldChg>
      <pc:sldChg chg="modSp">
        <pc:chgData name="Mohammed Fasha" userId="cc64f42d-a1a6-4f08-b97b-0c37f877119f" providerId="ADAL" clId="{C411E271-76BA-4F65-AAC3-462D3CC4567C}" dt="2025-03-16T06:34:03.041" v="12" actId="1076"/>
        <pc:sldMkLst>
          <pc:docMk/>
          <pc:sldMk cId="51728829" sldId="550"/>
        </pc:sldMkLst>
        <pc:spChg chg="mod">
          <ac:chgData name="Mohammed Fasha" userId="cc64f42d-a1a6-4f08-b97b-0c37f877119f" providerId="ADAL" clId="{C411E271-76BA-4F65-AAC3-462D3CC4567C}" dt="2025-03-16T06:34:03.041" v="12" actId="1076"/>
          <ac:spMkLst>
            <pc:docMk/>
            <pc:sldMk cId="51728829" sldId="550"/>
            <ac:spMk id="5" creationId="{E4B45F60-6A90-D73F-5226-35583B598BAF}"/>
          </ac:spMkLst>
        </pc:spChg>
        <pc:picChg chg="mod">
          <ac:chgData name="Mohammed Fasha" userId="cc64f42d-a1a6-4f08-b97b-0c37f877119f" providerId="ADAL" clId="{C411E271-76BA-4F65-AAC3-462D3CC4567C}" dt="2025-03-16T06:33:51.803" v="10" actId="1076"/>
          <ac:picMkLst>
            <pc:docMk/>
            <pc:sldMk cId="51728829" sldId="550"/>
            <ac:picMk id="7" creationId="{4E45092A-0334-B657-140F-ACD092334510}"/>
          </ac:picMkLst>
        </pc:picChg>
      </pc:sldChg>
      <pc:sldChg chg="addSp modSp add">
        <pc:chgData name="Mohammed Fasha" userId="cc64f42d-a1a6-4f08-b97b-0c37f877119f" providerId="ADAL" clId="{C411E271-76BA-4F65-AAC3-462D3CC4567C}" dt="2025-03-16T06:42:54.392" v="163" actId="12"/>
        <pc:sldMkLst>
          <pc:docMk/>
          <pc:sldMk cId="3239849650" sldId="559"/>
        </pc:sldMkLst>
        <pc:spChg chg="add mod">
          <ac:chgData name="Mohammed Fasha" userId="cc64f42d-a1a6-4f08-b97b-0c37f877119f" providerId="ADAL" clId="{C411E271-76BA-4F65-AAC3-462D3CC4567C}" dt="2025-03-16T06:41:05.571" v="131" actId="20577"/>
          <ac:spMkLst>
            <pc:docMk/>
            <pc:sldMk cId="3239849650" sldId="559"/>
            <ac:spMk id="2" creationId="{887C57B6-3E6E-4198-898B-15902BBEF30D}"/>
          </ac:spMkLst>
        </pc:spChg>
        <pc:spChg chg="add mod">
          <ac:chgData name="Mohammed Fasha" userId="cc64f42d-a1a6-4f08-b97b-0c37f877119f" providerId="ADAL" clId="{C411E271-76BA-4F65-AAC3-462D3CC4567C}" dt="2025-03-16T06:42:54.392" v="163" actId="12"/>
          <ac:spMkLst>
            <pc:docMk/>
            <pc:sldMk cId="3239849650" sldId="559"/>
            <ac:spMk id="3" creationId="{FB5E93FF-24A9-43C1-B819-289CE164A1E4}"/>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BA03A4-B9F1-404C-8A74-B1AFD6480953}" type="datetimeFigureOut">
              <a:rPr lang="en-US" smtClean="0"/>
              <a:t>3/21/2025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3C3971-340B-41A2-ABD3-FB1A577E480B}" type="slidenum">
              <a:rPr lang="en-US" smtClean="0"/>
              <a:t>‹#›</a:t>
            </a:fld>
            <a:endParaRPr lang="en-US"/>
          </a:p>
        </p:txBody>
      </p:sp>
    </p:spTree>
    <p:extLst>
      <p:ext uri="{BB962C8B-B14F-4D97-AF65-F5344CB8AC3E}">
        <p14:creationId xmlns:p14="http://schemas.microsoft.com/office/powerpoint/2010/main" val="10560510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9B88D-A571-8D68-DA1D-4734ED37AE1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6433490-0BE8-AA6E-9BD9-B3AE42C098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92B6175-CE1C-2163-F07B-89B1D44CD718}"/>
              </a:ext>
            </a:extLst>
          </p:cNvPr>
          <p:cNvSpPr>
            <a:spLocks noGrp="1"/>
          </p:cNvSpPr>
          <p:nvPr>
            <p:ph type="dt" sz="half" idx="10"/>
          </p:nvPr>
        </p:nvSpPr>
        <p:spPr/>
        <p:txBody>
          <a:bodyPr/>
          <a:lstStyle/>
          <a:p>
            <a:fld id="{0DB78E95-DE77-44D3-BDB9-E242948FB112}" type="datetimeFigureOut">
              <a:rPr lang="en-US" smtClean="0"/>
              <a:t>3/21/2025</a:t>
            </a:fld>
            <a:endParaRPr lang="en-US"/>
          </a:p>
        </p:txBody>
      </p:sp>
      <p:sp>
        <p:nvSpPr>
          <p:cNvPr id="5" name="Footer Placeholder 4">
            <a:extLst>
              <a:ext uri="{FF2B5EF4-FFF2-40B4-BE49-F238E27FC236}">
                <a16:creationId xmlns:a16="http://schemas.microsoft.com/office/drawing/2014/main" id="{19231D7E-9560-9E2E-E325-EA9FF2B4F1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F25B4A-CC9F-DFD4-9C8C-EC0E3A6CB838}"/>
              </a:ext>
            </a:extLst>
          </p:cNvPr>
          <p:cNvSpPr>
            <a:spLocks noGrp="1"/>
          </p:cNvSpPr>
          <p:nvPr>
            <p:ph type="sldNum" sz="quarter" idx="12"/>
          </p:nvPr>
        </p:nvSpPr>
        <p:spPr/>
        <p:txBody>
          <a:body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F5615635-BBAD-7E56-C59A-73312B1693C8}"/>
              </a:ext>
            </a:extLst>
          </p:cNvPr>
          <p:cNvPicPr>
            <a:picLocks noChangeAspect="1"/>
          </p:cNvPicPr>
          <p:nvPr userDrawn="1"/>
        </p:nvPicPr>
        <p:blipFill>
          <a:blip r:embed="rId2"/>
          <a:stretch>
            <a:fillRect/>
          </a:stretch>
        </p:blipFill>
        <p:spPr>
          <a:xfrm>
            <a:off x="0" y="136525"/>
            <a:ext cx="2123320" cy="447651"/>
          </a:xfrm>
          <a:prstGeom prst="rect">
            <a:avLst/>
          </a:prstGeom>
        </p:spPr>
      </p:pic>
    </p:spTree>
    <p:extLst>
      <p:ext uri="{BB962C8B-B14F-4D97-AF65-F5344CB8AC3E}">
        <p14:creationId xmlns:p14="http://schemas.microsoft.com/office/powerpoint/2010/main" val="40637882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1AE11-FE2F-E8C7-76F8-4648B97755B7}"/>
              </a:ext>
            </a:extLst>
          </p:cNvPr>
          <p:cNvSpPr>
            <a:spLocks noGrp="1"/>
          </p:cNvSpPr>
          <p:nvPr>
            <p:ph type="title"/>
          </p:nvPr>
        </p:nvSpPr>
        <p:spPr>
          <a:xfrm>
            <a:off x="838200" y="797523"/>
            <a:ext cx="10515600" cy="748208"/>
          </a:xfrm>
          <a:solidFill>
            <a:srgbClr val="67337A"/>
          </a:solidFill>
        </p:spPr>
        <p:txBody>
          <a:bodyPr>
            <a:normAutofit/>
          </a:bodyPr>
          <a:lstStyle>
            <a:lvl1pPr>
              <a:defRPr sz="2800" b="0">
                <a:solidFill>
                  <a:schemeClr val="bg1"/>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93FDCCF6-2612-A73C-C264-680D14569853}"/>
              </a:ext>
            </a:extLst>
          </p:cNvPr>
          <p:cNvSpPr>
            <a:spLocks noGrp="1"/>
          </p:cNvSpPr>
          <p:nvPr>
            <p:ph idx="1"/>
          </p:nvPr>
        </p:nvSpPr>
        <p:spPr>
          <a:xfrm>
            <a:off x="838200" y="1706007"/>
            <a:ext cx="10515600" cy="4991039"/>
          </a:xfrm>
        </p:spPr>
        <p:txBody>
          <a:bodyPr>
            <a:normAutofit/>
          </a:bodyPr>
          <a:lstStyle>
            <a:lvl1pPr>
              <a:defRPr sz="2400"/>
            </a:lvl1pPr>
            <a:lvl2pPr>
              <a:defRPr sz="2000"/>
            </a:lvl2pPr>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735335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C3632C-6DEE-7253-7D28-277A733B9623}"/>
              </a:ext>
            </a:extLst>
          </p:cNvPr>
          <p:cNvSpPr>
            <a:spLocks noGrp="1"/>
          </p:cNvSpPr>
          <p:nvPr>
            <p:ph type="title"/>
          </p:nvPr>
        </p:nvSpPr>
        <p:spPr>
          <a:xfrm>
            <a:off x="831850" y="3429001"/>
            <a:ext cx="10515600" cy="1410566"/>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C46F207-EFC1-8D09-1A43-C1BC66F4BCE3}"/>
              </a:ext>
            </a:extLst>
          </p:cNvPr>
          <p:cNvSpPr>
            <a:spLocks noGrp="1"/>
          </p:cNvSpPr>
          <p:nvPr>
            <p:ph type="body" idx="1"/>
          </p:nvPr>
        </p:nvSpPr>
        <p:spPr>
          <a:xfrm>
            <a:off x="831850" y="4956175"/>
            <a:ext cx="10515600" cy="1133475"/>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066E6-0CE4-B283-4609-6B87CF61ED08}"/>
              </a:ext>
            </a:extLst>
          </p:cNvPr>
          <p:cNvSpPr>
            <a:spLocks noGrp="1"/>
          </p:cNvSpPr>
          <p:nvPr>
            <p:ph type="dt" sz="half" idx="10"/>
          </p:nvPr>
        </p:nvSpPr>
        <p:spPr/>
        <p:txBody>
          <a:bodyPr/>
          <a:lstStyle/>
          <a:p>
            <a:fld id="{0DB78E95-DE77-44D3-BDB9-E242948FB112}" type="datetimeFigureOut">
              <a:rPr lang="en-US" smtClean="0"/>
              <a:t>3/21/2025</a:t>
            </a:fld>
            <a:endParaRPr lang="en-US"/>
          </a:p>
        </p:txBody>
      </p:sp>
      <p:sp>
        <p:nvSpPr>
          <p:cNvPr id="5" name="Footer Placeholder 4">
            <a:extLst>
              <a:ext uri="{FF2B5EF4-FFF2-40B4-BE49-F238E27FC236}">
                <a16:creationId xmlns:a16="http://schemas.microsoft.com/office/drawing/2014/main" id="{3788F228-7BFB-DECA-1E8A-FE22303A6AB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017116-D906-F8F1-9544-2F31FF8B39CA}"/>
              </a:ext>
            </a:extLst>
          </p:cNvPr>
          <p:cNvSpPr>
            <a:spLocks noGrp="1"/>
          </p:cNvSpPr>
          <p:nvPr>
            <p:ph type="sldNum" sz="quarter" idx="12"/>
          </p:nvPr>
        </p:nvSpPr>
        <p:spPr/>
        <p:txBody>
          <a:body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31FD8420-94D8-A22A-437F-9C232747176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699908" y="103770"/>
            <a:ext cx="403127" cy="570425"/>
          </a:xfrm>
          <a:prstGeom prst="rect">
            <a:avLst/>
          </a:prstGeom>
        </p:spPr>
      </p:pic>
      <p:pic>
        <p:nvPicPr>
          <p:cNvPr id="8" name="Picture 7">
            <a:extLst>
              <a:ext uri="{FF2B5EF4-FFF2-40B4-BE49-F238E27FC236}">
                <a16:creationId xmlns:a16="http://schemas.microsoft.com/office/drawing/2014/main" id="{59A4E6A3-979F-577C-6B28-090C8441D5A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8965" y="160954"/>
            <a:ext cx="2120835" cy="636570"/>
          </a:xfrm>
          <a:prstGeom prst="rect">
            <a:avLst/>
          </a:prstGeom>
        </p:spPr>
      </p:pic>
      <p:pic>
        <p:nvPicPr>
          <p:cNvPr id="9" name="Picture 8">
            <a:extLst>
              <a:ext uri="{FF2B5EF4-FFF2-40B4-BE49-F238E27FC236}">
                <a16:creationId xmlns:a16="http://schemas.microsoft.com/office/drawing/2014/main" id="{ECF73805-8742-DDA0-8BA4-18F7B6B60B67}"/>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55278" y="43208"/>
            <a:ext cx="1171576" cy="594038"/>
          </a:xfrm>
          <a:prstGeom prst="rect">
            <a:avLst/>
          </a:prstGeom>
          <a:ln>
            <a:noFill/>
          </a:ln>
          <a:effectLst>
            <a:softEdge rad="112500"/>
          </a:effectLst>
        </p:spPr>
      </p:pic>
    </p:spTree>
    <p:extLst>
      <p:ext uri="{BB962C8B-B14F-4D97-AF65-F5344CB8AC3E}">
        <p14:creationId xmlns:p14="http://schemas.microsoft.com/office/powerpoint/2010/main" val="3394545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BD320A-5856-7025-B675-5175C87BA4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2A02420-256F-86BB-2069-DC7FC15985C7}"/>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74A8B5D-BE76-5309-6B35-5BB623D549C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FC55F1A-4711-E07F-4060-9DFA24B5F84D}"/>
              </a:ext>
            </a:extLst>
          </p:cNvPr>
          <p:cNvSpPr>
            <a:spLocks noGrp="1"/>
          </p:cNvSpPr>
          <p:nvPr>
            <p:ph type="dt" sz="half" idx="10"/>
          </p:nvPr>
        </p:nvSpPr>
        <p:spPr/>
        <p:txBody>
          <a:bodyPr/>
          <a:lstStyle/>
          <a:p>
            <a:fld id="{0DB78E95-DE77-44D3-BDB9-E242948FB112}" type="datetimeFigureOut">
              <a:rPr lang="en-US" smtClean="0"/>
              <a:t>3/21/2025</a:t>
            </a:fld>
            <a:endParaRPr lang="en-US"/>
          </a:p>
        </p:txBody>
      </p:sp>
      <p:sp>
        <p:nvSpPr>
          <p:cNvPr id="6" name="Footer Placeholder 5">
            <a:extLst>
              <a:ext uri="{FF2B5EF4-FFF2-40B4-BE49-F238E27FC236}">
                <a16:creationId xmlns:a16="http://schemas.microsoft.com/office/drawing/2014/main" id="{B84BDB2D-A305-9686-67A1-5E6D04DD8A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D5DA501-D721-9762-F1D7-F2633610BCBD}"/>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518912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9D67AB-B0CB-34AE-FB11-E6E73297D5B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7F1467F-4D04-1AE5-F976-549357D1643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51D808E-728B-7E91-40BC-CEDF06A29F7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DAC8E04-B37B-1721-DBCE-7A749BD7ACD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485EBE9-C42B-6432-1518-88FD8B1A9EC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F0A973D-A9C2-1CA6-05F5-A7C82D4020FD}"/>
              </a:ext>
            </a:extLst>
          </p:cNvPr>
          <p:cNvSpPr>
            <a:spLocks noGrp="1"/>
          </p:cNvSpPr>
          <p:nvPr>
            <p:ph type="dt" sz="half" idx="10"/>
          </p:nvPr>
        </p:nvSpPr>
        <p:spPr/>
        <p:txBody>
          <a:bodyPr/>
          <a:lstStyle/>
          <a:p>
            <a:fld id="{0DB78E95-DE77-44D3-BDB9-E242948FB112}" type="datetimeFigureOut">
              <a:rPr lang="en-US" smtClean="0"/>
              <a:t>3/21/2025</a:t>
            </a:fld>
            <a:endParaRPr lang="en-US"/>
          </a:p>
        </p:txBody>
      </p:sp>
      <p:sp>
        <p:nvSpPr>
          <p:cNvPr id="8" name="Footer Placeholder 7">
            <a:extLst>
              <a:ext uri="{FF2B5EF4-FFF2-40B4-BE49-F238E27FC236}">
                <a16:creationId xmlns:a16="http://schemas.microsoft.com/office/drawing/2014/main" id="{91B61A04-2021-047C-B370-D0B428F9B28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11AC7FB-EE3D-80A6-4C1A-80E359A3FC88}"/>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4229382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43EC8-462D-17BF-D668-48071F09B27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D1285AC-0A2F-4AE5-D1B6-5C319BFFE485}"/>
              </a:ext>
            </a:extLst>
          </p:cNvPr>
          <p:cNvSpPr>
            <a:spLocks noGrp="1"/>
          </p:cNvSpPr>
          <p:nvPr>
            <p:ph type="dt" sz="half" idx="10"/>
          </p:nvPr>
        </p:nvSpPr>
        <p:spPr/>
        <p:txBody>
          <a:bodyPr/>
          <a:lstStyle/>
          <a:p>
            <a:fld id="{0DB78E95-DE77-44D3-BDB9-E242948FB112}" type="datetimeFigureOut">
              <a:rPr lang="en-US" smtClean="0"/>
              <a:t>3/21/2025</a:t>
            </a:fld>
            <a:endParaRPr lang="en-US"/>
          </a:p>
        </p:txBody>
      </p:sp>
      <p:sp>
        <p:nvSpPr>
          <p:cNvPr id="4" name="Footer Placeholder 3">
            <a:extLst>
              <a:ext uri="{FF2B5EF4-FFF2-40B4-BE49-F238E27FC236}">
                <a16:creationId xmlns:a16="http://schemas.microsoft.com/office/drawing/2014/main" id="{B81CD249-9162-ABF9-19A3-977BDD9DA25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EE01C95-124F-0B3B-A8D9-B9C970F197B5}"/>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37126622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829541-D653-384C-D771-DD8F69A080C6}"/>
              </a:ext>
            </a:extLst>
          </p:cNvPr>
          <p:cNvSpPr>
            <a:spLocks noGrp="1"/>
          </p:cNvSpPr>
          <p:nvPr>
            <p:ph type="dt" sz="half" idx="10"/>
          </p:nvPr>
        </p:nvSpPr>
        <p:spPr/>
        <p:txBody>
          <a:bodyPr/>
          <a:lstStyle/>
          <a:p>
            <a:fld id="{0DB78E95-DE77-44D3-BDB9-E242948FB112}" type="datetimeFigureOut">
              <a:rPr lang="en-US" smtClean="0"/>
              <a:t>3/21/2025</a:t>
            </a:fld>
            <a:endParaRPr lang="en-US"/>
          </a:p>
        </p:txBody>
      </p:sp>
      <p:sp>
        <p:nvSpPr>
          <p:cNvPr id="3" name="Footer Placeholder 2">
            <a:extLst>
              <a:ext uri="{FF2B5EF4-FFF2-40B4-BE49-F238E27FC236}">
                <a16:creationId xmlns:a16="http://schemas.microsoft.com/office/drawing/2014/main" id="{1EC33C97-264B-3724-11ED-5BB6B8F25BF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4EE226B-01EA-120B-3387-6F48FDAFBC2E}"/>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1889801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29331-9622-1254-250C-1A826F8675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2A61744-6E94-694D-5ACD-A392EBB2B1F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A72829D-7E3F-4729-5630-2FC6FC3388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9A95737-F397-134D-F032-CB1CF8533C32}"/>
              </a:ext>
            </a:extLst>
          </p:cNvPr>
          <p:cNvSpPr>
            <a:spLocks noGrp="1"/>
          </p:cNvSpPr>
          <p:nvPr>
            <p:ph type="dt" sz="half" idx="10"/>
          </p:nvPr>
        </p:nvSpPr>
        <p:spPr/>
        <p:txBody>
          <a:bodyPr/>
          <a:lstStyle/>
          <a:p>
            <a:fld id="{0DB78E95-DE77-44D3-BDB9-E242948FB112}" type="datetimeFigureOut">
              <a:rPr lang="en-US" smtClean="0"/>
              <a:t>3/21/2025</a:t>
            </a:fld>
            <a:endParaRPr lang="en-US"/>
          </a:p>
        </p:txBody>
      </p:sp>
      <p:sp>
        <p:nvSpPr>
          <p:cNvPr id="6" name="Footer Placeholder 5">
            <a:extLst>
              <a:ext uri="{FF2B5EF4-FFF2-40B4-BE49-F238E27FC236}">
                <a16:creationId xmlns:a16="http://schemas.microsoft.com/office/drawing/2014/main" id="{A9454794-C979-4A92-C271-06A8ACAB14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3CABCC-6A8A-037D-30F0-16F152A1C790}"/>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60920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B35548-3058-3FF3-095A-5746EA91DD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8594BFE-AD4C-39A4-E6D7-3D67D9AF06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1C17F4F-1D08-F5A7-0483-99EBD45B355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92418C9-6621-9F77-5D27-62F1D1DA50F1}"/>
              </a:ext>
            </a:extLst>
          </p:cNvPr>
          <p:cNvSpPr>
            <a:spLocks noGrp="1"/>
          </p:cNvSpPr>
          <p:nvPr>
            <p:ph type="dt" sz="half" idx="10"/>
          </p:nvPr>
        </p:nvSpPr>
        <p:spPr/>
        <p:txBody>
          <a:bodyPr/>
          <a:lstStyle/>
          <a:p>
            <a:fld id="{0DB78E95-DE77-44D3-BDB9-E242948FB112}" type="datetimeFigureOut">
              <a:rPr lang="en-US" smtClean="0"/>
              <a:t>3/21/2025</a:t>
            </a:fld>
            <a:endParaRPr lang="en-US"/>
          </a:p>
        </p:txBody>
      </p:sp>
      <p:sp>
        <p:nvSpPr>
          <p:cNvPr id="6" name="Footer Placeholder 5">
            <a:extLst>
              <a:ext uri="{FF2B5EF4-FFF2-40B4-BE49-F238E27FC236}">
                <a16:creationId xmlns:a16="http://schemas.microsoft.com/office/drawing/2014/main" id="{DB3E588C-5B83-3F14-34CB-FBF668EE84C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B9B1A-60F9-9274-969E-5776570FAE98}"/>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25990602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489562-02BA-F69E-C391-546A16C2F48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AC2F76-E2E8-15A6-A3C8-6CB5142D8A4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76A671-E219-71C5-2625-4964456C4EE9}"/>
              </a:ext>
            </a:extLst>
          </p:cNvPr>
          <p:cNvSpPr>
            <a:spLocks noGrp="1"/>
          </p:cNvSpPr>
          <p:nvPr>
            <p:ph type="dt" sz="half" idx="10"/>
          </p:nvPr>
        </p:nvSpPr>
        <p:spPr/>
        <p:txBody>
          <a:bodyPr/>
          <a:lstStyle/>
          <a:p>
            <a:fld id="{0DB78E95-DE77-44D3-BDB9-E242948FB112}" type="datetimeFigureOut">
              <a:rPr lang="en-US" smtClean="0"/>
              <a:t>3/21/2025</a:t>
            </a:fld>
            <a:endParaRPr lang="en-US"/>
          </a:p>
        </p:txBody>
      </p:sp>
      <p:sp>
        <p:nvSpPr>
          <p:cNvPr id="5" name="Footer Placeholder 4">
            <a:extLst>
              <a:ext uri="{FF2B5EF4-FFF2-40B4-BE49-F238E27FC236}">
                <a16:creationId xmlns:a16="http://schemas.microsoft.com/office/drawing/2014/main" id="{3958E91A-8EA7-3C4C-E581-D2E7DE8014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2236E2-4C17-03F4-B4DC-034FD967F570}"/>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6090143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7CBBF0-FFDE-1DC2-A2E8-4E454811897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A26B3BF-C276-8333-A7E7-B8D443C6A99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19EB368-D24B-9EA8-8A8F-0AB2C5F185F0}"/>
              </a:ext>
            </a:extLst>
          </p:cNvPr>
          <p:cNvSpPr>
            <a:spLocks noGrp="1"/>
          </p:cNvSpPr>
          <p:nvPr>
            <p:ph type="dt" sz="half" idx="10"/>
          </p:nvPr>
        </p:nvSpPr>
        <p:spPr/>
        <p:txBody>
          <a:bodyPr/>
          <a:lstStyle/>
          <a:p>
            <a:fld id="{0DB78E95-DE77-44D3-BDB9-E242948FB112}" type="datetimeFigureOut">
              <a:rPr lang="en-US" smtClean="0"/>
              <a:t>3/21/2025</a:t>
            </a:fld>
            <a:endParaRPr lang="en-US"/>
          </a:p>
        </p:txBody>
      </p:sp>
      <p:sp>
        <p:nvSpPr>
          <p:cNvPr id="5" name="Footer Placeholder 4">
            <a:extLst>
              <a:ext uri="{FF2B5EF4-FFF2-40B4-BE49-F238E27FC236}">
                <a16:creationId xmlns:a16="http://schemas.microsoft.com/office/drawing/2014/main" id="{62BD0D11-FA10-A88B-DAAF-BDC5D659D7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9B60E9-3F05-AAE4-101F-3125133F2099}"/>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27828035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2762C5-8E42-00DD-5440-4A44E725ED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F4D4F47-A5A1-F247-D7EC-43901BD9191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71E946-8B54-76FA-E3B0-E48F8BEE744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DB78E95-DE77-44D3-BDB9-E242948FB112}" type="datetimeFigureOut">
              <a:rPr lang="en-US" smtClean="0"/>
              <a:t>3/21/2025</a:t>
            </a:fld>
            <a:endParaRPr lang="en-US"/>
          </a:p>
        </p:txBody>
      </p:sp>
      <p:sp>
        <p:nvSpPr>
          <p:cNvPr id="5" name="Footer Placeholder 4">
            <a:extLst>
              <a:ext uri="{FF2B5EF4-FFF2-40B4-BE49-F238E27FC236}">
                <a16:creationId xmlns:a16="http://schemas.microsoft.com/office/drawing/2014/main" id="{7FE851E2-F7B0-D02A-22FA-EC3877EEE5D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B2B3EB4-6884-55A1-71B3-B7A41211711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C594C39A-D09F-3FB5-FC83-3461D4B26A9C}"/>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1699908" y="103770"/>
            <a:ext cx="403127" cy="570425"/>
          </a:xfrm>
          <a:prstGeom prst="rect">
            <a:avLst/>
          </a:prstGeom>
        </p:spPr>
      </p:pic>
      <p:pic>
        <p:nvPicPr>
          <p:cNvPr id="9" name="Picture 8">
            <a:extLst>
              <a:ext uri="{FF2B5EF4-FFF2-40B4-BE49-F238E27FC236}">
                <a16:creationId xmlns:a16="http://schemas.microsoft.com/office/drawing/2014/main" id="{8541B7E3-0100-0D6B-212C-A14E821244AF}"/>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355278" y="43208"/>
            <a:ext cx="1171576" cy="594038"/>
          </a:xfrm>
          <a:prstGeom prst="rect">
            <a:avLst/>
          </a:prstGeom>
          <a:ln>
            <a:noFill/>
          </a:ln>
          <a:effectLst>
            <a:softEdge rad="112500"/>
          </a:effectLst>
        </p:spPr>
      </p:pic>
    </p:spTree>
    <p:extLst>
      <p:ext uri="{BB962C8B-B14F-4D97-AF65-F5344CB8AC3E}">
        <p14:creationId xmlns:p14="http://schemas.microsoft.com/office/powerpoint/2010/main" val="7428114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colab.research.google.com/github/msfasha/307307-BI-Methods/blob/main/20242-NLP-LLM/lecture%20notes/Part%201%20-%20Introduction%20to%20NLP/1-introduction%20to%20NLP.ipynb" TargetMode="External"/><Relationship Id="rId1" Type="http://schemas.openxmlformats.org/officeDocument/2006/relationships/slideLayout" Target="../slideLayouts/slideLayout2.xml"/><Relationship Id="rId4" Type="http://schemas.openxmlformats.org/officeDocument/2006/relationships/image" Target="../media/image10.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colab.research.google.com/github/msfasha/307307-BI-Methods/blob/main/20242-NLP-LLM/lecture%20notes/Part%201%20-%20Introduction%20to%20NLP/1-introduction%20to%20NLP.ipynb" TargetMode="External"/><Relationship Id="rId1" Type="http://schemas.openxmlformats.org/officeDocument/2006/relationships/slideLayout" Target="../slideLayouts/slideLayout2.xml"/><Relationship Id="rId4" Type="http://schemas.openxmlformats.org/officeDocument/2006/relationships/image" Target="../media/image10.sv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7387D1D-1AA9-EA47-F9E0-B5509D9C1D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38800" y="279230"/>
            <a:ext cx="914400" cy="1204912"/>
          </a:xfrm>
          <a:prstGeom prst="rect">
            <a:avLst/>
          </a:prstGeom>
        </p:spPr>
      </p:pic>
      <p:sp>
        <p:nvSpPr>
          <p:cNvPr id="8" name="Title 7">
            <a:extLst>
              <a:ext uri="{FF2B5EF4-FFF2-40B4-BE49-F238E27FC236}">
                <a16:creationId xmlns:a16="http://schemas.microsoft.com/office/drawing/2014/main" id="{107CF054-390C-DCFC-C9A6-9E95C859A175}"/>
              </a:ext>
            </a:extLst>
          </p:cNvPr>
          <p:cNvSpPr>
            <a:spLocks noGrp="1"/>
          </p:cNvSpPr>
          <p:nvPr>
            <p:ph type="ctrTitle"/>
          </p:nvPr>
        </p:nvSpPr>
        <p:spPr/>
        <p:txBody>
          <a:bodyPr>
            <a:noAutofit/>
          </a:bodyPr>
          <a:lstStyle/>
          <a:p>
            <a:r>
              <a:rPr lang="en-US" sz="3600" dirty="0"/>
              <a:t>307307</a:t>
            </a:r>
            <a:br>
              <a:rPr lang="en-US" sz="3600" dirty="0"/>
            </a:br>
            <a:r>
              <a:rPr lang="en-US" sz="3600" dirty="0"/>
              <a:t>Introduction to Text Mining and </a:t>
            </a:r>
            <a:br>
              <a:rPr lang="en-US" sz="3600" dirty="0"/>
            </a:br>
            <a:r>
              <a:rPr lang="en-US" sz="3600" dirty="0"/>
              <a:t>Natural Language Processing</a:t>
            </a:r>
          </a:p>
        </p:txBody>
      </p:sp>
      <p:sp>
        <p:nvSpPr>
          <p:cNvPr id="9" name="Subtitle 8">
            <a:extLst>
              <a:ext uri="{FF2B5EF4-FFF2-40B4-BE49-F238E27FC236}">
                <a16:creationId xmlns:a16="http://schemas.microsoft.com/office/drawing/2014/main" id="{F599965F-D781-62F6-30A4-33D89AC89080}"/>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4894475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C6EFF-9D34-1B5E-FD93-E8EDD3A4D112}"/>
              </a:ext>
            </a:extLst>
          </p:cNvPr>
          <p:cNvSpPr>
            <a:spLocks noGrp="1"/>
          </p:cNvSpPr>
          <p:nvPr>
            <p:ph type="title"/>
          </p:nvPr>
        </p:nvSpPr>
        <p:spPr/>
        <p:txBody>
          <a:bodyPr/>
          <a:lstStyle/>
          <a:p>
            <a:r>
              <a:rPr lang="en-US" dirty="0"/>
              <a:t>What is Natural Language Processing?</a:t>
            </a:r>
          </a:p>
        </p:txBody>
      </p:sp>
      <p:sp>
        <p:nvSpPr>
          <p:cNvPr id="3" name="Content Placeholder 2">
            <a:extLst>
              <a:ext uri="{FF2B5EF4-FFF2-40B4-BE49-F238E27FC236}">
                <a16:creationId xmlns:a16="http://schemas.microsoft.com/office/drawing/2014/main" id="{4DF4F3B0-B589-3689-1962-7F670A0D4924}"/>
              </a:ext>
            </a:extLst>
          </p:cNvPr>
          <p:cNvSpPr>
            <a:spLocks noGrp="1"/>
          </p:cNvSpPr>
          <p:nvPr>
            <p:ph idx="1"/>
          </p:nvPr>
        </p:nvSpPr>
        <p:spPr/>
        <p:txBody>
          <a:bodyPr/>
          <a:lstStyle/>
          <a:p>
            <a:r>
              <a:rPr lang="en-US" dirty="0"/>
              <a:t>Natural Language Processing (NLP) is a field at the intersection of computer science, artificial intelligence, and linguistics focused on enabling computers to understand, interpret, and generate human language. </a:t>
            </a:r>
          </a:p>
          <a:p>
            <a:r>
              <a:rPr lang="en-US" dirty="0"/>
              <a:t>It forms the foundation for all language technologies we use today, from search engines to voice assistants and modern large language models.</a:t>
            </a:r>
          </a:p>
          <a:p>
            <a:endParaRPr lang="en-US" dirty="0"/>
          </a:p>
        </p:txBody>
      </p:sp>
      <p:sp>
        <p:nvSpPr>
          <p:cNvPr id="7" name="TextBox 6">
            <a:extLst>
              <a:ext uri="{FF2B5EF4-FFF2-40B4-BE49-F238E27FC236}">
                <a16:creationId xmlns:a16="http://schemas.microsoft.com/office/drawing/2014/main" id="{AC1598C3-9401-C3A8-98D7-6C942E90F478}"/>
              </a:ext>
            </a:extLst>
          </p:cNvPr>
          <p:cNvSpPr txBox="1"/>
          <p:nvPr/>
        </p:nvSpPr>
        <p:spPr>
          <a:xfrm>
            <a:off x="3370364" y="6220753"/>
            <a:ext cx="6097088" cy="276999"/>
          </a:xfrm>
          <a:prstGeom prst="rect">
            <a:avLst/>
          </a:prstGeom>
          <a:noFill/>
        </p:spPr>
        <p:txBody>
          <a:bodyPr wrap="square">
            <a:spAutoFit/>
          </a:bodyPr>
          <a:lstStyle/>
          <a:p>
            <a:r>
              <a:rPr lang="en-US" sz="1200" b="0" i="1" u="none" strike="noStrike" baseline="0" dirty="0">
                <a:latin typeface="TimesNewRomanPS-ItalicMT"/>
              </a:rPr>
              <a:t>A peek into the history of Language AI – Hands on LLMs, Jay Al Ammar Book</a:t>
            </a:r>
            <a:endParaRPr lang="en-US" sz="1200" dirty="0"/>
          </a:p>
        </p:txBody>
      </p:sp>
    </p:spTree>
    <p:extLst>
      <p:ext uri="{BB962C8B-B14F-4D97-AF65-F5344CB8AC3E}">
        <p14:creationId xmlns:p14="http://schemas.microsoft.com/office/powerpoint/2010/main" val="35099235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istory of NLP timeline">
            <a:extLst>
              <a:ext uri="{FF2B5EF4-FFF2-40B4-BE49-F238E27FC236}">
                <a16:creationId xmlns:a16="http://schemas.microsoft.com/office/drawing/2014/main" id="{D33EEC85-6378-500B-038C-970B7E6443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60093" y="1706006"/>
            <a:ext cx="7006986" cy="314402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40D5681E-8023-8C0D-91C0-DD0674DE5C9B}"/>
              </a:ext>
            </a:extLst>
          </p:cNvPr>
          <p:cNvSpPr>
            <a:spLocks noGrp="1"/>
          </p:cNvSpPr>
          <p:nvPr>
            <p:ph type="title"/>
          </p:nvPr>
        </p:nvSpPr>
        <p:spPr/>
        <p:txBody>
          <a:bodyPr>
            <a:normAutofit/>
          </a:bodyPr>
          <a:lstStyle/>
          <a:p>
            <a:r>
              <a:rPr lang="en-US" b="1" dirty="0"/>
              <a:t>Historical Development of NLP</a:t>
            </a:r>
            <a:endParaRPr lang="en-US" dirty="0"/>
          </a:p>
        </p:txBody>
      </p:sp>
      <p:sp>
        <p:nvSpPr>
          <p:cNvPr id="3" name="Content Placeholder 2">
            <a:extLst>
              <a:ext uri="{FF2B5EF4-FFF2-40B4-BE49-F238E27FC236}">
                <a16:creationId xmlns:a16="http://schemas.microsoft.com/office/drawing/2014/main" id="{94D699DC-EB35-242E-ABB5-8CF78304E6B9}"/>
              </a:ext>
            </a:extLst>
          </p:cNvPr>
          <p:cNvSpPr>
            <a:spLocks noGrp="1"/>
          </p:cNvSpPr>
          <p:nvPr>
            <p:ph idx="1"/>
          </p:nvPr>
        </p:nvSpPr>
        <p:spPr/>
        <p:txBody>
          <a:bodyPr>
            <a:normAutofit fontScale="40000" lnSpcReduction="20000"/>
          </a:bodyPr>
          <a:lstStyle/>
          <a:p>
            <a:pPr>
              <a:buNone/>
            </a:pPr>
            <a:r>
              <a:rPr lang="en-US" dirty="0"/>
              <a:t>NLP has evolved dramatically over the decades:</a:t>
            </a:r>
          </a:p>
          <a:p>
            <a:pPr>
              <a:buNone/>
            </a:pPr>
            <a:r>
              <a:rPr lang="en-US" b="1" dirty="0"/>
              <a:t>1950s-1960s: Rule-Based Approaches</a:t>
            </a:r>
            <a:endParaRPr lang="en-US" dirty="0"/>
          </a:p>
          <a:p>
            <a:pPr indent="-117475">
              <a:buFont typeface="Arial" panose="020B0604020202020204" pitchFamily="34" charset="0"/>
              <a:buChar char="•"/>
            </a:pPr>
            <a:r>
              <a:rPr lang="en-US" dirty="0"/>
              <a:t>Focus on machine translation during the Cold War</a:t>
            </a:r>
          </a:p>
          <a:p>
            <a:pPr indent="-117475">
              <a:buFont typeface="Arial" panose="020B0604020202020204" pitchFamily="34" charset="0"/>
              <a:buChar char="•"/>
            </a:pPr>
            <a:r>
              <a:rPr lang="en-US" dirty="0"/>
              <a:t>Primitive rule-based systems with hand-crafted grammars</a:t>
            </a:r>
          </a:p>
          <a:p>
            <a:pPr indent="-117475">
              <a:buFont typeface="Arial" panose="020B0604020202020204" pitchFamily="34" charset="0"/>
              <a:buChar char="•"/>
            </a:pPr>
            <a:r>
              <a:rPr lang="en-US" dirty="0"/>
              <a:t>Limited by the complexity of language rules</a:t>
            </a:r>
          </a:p>
          <a:p>
            <a:pPr>
              <a:buNone/>
            </a:pPr>
            <a:r>
              <a:rPr lang="en-US" b="1" dirty="0"/>
              <a:t>1970s-1980s: Statistical Revolution Begins</a:t>
            </a:r>
            <a:endParaRPr lang="en-US" dirty="0"/>
          </a:p>
          <a:p>
            <a:pPr indent="-117475">
              <a:buFont typeface="Arial" panose="020B0604020202020204" pitchFamily="34" charset="0"/>
              <a:buChar char="•"/>
            </a:pPr>
            <a:r>
              <a:rPr lang="en-US" dirty="0"/>
              <a:t>Introduction of probabilistic models</a:t>
            </a:r>
          </a:p>
          <a:p>
            <a:pPr indent="-117475">
              <a:buFont typeface="Arial" panose="020B0604020202020204" pitchFamily="34" charset="0"/>
              <a:buChar char="•"/>
            </a:pPr>
            <a:r>
              <a:rPr lang="en-US" dirty="0"/>
              <a:t>Hidden Markov Models for part-of-speech tagging</a:t>
            </a:r>
          </a:p>
          <a:p>
            <a:pPr indent="-117475">
              <a:buFont typeface="Arial" panose="020B0604020202020204" pitchFamily="34" charset="0"/>
              <a:buChar char="•"/>
            </a:pPr>
            <a:r>
              <a:rPr lang="en-US" dirty="0"/>
              <a:t>Still limited by computational power and data availability</a:t>
            </a:r>
          </a:p>
          <a:p>
            <a:pPr>
              <a:buNone/>
            </a:pPr>
            <a:r>
              <a:rPr lang="en-US" b="1" dirty="0"/>
              <a:t>1990s-2000s: Statistical NLP Flourishes</a:t>
            </a:r>
            <a:endParaRPr lang="en-US" dirty="0"/>
          </a:p>
          <a:p>
            <a:pPr indent="-117475">
              <a:buFont typeface="Arial" panose="020B0604020202020204" pitchFamily="34" charset="0"/>
              <a:buChar char="•"/>
            </a:pPr>
            <a:r>
              <a:rPr lang="en-US" dirty="0"/>
              <a:t>Large text corpora become available</a:t>
            </a:r>
          </a:p>
          <a:p>
            <a:pPr indent="-117475">
              <a:buFont typeface="Arial" panose="020B0604020202020204" pitchFamily="34" charset="0"/>
              <a:buChar char="•"/>
            </a:pPr>
            <a:r>
              <a:rPr lang="en-US" dirty="0"/>
              <a:t>Machine learning approaches gain prominence</a:t>
            </a:r>
          </a:p>
          <a:p>
            <a:pPr indent="-117475">
              <a:buFont typeface="Arial" panose="020B0604020202020204" pitchFamily="34" charset="0"/>
              <a:buChar char="•"/>
            </a:pPr>
            <a:r>
              <a:rPr lang="en-US" dirty="0"/>
              <a:t>Statistical machine translation emerges</a:t>
            </a:r>
          </a:p>
          <a:p>
            <a:pPr>
              <a:buNone/>
            </a:pPr>
            <a:r>
              <a:rPr lang="en-US" b="1" dirty="0"/>
              <a:t>2010-2018: Neural Revolution</a:t>
            </a:r>
            <a:endParaRPr lang="en-US" dirty="0"/>
          </a:p>
          <a:p>
            <a:pPr indent="-117475">
              <a:buFont typeface="Arial" panose="020B0604020202020204" pitchFamily="34" charset="0"/>
              <a:buChar char="•"/>
            </a:pPr>
            <a:r>
              <a:rPr lang="en-US" dirty="0"/>
              <a:t>Word embeddings (Word2Vec, </a:t>
            </a:r>
            <a:r>
              <a:rPr lang="en-US" dirty="0" err="1"/>
              <a:t>GloVe</a:t>
            </a:r>
            <a:r>
              <a:rPr lang="en-US" dirty="0"/>
              <a:t>) transform representation</a:t>
            </a:r>
          </a:p>
          <a:p>
            <a:pPr indent="-117475">
              <a:buFont typeface="Arial" panose="020B0604020202020204" pitchFamily="34" charset="0"/>
              <a:buChar char="•"/>
            </a:pPr>
            <a:r>
              <a:rPr lang="en-US" dirty="0"/>
              <a:t>Recurrent Neural Networks and LSTMs for sequence modeling</a:t>
            </a:r>
          </a:p>
          <a:p>
            <a:pPr indent="-117475">
              <a:buFont typeface="Arial" panose="020B0604020202020204" pitchFamily="34" charset="0"/>
              <a:buChar char="•"/>
            </a:pPr>
            <a:r>
              <a:rPr lang="en-US" dirty="0"/>
              <a:t>Attention mechanisms improve performance</a:t>
            </a:r>
          </a:p>
          <a:p>
            <a:pPr>
              <a:buNone/>
            </a:pPr>
            <a:r>
              <a:rPr lang="en-US" b="1" dirty="0"/>
              <a:t>2018-Present: Transformer Era</a:t>
            </a:r>
            <a:endParaRPr lang="en-US" dirty="0"/>
          </a:p>
          <a:p>
            <a:pPr indent="-117475">
              <a:buFont typeface="Arial" panose="020B0604020202020204" pitchFamily="34" charset="0"/>
              <a:buChar char="•"/>
            </a:pPr>
            <a:r>
              <a:rPr lang="en-US" dirty="0"/>
              <a:t>BERT, GPT, and other transformer models revolutionize the field</a:t>
            </a:r>
          </a:p>
          <a:p>
            <a:pPr indent="-117475">
              <a:buFont typeface="Arial" panose="020B0604020202020204" pitchFamily="34" charset="0"/>
              <a:buChar char="•"/>
            </a:pPr>
            <a:r>
              <a:rPr lang="en-US" dirty="0"/>
              <a:t>Pre-training and fine-tuning paradigm</a:t>
            </a:r>
          </a:p>
          <a:p>
            <a:pPr indent="-117475">
              <a:buFont typeface="Arial" panose="020B0604020202020204" pitchFamily="34" charset="0"/>
              <a:buChar char="•"/>
            </a:pPr>
            <a:r>
              <a:rPr lang="en-US" dirty="0"/>
              <a:t>Increasingly human-like language understanding capabilities</a:t>
            </a:r>
          </a:p>
          <a:p>
            <a:endParaRPr lang="en-US" dirty="0"/>
          </a:p>
        </p:txBody>
      </p:sp>
      <p:pic>
        <p:nvPicPr>
          <p:cNvPr id="5" name="Picture 4">
            <a:extLst>
              <a:ext uri="{FF2B5EF4-FFF2-40B4-BE49-F238E27FC236}">
                <a16:creationId xmlns:a16="http://schemas.microsoft.com/office/drawing/2014/main" id="{77EFD2CD-E234-52A1-28F0-23DD6EDC2473}"/>
              </a:ext>
            </a:extLst>
          </p:cNvPr>
          <p:cNvPicPr>
            <a:picLocks noChangeAspect="1"/>
          </p:cNvPicPr>
          <p:nvPr/>
        </p:nvPicPr>
        <p:blipFill>
          <a:blip r:embed="rId3"/>
          <a:stretch>
            <a:fillRect/>
          </a:stretch>
        </p:blipFill>
        <p:spPr>
          <a:xfrm>
            <a:off x="6355360" y="4495813"/>
            <a:ext cx="4416451" cy="1989039"/>
          </a:xfrm>
          <a:prstGeom prst="rect">
            <a:avLst/>
          </a:prstGeom>
        </p:spPr>
      </p:pic>
    </p:spTree>
    <p:extLst>
      <p:ext uri="{BB962C8B-B14F-4D97-AF65-F5344CB8AC3E}">
        <p14:creationId xmlns:p14="http://schemas.microsoft.com/office/powerpoint/2010/main" val="22793205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2AB93C-A03E-1E2E-6361-CC316BDA668E}"/>
              </a:ext>
            </a:extLst>
          </p:cNvPr>
          <p:cNvSpPr>
            <a:spLocks noGrp="1"/>
          </p:cNvSpPr>
          <p:nvPr>
            <p:ph type="title"/>
          </p:nvPr>
        </p:nvSpPr>
        <p:spPr/>
        <p:txBody>
          <a:bodyPr/>
          <a:lstStyle/>
          <a:p>
            <a:r>
              <a:rPr lang="en-US" dirty="0"/>
              <a:t>Why is NLP Challenging?</a:t>
            </a:r>
          </a:p>
        </p:txBody>
      </p:sp>
      <p:sp>
        <p:nvSpPr>
          <p:cNvPr id="3" name="Content Placeholder 2">
            <a:extLst>
              <a:ext uri="{FF2B5EF4-FFF2-40B4-BE49-F238E27FC236}">
                <a16:creationId xmlns:a16="http://schemas.microsoft.com/office/drawing/2014/main" id="{2064DFA4-415B-78E0-2D28-2B7DB6158806}"/>
              </a:ext>
            </a:extLst>
          </p:cNvPr>
          <p:cNvSpPr>
            <a:spLocks noGrp="1"/>
          </p:cNvSpPr>
          <p:nvPr>
            <p:ph idx="1"/>
          </p:nvPr>
        </p:nvSpPr>
        <p:spPr>
          <a:xfrm>
            <a:off x="838199" y="1706007"/>
            <a:ext cx="11107783" cy="4991039"/>
          </a:xfrm>
        </p:spPr>
        <p:txBody>
          <a:bodyPr>
            <a:normAutofit fontScale="85000" lnSpcReduction="20000"/>
          </a:bodyPr>
          <a:lstStyle/>
          <a:p>
            <a:pPr marL="0" indent="0">
              <a:buNone/>
            </a:pPr>
            <a:r>
              <a:rPr lang="en-US" dirty="0"/>
              <a:t>Human language is ambiguous: Words and sentences can have multiple interpretations</a:t>
            </a:r>
          </a:p>
          <a:p>
            <a:r>
              <a:rPr lang="en-US" b="1" dirty="0"/>
              <a:t>Lexical ambiguity</a:t>
            </a:r>
            <a:r>
              <a:rPr lang="en-US" dirty="0"/>
              <a:t>: When a word has multiple meanings</a:t>
            </a:r>
          </a:p>
          <a:p>
            <a:pPr lvl="1"/>
            <a:r>
              <a:rPr lang="en-US" dirty="0"/>
              <a:t>Example: "The bank is closed" (financial institution or riverbank)</a:t>
            </a:r>
          </a:p>
          <a:p>
            <a:pPr lvl="1"/>
            <a:r>
              <a:rPr lang="en-US" dirty="0"/>
              <a:t>Example: "The suit was expensive" (Formal set of clothes or Legal proceeding)</a:t>
            </a:r>
          </a:p>
          <a:p>
            <a:pPr lvl="1"/>
            <a:r>
              <a:rPr lang="en-US" sz="2100" dirty="0"/>
              <a:t>Computational challenge: Systems must select the correct word sense from multiple possibilities</a:t>
            </a:r>
          </a:p>
          <a:p>
            <a:r>
              <a:rPr lang="en-US" b="1" dirty="0"/>
              <a:t>Syntactic ambiguity</a:t>
            </a:r>
            <a:r>
              <a:rPr lang="en-US" dirty="0"/>
              <a:t>: When a sentence can be parsed in multiple ways</a:t>
            </a:r>
          </a:p>
          <a:p>
            <a:pPr lvl="1"/>
            <a:r>
              <a:rPr lang="en-US" dirty="0"/>
              <a:t>Example: "I saw the man with the telescope" (Who has the telescope?)</a:t>
            </a:r>
          </a:p>
          <a:p>
            <a:pPr lvl="1"/>
            <a:r>
              <a:rPr lang="en-US" dirty="0"/>
              <a:t>Example: "Flying planes can be dangerous" (The act of flying planes or planes that are flying?)</a:t>
            </a:r>
          </a:p>
          <a:p>
            <a:pPr lvl="1"/>
            <a:r>
              <a:rPr lang="en-US" dirty="0"/>
              <a:t>Computational challenge: Models must determine the correct grammatical structure</a:t>
            </a:r>
          </a:p>
          <a:p>
            <a:r>
              <a:rPr lang="en-US" b="1" dirty="0"/>
              <a:t>Semantic ambiguity</a:t>
            </a:r>
            <a:r>
              <a:rPr lang="en-US" dirty="0"/>
              <a:t>: When the meaning of a sentence has multiple interpretations</a:t>
            </a:r>
          </a:p>
          <a:p>
            <a:pPr lvl="1"/>
            <a:r>
              <a:rPr lang="en-US" dirty="0"/>
              <a:t>Example: "The chicken is ready to eat" (Ready to be eaten or ready to consume food?)</a:t>
            </a:r>
          </a:p>
          <a:p>
            <a:pPr lvl="1"/>
            <a:r>
              <a:rPr lang="en-US" dirty="0"/>
              <a:t>Example: "John and Mary got married last year" (To each other or to other people?)</a:t>
            </a:r>
          </a:p>
          <a:p>
            <a:pPr lvl="1"/>
            <a:r>
              <a:rPr lang="en-US" dirty="0"/>
              <a:t>Computational challenge: Systems must infer the intended meaning based on context</a:t>
            </a:r>
          </a:p>
          <a:p>
            <a:r>
              <a:rPr lang="en-US" b="1" dirty="0"/>
              <a:t>Pragmatic ambiguity</a:t>
            </a:r>
            <a:r>
              <a:rPr lang="en-US" dirty="0"/>
              <a:t>: When the intended meaning depends on context, intent, or implied information</a:t>
            </a:r>
          </a:p>
          <a:p>
            <a:pPr lvl="1"/>
            <a:r>
              <a:rPr lang="en-US" dirty="0"/>
              <a:t>Example: "It's cold in here" (Statement of fact or request to close a window/turn up heat?)</a:t>
            </a:r>
          </a:p>
          <a:p>
            <a:pPr lvl="1"/>
            <a:r>
              <a:rPr lang="en-US" dirty="0"/>
              <a:t>Example: "Do you know what time it is?" (Yes/no question or request for the time?)</a:t>
            </a:r>
          </a:p>
          <a:p>
            <a:pPr lvl="1"/>
            <a:r>
              <a:rPr lang="en-US" dirty="0"/>
              <a:t>Computational challenge: Models must understand communicative intent beyond literal meaning</a:t>
            </a:r>
          </a:p>
        </p:txBody>
      </p:sp>
    </p:spTree>
    <p:extLst>
      <p:ext uri="{BB962C8B-B14F-4D97-AF65-F5344CB8AC3E}">
        <p14:creationId xmlns:p14="http://schemas.microsoft.com/office/powerpoint/2010/main" val="35817112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479CCA-D646-F84B-D4A7-D655E366911A}"/>
              </a:ext>
            </a:extLst>
          </p:cNvPr>
          <p:cNvSpPr>
            <a:spLocks noGrp="1"/>
          </p:cNvSpPr>
          <p:nvPr>
            <p:ph type="title"/>
          </p:nvPr>
        </p:nvSpPr>
        <p:spPr/>
        <p:txBody>
          <a:bodyPr/>
          <a:lstStyle/>
          <a:p>
            <a:r>
              <a:rPr lang="en-US" dirty="0"/>
              <a:t>Common NLP Applications</a:t>
            </a:r>
          </a:p>
        </p:txBody>
      </p:sp>
      <p:sp>
        <p:nvSpPr>
          <p:cNvPr id="3" name="Content Placeholder 2">
            <a:extLst>
              <a:ext uri="{FF2B5EF4-FFF2-40B4-BE49-F238E27FC236}">
                <a16:creationId xmlns:a16="http://schemas.microsoft.com/office/drawing/2014/main" id="{0CB143BC-3F6E-AD78-02BB-4295E71F41B9}"/>
              </a:ext>
            </a:extLst>
          </p:cNvPr>
          <p:cNvSpPr>
            <a:spLocks noGrp="1"/>
          </p:cNvSpPr>
          <p:nvPr>
            <p:ph idx="1"/>
          </p:nvPr>
        </p:nvSpPr>
        <p:spPr>
          <a:xfrm>
            <a:off x="838200" y="1706007"/>
            <a:ext cx="10515600" cy="5067084"/>
          </a:xfrm>
        </p:spPr>
        <p:txBody>
          <a:bodyPr>
            <a:normAutofit fontScale="77500" lnSpcReduction="20000"/>
          </a:bodyPr>
          <a:lstStyle/>
          <a:p>
            <a:pPr marL="0" indent="0">
              <a:buNone/>
            </a:pPr>
            <a:r>
              <a:rPr lang="en-US" dirty="0"/>
              <a:t>1. Sentiment analysis: Determining the emotional tone of text</a:t>
            </a:r>
          </a:p>
          <a:p>
            <a:pPr lvl="1"/>
            <a:r>
              <a:rPr lang="en-US" dirty="0"/>
              <a:t>Identifying if customer reviews are positive, negative, or neutral</a:t>
            </a:r>
          </a:p>
          <a:p>
            <a:pPr lvl="1"/>
            <a:r>
              <a:rPr lang="en-US" dirty="0"/>
              <a:t>Tracking public opinion on products, services, or topics</a:t>
            </a:r>
          </a:p>
          <a:p>
            <a:pPr marL="0" indent="0">
              <a:buNone/>
            </a:pPr>
            <a:r>
              <a:rPr lang="en-US" dirty="0"/>
              <a:t>2. Machine translation: Translating text between languages</a:t>
            </a:r>
          </a:p>
          <a:p>
            <a:pPr lvl="1"/>
            <a:r>
              <a:rPr lang="en-US" dirty="0"/>
              <a:t>Converting text from one language to another while preserving meaning</a:t>
            </a:r>
          </a:p>
          <a:p>
            <a:pPr lvl="1"/>
            <a:r>
              <a:rPr lang="en-US" dirty="0"/>
              <a:t>Handling cultural and linguistic differences across languages</a:t>
            </a:r>
          </a:p>
          <a:p>
            <a:pPr marL="0" indent="0">
              <a:buNone/>
            </a:pPr>
            <a:r>
              <a:rPr lang="en-US" dirty="0"/>
              <a:t>3. Text generation: Creating human-like text</a:t>
            </a:r>
          </a:p>
          <a:p>
            <a:pPr lvl="1"/>
            <a:r>
              <a:rPr lang="en-US" dirty="0"/>
              <a:t>Automatic summarization of longer documents</a:t>
            </a:r>
          </a:p>
          <a:p>
            <a:pPr lvl="1"/>
            <a:r>
              <a:rPr lang="en-US" dirty="0"/>
              <a:t>Creative writing assistance and content creation</a:t>
            </a:r>
          </a:p>
          <a:p>
            <a:pPr lvl="1"/>
            <a:r>
              <a:rPr lang="en-US" dirty="0"/>
              <a:t>Dialogue systems for conversational AI</a:t>
            </a:r>
          </a:p>
          <a:p>
            <a:pPr marL="0" indent="0">
              <a:buNone/>
            </a:pPr>
            <a:r>
              <a:rPr lang="en-US" dirty="0"/>
              <a:t>4. Question answering: Providing answers to natural language questions</a:t>
            </a:r>
          </a:p>
          <a:p>
            <a:pPr lvl="1"/>
            <a:r>
              <a:rPr lang="en-US" dirty="0"/>
              <a:t>Extracting answers from documents or knowledge bases</a:t>
            </a:r>
          </a:p>
          <a:p>
            <a:pPr lvl="1"/>
            <a:r>
              <a:rPr lang="en-US" dirty="0"/>
              <a:t>Understanding user intent and providing relevant information</a:t>
            </a:r>
          </a:p>
          <a:p>
            <a:pPr marL="0" indent="0">
              <a:buNone/>
            </a:pPr>
            <a:r>
              <a:rPr lang="en-US" dirty="0"/>
              <a:t>5. Information extraction: Identifying and extracting structured information from text</a:t>
            </a:r>
          </a:p>
          <a:p>
            <a:pPr lvl="1"/>
            <a:r>
              <a:rPr lang="en-US" dirty="0"/>
              <a:t>Pulling key data points from unstructured documents</a:t>
            </a:r>
          </a:p>
          <a:p>
            <a:pPr lvl="1"/>
            <a:r>
              <a:rPr lang="en-US" dirty="0"/>
              <a:t>Converting text documents into structured databases</a:t>
            </a:r>
          </a:p>
          <a:p>
            <a:pPr marL="0" indent="0">
              <a:buNone/>
            </a:pPr>
            <a:r>
              <a:rPr lang="en-US" dirty="0"/>
              <a:t>6. Text classification: Categorizing text into predefined categories</a:t>
            </a:r>
          </a:p>
          <a:p>
            <a:pPr lvl="1"/>
            <a:r>
              <a:rPr lang="en-US" dirty="0"/>
              <a:t>Sorting emails into spam/not spam</a:t>
            </a:r>
          </a:p>
          <a:p>
            <a:pPr lvl="1"/>
            <a:r>
              <a:rPr lang="en-US" dirty="0"/>
              <a:t>Organizing documents by topic or content type</a:t>
            </a:r>
          </a:p>
        </p:txBody>
      </p:sp>
    </p:spTree>
    <p:extLst>
      <p:ext uri="{BB962C8B-B14F-4D97-AF65-F5344CB8AC3E}">
        <p14:creationId xmlns:p14="http://schemas.microsoft.com/office/powerpoint/2010/main" val="38600416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4B187BF-C026-788D-5ABE-FE99FABDF181}"/>
              </a:ext>
            </a:extLst>
          </p:cNvPr>
          <p:cNvSpPr>
            <a:spLocks noGrp="1"/>
          </p:cNvSpPr>
          <p:nvPr>
            <p:ph type="title"/>
          </p:nvPr>
        </p:nvSpPr>
        <p:spPr/>
        <p:txBody>
          <a:bodyPr/>
          <a:lstStyle/>
          <a:p>
            <a:r>
              <a:rPr lang="en-US" dirty="0"/>
              <a:t>Fundamental NLP Techniques</a:t>
            </a:r>
          </a:p>
        </p:txBody>
      </p:sp>
      <p:sp>
        <p:nvSpPr>
          <p:cNvPr id="5" name="Text Placeholder 4">
            <a:extLst>
              <a:ext uri="{FF2B5EF4-FFF2-40B4-BE49-F238E27FC236}">
                <a16:creationId xmlns:a16="http://schemas.microsoft.com/office/drawing/2014/main" id="{BA6EBE55-64EA-80A9-4365-8C5A0D523DC4}"/>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0962987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4E9DA-5B05-F88D-33A2-F0B0838F2B5F}"/>
              </a:ext>
            </a:extLst>
          </p:cNvPr>
          <p:cNvSpPr>
            <a:spLocks noGrp="1"/>
          </p:cNvSpPr>
          <p:nvPr>
            <p:ph type="title"/>
          </p:nvPr>
        </p:nvSpPr>
        <p:spPr/>
        <p:txBody>
          <a:bodyPr/>
          <a:lstStyle/>
          <a:p>
            <a:r>
              <a:rPr lang="en-US" b="1" dirty="0">
                <a:effectLst/>
                <a:latin typeface="Consolas" panose="020B0609020204030204" pitchFamily="49" charset="0"/>
              </a:rPr>
              <a:t>NLTK (Natural Language Toolkit)</a:t>
            </a:r>
            <a:endParaRPr lang="en-US" dirty="0"/>
          </a:p>
        </p:txBody>
      </p:sp>
      <p:sp>
        <p:nvSpPr>
          <p:cNvPr id="3" name="Content Placeholder 2">
            <a:extLst>
              <a:ext uri="{FF2B5EF4-FFF2-40B4-BE49-F238E27FC236}">
                <a16:creationId xmlns:a16="http://schemas.microsoft.com/office/drawing/2014/main" id="{A5195869-3520-9DAA-D835-4CA6C4C9E68B}"/>
              </a:ext>
            </a:extLst>
          </p:cNvPr>
          <p:cNvSpPr>
            <a:spLocks noGrp="1"/>
          </p:cNvSpPr>
          <p:nvPr>
            <p:ph idx="1"/>
          </p:nvPr>
        </p:nvSpPr>
        <p:spPr/>
        <p:txBody>
          <a:bodyPr>
            <a:normAutofit fontScale="55000" lnSpcReduction="20000"/>
          </a:bodyPr>
          <a:lstStyle/>
          <a:p>
            <a:pPr marL="0" indent="0">
              <a:buNone/>
            </a:pPr>
            <a:r>
              <a:rPr lang="en-US" dirty="0"/>
              <a:t>NLTK (Natural Language Toolkit) is a leading platform for building Python programs that work with human language data. Developed by Steven Bird and Edward Loper at the University of Pennsylvania, NLTK has become one of the most widely used libraries for natural language processing (NLP) in Python since its initial release in 2001.</a:t>
            </a:r>
          </a:p>
          <a:p>
            <a:pPr marL="0" indent="0">
              <a:buNone/>
            </a:pPr>
            <a:r>
              <a:rPr lang="en-US" dirty="0"/>
              <a:t>Key Features of NLTK</a:t>
            </a:r>
          </a:p>
          <a:p>
            <a:r>
              <a:rPr lang="en-US" dirty="0"/>
              <a:t>Comprehensive Toolkit: NLTK provides easy-to-use interfaces to over 50 corpora and lexical resources, along with a suite of text processing libraries for classification, tokenization, stemming, tagging, parsing, and semantic reasoning.</a:t>
            </a:r>
          </a:p>
          <a:p>
            <a:r>
              <a:rPr lang="en-US" dirty="0"/>
              <a:t>Educational Purpose: NLTK was designed with education in mind. It comes with comprehensive documentation and a book ("Natural Language Processing with Python") that makes it accessible for beginners.</a:t>
            </a:r>
          </a:p>
          <a:p>
            <a:r>
              <a:rPr lang="en-US" dirty="0"/>
              <a:t>Built-in Datasets: NLTK includes various pre-loaded corpora like the Brown Corpus, WordNet, and many others that are useful for training and testing NLP algorithms.</a:t>
            </a:r>
          </a:p>
          <a:p>
            <a:r>
              <a:rPr lang="en-US" dirty="0"/>
              <a:t>Modular Architecture: The library is organized into modules focused on specific NLP tasks, making it easy to use just the components you need.</a:t>
            </a:r>
          </a:p>
          <a:p>
            <a:pPr marL="0" indent="0">
              <a:buNone/>
            </a:pPr>
            <a:r>
              <a:rPr lang="en-US" dirty="0"/>
              <a:t>Core Functionality</a:t>
            </a:r>
          </a:p>
          <a:p>
            <a:r>
              <a:rPr lang="en-US" dirty="0"/>
              <a:t>NLTK supports many essential NLP tasks:</a:t>
            </a:r>
          </a:p>
          <a:p>
            <a:r>
              <a:rPr lang="en-US" dirty="0"/>
              <a:t>Tokenization: Breaking text into words, sentences, or other meaningful elements</a:t>
            </a:r>
          </a:p>
          <a:p>
            <a:r>
              <a:rPr lang="en-US" dirty="0"/>
              <a:t>Part-of-speech tagging: Identifying the grammatical parts of speech for words</a:t>
            </a:r>
          </a:p>
          <a:p>
            <a:r>
              <a:rPr lang="en-US" dirty="0"/>
              <a:t>Named entity recognition: Identifying names of people, organizations, locations, etc.</a:t>
            </a:r>
          </a:p>
          <a:p>
            <a:r>
              <a:rPr lang="en-US" dirty="0"/>
              <a:t>Stemming and lemmatization: Reducing words to their base or root form</a:t>
            </a:r>
          </a:p>
          <a:p>
            <a:r>
              <a:rPr lang="en-US" dirty="0"/>
              <a:t>Parsing: Analyzing syntactic structures of sentences</a:t>
            </a:r>
          </a:p>
          <a:p>
            <a:r>
              <a:rPr lang="en-US" dirty="0"/>
              <a:t>Semantic analysis: Working with meaning representations</a:t>
            </a:r>
          </a:p>
          <a:p>
            <a:r>
              <a:rPr lang="en-US" dirty="0"/>
              <a:t>Sentiment analysis: Determining positive, negative, or neutral sentiment in text</a:t>
            </a:r>
          </a:p>
          <a:p>
            <a:endParaRPr lang="en-US" dirty="0"/>
          </a:p>
        </p:txBody>
      </p:sp>
    </p:spTree>
    <p:extLst>
      <p:ext uri="{BB962C8B-B14F-4D97-AF65-F5344CB8AC3E}">
        <p14:creationId xmlns:p14="http://schemas.microsoft.com/office/powerpoint/2010/main" val="20225982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7D0A49-E958-51C8-0391-9AFA20F36B28}"/>
              </a:ext>
            </a:extLst>
          </p:cNvPr>
          <p:cNvSpPr>
            <a:spLocks noGrp="1"/>
          </p:cNvSpPr>
          <p:nvPr>
            <p:ph type="title"/>
          </p:nvPr>
        </p:nvSpPr>
        <p:spPr/>
        <p:txBody>
          <a:bodyPr/>
          <a:lstStyle/>
          <a:p>
            <a:r>
              <a:rPr lang="en-US" dirty="0"/>
              <a:t>Tokenization</a:t>
            </a:r>
          </a:p>
        </p:txBody>
      </p:sp>
      <p:sp>
        <p:nvSpPr>
          <p:cNvPr id="3" name="Content Placeholder 2">
            <a:extLst>
              <a:ext uri="{FF2B5EF4-FFF2-40B4-BE49-F238E27FC236}">
                <a16:creationId xmlns:a16="http://schemas.microsoft.com/office/drawing/2014/main" id="{9EE8CF05-119B-E254-30AF-92B4C11270E8}"/>
              </a:ext>
            </a:extLst>
          </p:cNvPr>
          <p:cNvSpPr>
            <a:spLocks noGrp="1"/>
          </p:cNvSpPr>
          <p:nvPr>
            <p:ph idx="1"/>
          </p:nvPr>
        </p:nvSpPr>
        <p:spPr/>
        <p:txBody>
          <a:bodyPr/>
          <a:lstStyle/>
          <a:p>
            <a:pPr marL="0" indent="0">
              <a:buNone/>
            </a:pPr>
            <a:r>
              <a:rPr lang="en-US" dirty="0"/>
              <a:t>Tokenization: Breaking text into words, phrases, or other meaningful elements</a:t>
            </a:r>
          </a:p>
          <a:p>
            <a:r>
              <a:rPr lang="en-US" dirty="0"/>
              <a:t>Word tokenization: Splitting "I love NLP." into ["I", "love", "NLP", "."]</a:t>
            </a:r>
          </a:p>
          <a:p>
            <a:r>
              <a:rPr lang="en-US" dirty="0" err="1"/>
              <a:t>Subword</a:t>
            </a:r>
            <a:r>
              <a:rPr lang="en-US" dirty="0"/>
              <a:t> tokenization: Breaking words into meaningful pieces (e.g., "playing" → ["play", "##</a:t>
            </a:r>
            <a:r>
              <a:rPr lang="en-US" dirty="0" err="1"/>
              <a:t>ing</a:t>
            </a:r>
            <a:r>
              <a:rPr lang="en-US" dirty="0"/>
              <a:t>"])</a:t>
            </a:r>
          </a:p>
          <a:p>
            <a:r>
              <a:rPr lang="en-US" dirty="0"/>
              <a:t>Character tokenization: Splitting text into individual characters</a:t>
            </a:r>
          </a:p>
        </p:txBody>
      </p:sp>
      <p:pic>
        <p:nvPicPr>
          <p:cNvPr id="5" name="Content Placeholder 4">
            <a:extLst>
              <a:ext uri="{FF2B5EF4-FFF2-40B4-BE49-F238E27FC236}">
                <a16:creationId xmlns:a16="http://schemas.microsoft.com/office/drawing/2014/main" id="{972EC117-3243-1474-E416-CB5338D9C54B}"/>
              </a:ext>
            </a:extLst>
          </p:cNvPr>
          <p:cNvPicPr>
            <a:picLocks noChangeAspect="1"/>
          </p:cNvPicPr>
          <p:nvPr/>
        </p:nvPicPr>
        <p:blipFill>
          <a:blip r:embed="rId2"/>
          <a:stretch>
            <a:fillRect/>
          </a:stretch>
        </p:blipFill>
        <p:spPr>
          <a:xfrm>
            <a:off x="3099172" y="4028226"/>
            <a:ext cx="5993656" cy="2129968"/>
          </a:xfrm>
          <a:prstGeom prst="rect">
            <a:avLst/>
          </a:prstGeom>
        </p:spPr>
      </p:pic>
    </p:spTree>
    <p:extLst>
      <p:ext uri="{BB962C8B-B14F-4D97-AF65-F5344CB8AC3E}">
        <p14:creationId xmlns:p14="http://schemas.microsoft.com/office/powerpoint/2010/main" val="1071505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521587-682C-AB8B-AEEC-95AEEF6B44B7}"/>
              </a:ext>
            </a:extLst>
          </p:cNvPr>
          <p:cNvSpPr>
            <a:spLocks noGrp="1"/>
          </p:cNvSpPr>
          <p:nvPr>
            <p:ph type="title"/>
          </p:nvPr>
        </p:nvSpPr>
        <p:spPr/>
        <p:txBody>
          <a:bodyPr>
            <a:normAutofit/>
          </a:bodyPr>
          <a:lstStyle/>
          <a:p>
            <a:r>
              <a:rPr lang="en-US" dirty="0"/>
              <a:t>Tokenize text using NLTK package</a:t>
            </a:r>
          </a:p>
        </p:txBody>
      </p:sp>
      <p:sp>
        <p:nvSpPr>
          <p:cNvPr id="6" name="TextBox 5">
            <a:extLst>
              <a:ext uri="{FF2B5EF4-FFF2-40B4-BE49-F238E27FC236}">
                <a16:creationId xmlns:a16="http://schemas.microsoft.com/office/drawing/2014/main" id="{1B5F427B-5A38-BC23-AAF5-9DB0E6087E63}"/>
              </a:ext>
            </a:extLst>
          </p:cNvPr>
          <p:cNvSpPr txBox="1"/>
          <p:nvPr/>
        </p:nvSpPr>
        <p:spPr>
          <a:xfrm>
            <a:off x="982363" y="2526958"/>
            <a:ext cx="10132540" cy="1543115"/>
          </a:xfrm>
          <a:prstGeom prst="rect">
            <a:avLst/>
          </a:prstGeom>
          <a:noFill/>
        </p:spPr>
        <p:txBody>
          <a:bodyPr wrap="square" rtlCol="0">
            <a:spAutoFit/>
          </a:bodyPr>
          <a:lstStyle/>
          <a:p>
            <a:pPr>
              <a:lnSpc>
                <a:spcPts val="1425"/>
              </a:lnSpc>
              <a:buNone/>
            </a:pP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nltk.tokenize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word_tokenize</a:t>
            </a:r>
            <a:endParaRPr lang="en-US" b="0" dirty="0">
              <a:solidFill>
                <a:srgbClr val="000000"/>
              </a:solidFill>
              <a:effectLst/>
              <a:latin typeface="Consolas" panose="020B0609020204030204" pitchFamily="49" charset="0"/>
            </a:endParaRPr>
          </a:p>
          <a:p>
            <a:pPr>
              <a:lnSpc>
                <a:spcPts val="1425"/>
              </a:lnSpc>
              <a:buNone/>
            </a:pPr>
            <a:r>
              <a:rPr lang="en-US" b="0" dirty="0">
                <a:solidFill>
                  <a:srgbClr val="008000"/>
                </a:solidFill>
                <a:effectLst/>
                <a:latin typeface="Consolas" panose="020B0609020204030204" pitchFamily="49" charset="0"/>
              </a:rPr>
              <a:t>#punkt is a pretrained tokenization model used for splitting text into sentences and words.</a:t>
            </a:r>
            <a:endParaRPr lang="en-US" b="0" dirty="0">
              <a:solidFill>
                <a:srgbClr val="000000"/>
              </a:solidFill>
              <a:effectLst/>
              <a:latin typeface="Consolas" panose="020B0609020204030204" pitchFamily="49" charset="0"/>
            </a:endParaRPr>
          </a:p>
          <a:p>
            <a:pPr>
              <a:lnSpc>
                <a:spcPts val="1425"/>
              </a:lnSpc>
              <a:buNone/>
            </a:pPr>
            <a:r>
              <a:rPr lang="en-US" b="0" dirty="0" err="1">
                <a:solidFill>
                  <a:srgbClr val="000000"/>
                </a:solidFill>
                <a:effectLst/>
                <a:latin typeface="Consolas" panose="020B0609020204030204" pitchFamily="49" charset="0"/>
              </a:rPr>
              <a:t>nltk.download</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punkt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nSpc>
                <a:spcPts val="1425"/>
              </a:lnSpc>
              <a:buNone/>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sentence = </a:t>
            </a:r>
            <a:r>
              <a:rPr lang="en-US" b="0" dirty="0">
                <a:solidFill>
                  <a:srgbClr val="A31515"/>
                </a:solidFill>
                <a:effectLst/>
                <a:latin typeface="Consolas" panose="020B0609020204030204" pitchFamily="49" charset="0"/>
              </a:rPr>
              <a:t>"Large language models are revolutionizing business applications."</a:t>
            </a:r>
            <a:endParaRPr lang="en-US" b="0" dirty="0">
              <a:solidFill>
                <a:srgbClr val="000000"/>
              </a:solidFill>
              <a:effectLst/>
              <a:latin typeface="Consolas" panose="020B0609020204030204" pitchFamily="49" charset="0"/>
            </a:endParaRPr>
          </a:p>
          <a:p>
            <a:pPr>
              <a:lnSpc>
                <a:spcPts val="1425"/>
              </a:lnSpc>
              <a:buNone/>
            </a:pPr>
            <a:r>
              <a:rPr lang="en-US" b="0" dirty="0">
                <a:solidFill>
                  <a:srgbClr val="000000"/>
                </a:solidFill>
                <a:effectLst/>
                <a:latin typeface="Consolas" panose="020B0609020204030204" pitchFamily="49" charset="0"/>
              </a:rPr>
              <a:t>tokens = </a:t>
            </a:r>
            <a:r>
              <a:rPr lang="en-US" b="0" dirty="0" err="1">
                <a:solidFill>
                  <a:srgbClr val="000000"/>
                </a:solidFill>
                <a:effectLst/>
                <a:latin typeface="Consolas" panose="020B0609020204030204" pitchFamily="49" charset="0"/>
              </a:rPr>
              <a:t>word_tokenize</a:t>
            </a:r>
            <a:r>
              <a:rPr lang="en-US" b="0" dirty="0">
                <a:solidFill>
                  <a:srgbClr val="000000"/>
                </a:solidFill>
                <a:effectLst/>
                <a:latin typeface="Consolas" panose="020B0609020204030204" pitchFamily="49" charset="0"/>
              </a:rPr>
              <a:t>(sentence)</a:t>
            </a:r>
          </a:p>
          <a:p>
            <a:pPr>
              <a:lnSpc>
                <a:spcPts val="1425"/>
              </a:lnSpc>
            </a:pPr>
            <a:r>
              <a:rPr lang="en-US" b="0" dirty="0">
                <a:solidFill>
                  <a:srgbClr val="000000"/>
                </a:solidFill>
                <a:effectLst/>
                <a:latin typeface="Consolas" panose="020B0609020204030204" pitchFamily="49" charset="0"/>
              </a:rPr>
              <a:t>print(tokens)</a:t>
            </a:r>
          </a:p>
        </p:txBody>
      </p:sp>
      <p:sp>
        <p:nvSpPr>
          <p:cNvPr id="11" name="TextBox 10">
            <a:extLst>
              <a:ext uri="{FF2B5EF4-FFF2-40B4-BE49-F238E27FC236}">
                <a16:creationId xmlns:a16="http://schemas.microsoft.com/office/drawing/2014/main" id="{6E835F34-494B-6B04-2CA4-3234ED3663B0}"/>
              </a:ext>
            </a:extLst>
          </p:cNvPr>
          <p:cNvSpPr txBox="1"/>
          <p:nvPr/>
        </p:nvSpPr>
        <p:spPr>
          <a:xfrm>
            <a:off x="982363" y="4630671"/>
            <a:ext cx="9698510" cy="1477328"/>
          </a:xfrm>
          <a:prstGeom prst="rect">
            <a:avLst/>
          </a:prstGeom>
          <a:noFill/>
        </p:spPr>
        <p:txBody>
          <a:bodyPr wrap="square">
            <a:spAutoFit/>
          </a:bodyPr>
          <a:lstStyle/>
          <a:p>
            <a:pPr algn="l">
              <a:buNone/>
            </a:pPr>
            <a:r>
              <a:rPr lang="en-US" b="0" i="0" dirty="0">
                <a:solidFill>
                  <a:srgbClr val="000000"/>
                </a:solidFill>
                <a:effectLst/>
                <a:latin typeface="Consolas" panose="020B0609020204030204" pitchFamily="49" charset="0"/>
              </a:rPr>
              <a:t>Output:</a:t>
            </a:r>
          </a:p>
          <a:p>
            <a:pPr algn="l">
              <a:buNone/>
            </a:pPr>
            <a:r>
              <a:rPr lang="en-US" b="0" i="0" dirty="0">
                <a:solidFill>
                  <a:srgbClr val="000000"/>
                </a:solidFill>
                <a:effectLst/>
                <a:latin typeface="Consolas" panose="020B0609020204030204" pitchFamily="49" charset="0"/>
              </a:rPr>
              <a:t>['Large', 'language', 'models', 'are', 'revolutionizing', 'business', 'applications', '.'] </a:t>
            </a:r>
          </a:p>
          <a:p>
            <a:pPr algn="l"/>
            <a:r>
              <a:rPr lang="en-US" b="0" i="0" dirty="0">
                <a:solidFill>
                  <a:srgbClr val="000000"/>
                </a:solidFill>
                <a:effectLst/>
                <a:latin typeface="Consolas" panose="020B0609020204030204" pitchFamily="49" charset="0"/>
              </a:rPr>
              <a:t>[</a:t>
            </a:r>
            <a:r>
              <a:rPr lang="en-US" b="0" i="0" dirty="0" err="1">
                <a:solidFill>
                  <a:srgbClr val="000000"/>
                </a:solidFill>
                <a:effectLst/>
                <a:latin typeface="Consolas" panose="020B0609020204030204" pitchFamily="49" charset="0"/>
              </a:rPr>
              <a:t>nltk_data</a:t>
            </a:r>
            <a:r>
              <a:rPr lang="en-US" b="0" i="0" dirty="0">
                <a:solidFill>
                  <a:srgbClr val="000000"/>
                </a:solidFill>
                <a:effectLst/>
                <a:latin typeface="Consolas" panose="020B0609020204030204" pitchFamily="49" charset="0"/>
              </a:rPr>
              <a:t>] Downloading package </a:t>
            </a:r>
            <a:r>
              <a:rPr lang="en-US" b="0" i="0" dirty="0" err="1">
                <a:solidFill>
                  <a:srgbClr val="000000"/>
                </a:solidFill>
                <a:effectLst/>
                <a:latin typeface="Consolas" panose="020B0609020204030204" pitchFamily="49" charset="0"/>
              </a:rPr>
              <a:t>punkt</a:t>
            </a:r>
            <a:r>
              <a:rPr lang="en-US" b="0" i="0" dirty="0">
                <a:solidFill>
                  <a:srgbClr val="000000"/>
                </a:solidFill>
                <a:effectLst/>
                <a:latin typeface="Consolas" panose="020B0609020204030204" pitchFamily="49" charset="0"/>
              </a:rPr>
              <a:t> to /home/me/</a:t>
            </a:r>
            <a:r>
              <a:rPr lang="en-US" b="0" i="0" dirty="0" err="1">
                <a:solidFill>
                  <a:srgbClr val="000000"/>
                </a:solidFill>
                <a:effectLst/>
                <a:latin typeface="Consolas" panose="020B0609020204030204" pitchFamily="49" charset="0"/>
              </a:rPr>
              <a:t>nltk_data</a:t>
            </a:r>
            <a:r>
              <a:rPr lang="en-US" b="0" i="0" dirty="0">
                <a:solidFill>
                  <a:srgbClr val="000000"/>
                </a:solidFill>
                <a:effectLst/>
                <a:latin typeface="Consolas" panose="020B0609020204030204" pitchFamily="49" charset="0"/>
              </a:rPr>
              <a:t>... [</a:t>
            </a:r>
            <a:r>
              <a:rPr lang="en-US" b="0" i="0" dirty="0" err="1">
                <a:solidFill>
                  <a:srgbClr val="000000"/>
                </a:solidFill>
                <a:effectLst/>
                <a:latin typeface="Consolas" panose="020B0609020204030204" pitchFamily="49" charset="0"/>
              </a:rPr>
              <a:t>nltk_data</a:t>
            </a:r>
            <a:r>
              <a:rPr lang="en-US" b="0" i="0" dirty="0">
                <a:solidFill>
                  <a:srgbClr val="000000"/>
                </a:solidFill>
                <a:effectLst/>
                <a:latin typeface="Consolas" panose="020B0609020204030204" pitchFamily="49" charset="0"/>
              </a:rPr>
              <a:t>] Package </a:t>
            </a:r>
            <a:r>
              <a:rPr lang="en-US" b="0" i="0" dirty="0" err="1">
                <a:solidFill>
                  <a:srgbClr val="000000"/>
                </a:solidFill>
                <a:effectLst/>
                <a:latin typeface="Consolas" panose="020B0609020204030204" pitchFamily="49" charset="0"/>
              </a:rPr>
              <a:t>punkt</a:t>
            </a:r>
            <a:r>
              <a:rPr lang="en-US" b="0" i="0" dirty="0">
                <a:solidFill>
                  <a:srgbClr val="000000"/>
                </a:solidFill>
                <a:effectLst/>
                <a:latin typeface="Consolas" panose="020B0609020204030204" pitchFamily="49" charset="0"/>
              </a:rPr>
              <a:t> is already up-to-date!</a:t>
            </a:r>
          </a:p>
        </p:txBody>
      </p:sp>
      <p:sp>
        <p:nvSpPr>
          <p:cNvPr id="5" name="Content Placeholder 2">
            <a:extLst>
              <a:ext uri="{FF2B5EF4-FFF2-40B4-BE49-F238E27FC236}">
                <a16:creationId xmlns:a16="http://schemas.microsoft.com/office/drawing/2014/main" id="{276D0FCF-4391-4D56-854A-F184802E65F6}"/>
              </a:ext>
            </a:extLst>
          </p:cNvPr>
          <p:cNvSpPr txBox="1">
            <a:spLocks/>
          </p:cNvSpPr>
          <p:nvPr/>
        </p:nvSpPr>
        <p:spPr>
          <a:xfrm>
            <a:off x="10162954" y="6435843"/>
            <a:ext cx="1650788" cy="39992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400" dirty="0">
                <a:solidFill>
                  <a:srgbClr val="0070C0"/>
                </a:solidFill>
              </a:rPr>
              <a:t>Click to Open Code</a:t>
            </a:r>
          </a:p>
        </p:txBody>
      </p:sp>
      <p:pic>
        <p:nvPicPr>
          <p:cNvPr id="7" name="Graphic 6">
            <a:hlinkClick r:id="rId2"/>
            <a:extLst>
              <a:ext uri="{FF2B5EF4-FFF2-40B4-BE49-F238E27FC236}">
                <a16:creationId xmlns:a16="http://schemas.microsoft.com/office/drawing/2014/main" id="{DC2CF0F7-2D5E-4690-AF02-D9A372D347F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31136" y="6231200"/>
            <a:ext cx="1114425" cy="190500"/>
          </a:xfrm>
          <a:prstGeom prst="rect">
            <a:avLst/>
          </a:prstGeom>
        </p:spPr>
      </p:pic>
    </p:spTree>
    <p:extLst>
      <p:ext uri="{BB962C8B-B14F-4D97-AF65-F5344CB8AC3E}">
        <p14:creationId xmlns:p14="http://schemas.microsoft.com/office/powerpoint/2010/main" val="31627351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029C9F-0A38-A846-9AF9-7AA426997374}"/>
              </a:ext>
            </a:extLst>
          </p:cNvPr>
          <p:cNvSpPr>
            <a:spLocks noGrp="1"/>
          </p:cNvSpPr>
          <p:nvPr>
            <p:ph type="title"/>
          </p:nvPr>
        </p:nvSpPr>
        <p:spPr/>
        <p:txBody>
          <a:bodyPr/>
          <a:lstStyle/>
          <a:p>
            <a:r>
              <a:rPr lang="en-US" dirty="0"/>
              <a:t>Normalization</a:t>
            </a:r>
          </a:p>
        </p:txBody>
      </p:sp>
      <p:sp>
        <p:nvSpPr>
          <p:cNvPr id="3" name="Content Placeholder 2">
            <a:extLst>
              <a:ext uri="{FF2B5EF4-FFF2-40B4-BE49-F238E27FC236}">
                <a16:creationId xmlns:a16="http://schemas.microsoft.com/office/drawing/2014/main" id="{A33A7CDC-7FBB-C0C1-952D-4A7F6B5C8037}"/>
              </a:ext>
            </a:extLst>
          </p:cNvPr>
          <p:cNvSpPr>
            <a:spLocks noGrp="1"/>
          </p:cNvSpPr>
          <p:nvPr>
            <p:ph idx="1"/>
          </p:nvPr>
        </p:nvSpPr>
        <p:spPr>
          <a:xfrm>
            <a:off x="838200" y="1706008"/>
            <a:ext cx="10515600" cy="820950"/>
          </a:xfrm>
        </p:spPr>
        <p:txBody>
          <a:bodyPr/>
          <a:lstStyle/>
          <a:p>
            <a:r>
              <a:rPr lang="en-US" dirty="0"/>
              <a:t>Converting text to a standard form to reduce variability:</a:t>
            </a:r>
          </a:p>
        </p:txBody>
      </p:sp>
      <p:sp>
        <p:nvSpPr>
          <p:cNvPr id="4" name="TextBox 3">
            <a:extLst>
              <a:ext uri="{FF2B5EF4-FFF2-40B4-BE49-F238E27FC236}">
                <a16:creationId xmlns:a16="http://schemas.microsoft.com/office/drawing/2014/main" id="{DF4240B0-0DC1-0861-78F7-C2EDD932B078}"/>
              </a:ext>
            </a:extLst>
          </p:cNvPr>
          <p:cNvSpPr txBox="1"/>
          <p:nvPr/>
        </p:nvSpPr>
        <p:spPr>
          <a:xfrm>
            <a:off x="1241853" y="2526958"/>
            <a:ext cx="10225217" cy="1543115"/>
          </a:xfrm>
          <a:prstGeom prst="rect">
            <a:avLst/>
          </a:prstGeom>
          <a:noFill/>
        </p:spPr>
        <p:txBody>
          <a:bodyPr wrap="square" rtlCol="0">
            <a:spAutoFit/>
          </a:bodyPr>
          <a:lstStyle/>
          <a:p>
            <a:pPr>
              <a:lnSpc>
                <a:spcPts val="1425"/>
              </a:lnSpc>
              <a:buNone/>
            </a:pPr>
            <a:r>
              <a:rPr lang="en-US" b="0" dirty="0">
                <a:solidFill>
                  <a:srgbClr val="008000"/>
                </a:solidFill>
                <a:effectLst/>
                <a:latin typeface="Consolas" panose="020B0609020204030204" pitchFamily="49" charset="0"/>
              </a:rPr>
              <a:t># Lowercasing</a:t>
            </a:r>
            <a:endParaRPr lang="en-US" b="0" dirty="0">
              <a:solidFill>
                <a:srgbClr val="000000"/>
              </a:solidFill>
              <a:effectLst/>
              <a:latin typeface="Consolas" panose="020B0609020204030204" pitchFamily="49" charset="0"/>
            </a:endParaRPr>
          </a:p>
          <a:p>
            <a:pPr>
              <a:lnSpc>
                <a:spcPts val="1425"/>
              </a:lnSpc>
              <a:buNone/>
            </a:pPr>
            <a:r>
              <a:rPr lang="en-US" b="0" dirty="0" err="1">
                <a:solidFill>
                  <a:srgbClr val="000000"/>
                </a:solidFill>
                <a:effectLst/>
                <a:latin typeface="Consolas" panose="020B0609020204030204" pitchFamily="49" charset="0"/>
              </a:rPr>
              <a:t>normalized_tokens</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token.lower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token </a:t>
            </a:r>
            <a:r>
              <a:rPr lang="en-US" b="0" dirty="0">
                <a:solidFill>
                  <a:srgbClr val="0000FF"/>
                </a:solidFill>
                <a:effectLst/>
                <a:latin typeface="Consolas" panose="020B0609020204030204" pitchFamily="49" charset="0"/>
              </a:rPr>
              <a:t>in</a:t>
            </a:r>
            <a:r>
              <a:rPr lang="en-US" b="0" dirty="0">
                <a:solidFill>
                  <a:srgbClr val="000000"/>
                </a:solidFill>
                <a:effectLst/>
                <a:latin typeface="Consolas" panose="020B0609020204030204" pitchFamily="49" charset="0"/>
              </a:rPr>
              <a:t> tokens]</a:t>
            </a:r>
          </a:p>
          <a:p>
            <a:pPr>
              <a:lnSpc>
                <a:spcPts val="1425"/>
              </a:lnSpc>
              <a:buNone/>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normalized_tokens</a:t>
            </a:r>
            <a:r>
              <a:rPr lang="en-US" b="0" dirty="0">
                <a:solidFill>
                  <a:srgbClr val="000000"/>
                </a:solidFill>
                <a:effectLst/>
                <a:latin typeface="Consolas" panose="020B0609020204030204" pitchFamily="49" charset="0"/>
              </a:rPr>
              <a:t>)</a:t>
            </a:r>
          </a:p>
          <a:p>
            <a:pPr>
              <a:lnSpc>
                <a:spcPts val="1425"/>
              </a:lnSpc>
              <a:buNone/>
            </a:pPr>
            <a:br>
              <a:rPr lang="en-US" b="0" dirty="0">
                <a:solidFill>
                  <a:srgbClr val="000000"/>
                </a:solidFill>
                <a:effectLst/>
                <a:latin typeface="Consolas" panose="020B0609020204030204" pitchFamily="49" charset="0"/>
              </a:rPr>
            </a:br>
            <a:r>
              <a:rPr lang="en-US" b="0" dirty="0">
                <a:solidFill>
                  <a:srgbClr val="008000"/>
                </a:solidFill>
                <a:effectLst/>
                <a:latin typeface="Consolas" panose="020B0609020204030204" pitchFamily="49" charset="0"/>
              </a:rPr>
              <a:t># Removing punctuation</a:t>
            </a:r>
            <a:endParaRPr lang="en-US" b="0" dirty="0">
              <a:solidFill>
                <a:srgbClr val="000000"/>
              </a:solidFill>
              <a:effectLst/>
              <a:latin typeface="Consolas" panose="020B0609020204030204" pitchFamily="49" charset="0"/>
            </a:endParaRPr>
          </a:p>
          <a:p>
            <a:pPr>
              <a:lnSpc>
                <a:spcPts val="142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re</a:t>
            </a:r>
          </a:p>
          <a:p>
            <a:pPr>
              <a:lnSpc>
                <a:spcPts val="1425"/>
              </a:lnSpc>
              <a:buNone/>
            </a:pPr>
            <a:r>
              <a:rPr lang="en-US" b="0" dirty="0" err="1">
                <a:solidFill>
                  <a:srgbClr val="000000"/>
                </a:solidFill>
                <a:effectLst/>
                <a:latin typeface="Consolas" panose="020B0609020204030204" pitchFamily="49" charset="0"/>
              </a:rPr>
              <a:t>normalized_tokens</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re.sub</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r</a:t>
            </a:r>
            <a:r>
              <a:rPr lang="en-US" b="0" dirty="0">
                <a:solidFill>
                  <a:srgbClr val="811F3F"/>
                </a:solidFill>
                <a:effectLst/>
                <a:latin typeface="Consolas" panose="020B0609020204030204" pitchFamily="49" charset="0"/>
              </a:rPr>
              <a:t>'[</a:t>
            </a:r>
            <a:r>
              <a:rPr lang="en-US" b="0" dirty="0">
                <a:solidFill>
                  <a:srgbClr val="000000"/>
                </a:solidFill>
                <a:effectLst/>
                <a:latin typeface="Consolas" panose="020B0609020204030204" pitchFamily="49" charset="0"/>
              </a:rPr>
              <a:t>^</a:t>
            </a:r>
            <a:r>
              <a:rPr lang="en-US" b="0" dirty="0">
                <a:solidFill>
                  <a:srgbClr val="811F3F"/>
                </a:solidFill>
                <a:effectLst/>
                <a:latin typeface="Consolas" panose="020B0609020204030204" pitchFamily="49" charset="0"/>
              </a:rPr>
              <a:t>\w\s]'</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token.lower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token </a:t>
            </a:r>
            <a:r>
              <a:rPr lang="en-US" b="0" dirty="0">
                <a:solidFill>
                  <a:srgbClr val="0000FF"/>
                </a:solidFill>
                <a:effectLst/>
                <a:latin typeface="Consolas" panose="020B0609020204030204" pitchFamily="49" charset="0"/>
              </a:rPr>
              <a:t>in</a:t>
            </a:r>
            <a:r>
              <a:rPr lang="en-US" b="0" dirty="0">
                <a:solidFill>
                  <a:srgbClr val="000000"/>
                </a:solidFill>
                <a:effectLst/>
                <a:latin typeface="Consolas" panose="020B0609020204030204" pitchFamily="49" charset="0"/>
              </a:rPr>
              <a:t> tokens]</a:t>
            </a:r>
          </a:p>
          <a:p>
            <a:pPr>
              <a:lnSpc>
                <a:spcPts val="1425"/>
              </a:lnSpc>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normalized_tokens</a:t>
            </a:r>
            <a:r>
              <a:rPr lang="en-US" b="0" dirty="0">
                <a:solidFill>
                  <a:srgbClr val="000000"/>
                </a:solidFill>
                <a:effectLst/>
                <a:latin typeface="Consolas" panose="020B0609020204030204" pitchFamily="49" charset="0"/>
              </a:rPr>
              <a:t>)</a:t>
            </a:r>
          </a:p>
        </p:txBody>
      </p:sp>
      <p:sp>
        <p:nvSpPr>
          <p:cNvPr id="1044" name="TextBox 1043">
            <a:extLst>
              <a:ext uri="{FF2B5EF4-FFF2-40B4-BE49-F238E27FC236}">
                <a16:creationId xmlns:a16="http://schemas.microsoft.com/office/drawing/2014/main" id="{75470B80-147E-475F-A4A3-BAFF5796EB38}"/>
              </a:ext>
            </a:extLst>
          </p:cNvPr>
          <p:cNvSpPr txBox="1"/>
          <p:nvPr/>
        </p:nvSpPr>
        <p:spPr>
          <a:xfrm>
            <a:off x="7755147" y="4135860"/>
            <a:ext cx="3868282" cy="1754326"/>
          </a:xfrm>
          <a:prstGeom prst="rect">
            <a:avLst/>
          </a:prstGeom>
          <a:noFill/>
        </p:spPr>
        <p:txBody>
          <a:bodyPr wrap="square">
            <a:spAutoFit/>
          </a:bodyPr>
          <a:lstStyle/>
          <a:p>
            <a:r>
              <a:rPr lang="en-US" dirty="0"/>
              <a:t>Output:</a:t>
            </a:r>
          </a:p>
          <a:p>
            <a:r>
              <a:rPr lang="en-US" dirty="0"/>
              <a:t>['large', 'language', 'models', 'are', 'revolutionizing', 'business', 'applications', '.']['large', 'language', 'models', 'are', 'revolutionizing', 'business', 'applications', '']</a:t>
            </a:r>
          </a:p>
        </p:txBody>
      </p:sp>
      <p:sp>
        <p:nvSpPr>
          <p:cNvPr id="8" name="TextBox 7">
            <a:extLst>
              <a:ext uri="{FF2B5EF4-FFF2-40B4-BE49-F238E27FC236}">
                <a16:creationId xmlns:a16="http://schemas.microsoft.com/office/drawing/2014/main" id="{A4BECA11-0014-431F-A8D8-3FFAF66D6978}"/>
              </a:ext>
            </a:extLst>
          </p:cNvPr>
          <p:cNvSpPr txBox="1"/>
          <p:nvPr/>
        </p:nvSpPr>
        <p:spPr>
          <a:xfrm>
            <a:off x="1241853" y="4070073"/>
            <a:ext cx="6306260" cy="2785378"/>
          </a:xfrm>
          <a:prstGeom prst="rect">
            <a:avLst/>
          </a:prstGeom>
          <a:noFill/>
        </p:spPr>
        <p:txBody>
          <a:bodyPr wrap="square" rtlCol="0">
            <a:spAutoFit/>
          </a:bodyPr>
          <a:lstStyle/>
          <a:p>
            <a:pPr>
              <a:lnSpc>
                <a:spcPts val="1425"/>
              </a:lnSpc>
              <a:buNone/>
            </a:pPr>
            <a:r>
              <a:rPr lang="en-US" sz="1200" dirty="0">
                <a:solidFill>
                  <a:srgbClr val="000000"/>
                </a:solidFill>
                <a:latin typeface="Consolas" panose="020B0609020204030204" pitchFamily="49" charset="0"/>
              </a:rPr>
              <a:t>The regular expression r'[^\w\s]' does the following:</a:t>
            </a:r>
          </a:p>
          <a:p>
            <a:pPr marL="171450" indent="-171450">
              <a:lnSpc>
                <a:spcPts val="1425"/>
              </a:lnSpc>
              <a:buFont typeface="Arial" panose="020B0604020202020204" pitchFamily="34" charset="0"/>
              <a:buChar char="•"/>
            </a:pPr>
            <a:r>
              <a:rPr lang="en-US" sz="1200" dirty="0">
                <a:solidFill>
                  <a:srgbClr val="000000"/>
                </a:solidFill>
                <a:latin typeface="Consolas" panose="020B0609020204030204" pitchFamily="49" charset="0"/>
              </a:rPr>
              <a:t>r'...': This denotes a raw string in Python. Raw strings treat backslashes \ as literal characters, which is crucial for regular expressions.</a:t>
            </a:r>
          </a:p>
          <a:p>
            <a:pPr marL="171450" indent="-171450">
              <a:lnSpc>
                <a:spcPts val="1425"/>
              </a:lnSpc>
              <a:buFont typeface="Arial" panose="020B0604020202020204" pitchFamily="34" charset="0"/>
              <a:buChar char="•"/>
            </a:pPr>
            <a:r>
              <a:rPr lang="en-US" sz="1200" dirty="0">
                <a:solidFill>
                  <a:srgbClr val="000000"/>
                </a:solidFill>
                <a:latin typeface="Consolas" panose="020B0609020204030204" pitchFamily="49" charset="0"/>
              </a:rPr>
              <a:t>[...]: This represents a character set.^: Inside a character set, ^ negates the set. It means "match any character not in this set.</a:t>
            </a:r>
          </a:p>
          <a:p>
            <a:pPr marL="171450" indent="-171450">
              <a:lnSpc>
                <a:spcPts val="1425"/>
              </a:lnSpc>
              <a:buFont typeface="Arial" panose="020B0604020202020204" pitchFamily="34" charset="0"/>
              <a:buChar char="•"/>
            </a:pPr>
            <a:r>
              <a:rPr lang="en-US" sz="1200" dirty="0">
                <a:solidFill>
                  <a:srgbClr val="000000"/>
                </a:solidFill>
                <a:latin typeface="Consolas" panose="020B0609020204030204" pitchFamily="49" charset="0"/>
              </a:rPr>
              <a:t>"\w: This matches any word character, which includes alphanumeric characters (letters and digits) and the underscore (_).</a:t>
            </a:r>
          </a:p>
          <a:p>
            <a:pPr marL="171450" indent="-171450">
              <a:lnSpc>
                <a:spcPts val="1425"/>
              </a:lnSpc>
              <a:buFont typeface="Arial" panose="020B0604020202020204" pitchFamily="34" charset="0"/>
              <a:buChar char="•"/>
            </a:pPr>
            <a:r>
              <a:rPr lang="en-US" sz="1200" dirty="0">
                <a:solidFill>
                  <a:srgbClr val="000000"/>
                </a:solidFill>
                <a:latin typeface="Consolas" panose="020B0609020204030204" pitchFamily="49" charset="0"/>
              </a:rPr>
              <a:t>\s: This matches any whitespace character, such as spaces, tabs, and newlines.</a:t>
            </a:r>
          </a:p>
          <a:p>
            <a:pPr marL="171450" indent="-171450">
              <a:lnSpc>
                <a:spcPts val="1425"/>
              </a:lnSpc>
              <a:buFont typeface="Arial" panose="020B0604020202020204" pitchFamily="34" charset="0"/>
              <a:buChar char="•"/>
            </a:pPr>
            <a:r>
              <a:rPr lang="en-US" sz="1200" dirty="0">
                <a:solidFill>
                  <a:srgbClr val="000000"/>
                </a:solidFill>
                <a:latin typeface="Consolas" panose="020B0609020204030204" pitchFamily="49" charset="0"/>
              </a:rPr>
              <a:t>Therefore, r'[^\w\s]' matches any character that is not a word character or a whitespace character. In simpler terms, it matches any non-alphanumeric, non-underscore, and non-whitespace character. This effectively targets punctuation marks, symbols, and other special characters.</a:t>
            </a:r>
            <a:endParaRPr lang="en-US"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6014962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49F130-BE15-7F5E-07DB-D123BA9A77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FA6123-CDB4-7E27-3375-92C08E5000BA}"/>
              </a:ext>
            </a:extLst>
          </p:cNvPr>
          <p:cNvSpPr>
            <a:spLocks noGrp="1"/>
          </p:cNvSpPr>
          <p:nvPr>
            <p:ph type="title"/>
          </p:nvPr>
        </p:nvSpPr>
        <p:spPr/>
        <p:txBody>
          <a:bodyPr/>
          <a:lstStyle/>
          <a:p>
            <a:r>
              <a:rPr lang="en-US" dirty="0" err="1"/>
              <a:t>Stopwords</a:t>
            </a:r>
            <a:r>
              <a:rPr lang="en-US" dirty="0"/>
              <a:t> Removal</a:t>
            </a:r>
          </a:p>
        </p:txBody>
      </p:sp>
      <p:sp>
        <p:nvSpPr>
          <p:cNvPr id="3" name="Content Placeholder 2">
            <a:extLst>
              <a:ext uri="{FF2B5EF4-FFF2-40B4-BE49-F238E27FC236}">
                <a16:creationId xmlns:a16="http://schemas.microsoft.com/office/drawing/2014/main" id="{BED8C89C-D76A-1D92-8860-3D838AB4F186}"/>
              </a:ext>
            </a:extLst>
          </p:cNvPr>
          <p:cNvSpPr>
            <a:spLocks noGrp="1"/>
          </p:cNvSpPr>
          <p:nvPr>
            <p:ph idx="1"/>
          </p:nvPr>
        </p:nvSpPr>
        <p:spPr>
          <a:xfrm>
            <a:off x="838200" y="1706008"/>
            <a:ext cx="10515600" cy="2520004"/>
          </a:xfrm>
        </p:spPr>
        <p:txBody>
          <a:bodyPr/>
          <a:lstStyle/>
          <a:p>
            <a:r>
              <a:rPr lang="en-US" dirty="0"/>
              <a:t>Eliminating common words that add little meaning:</a:t>
            </a:r>
          </a:p>
        </p:txBody>
      </p:sp>
      <p:sp>
        <p:nvSpPr>
          <p:cNvPr id="5" name="TextBox 4">
            <a:extLst>
              <a:ext uri="{FF2B5EF4-FFF2-40B4-BE49-F238E27FC236}">
                <a16:creationId xmlns:a16="http://schemas.microsoft.com/office/drawing/2014/main" id="{35B22B7C-080F-A564-15A8-40D9FB2F4406}"/>
              </a:ext>
            </a:extLst>
          </p:cNvPr>
          <p:cNvSpPr txBox="1"/>
          <p:nvPr/>
        </p:nvSpPr>
        <p:spPr>
          <a:xfrm>
            <a:off x="1068858" y="2567675"/>
            <a:ext cx="9409671" cy="2440796"/>
          </a:xfrm>
          <a:prstGeom prst="rect">
            <a:avLst/>
          </a:prstGeom>
          <a:noFill/>
        </p:spPr>
        <p:txBody>
          <a:bodyPr wrap="square">
            <a:spAutoFit/>
          </a:bodyPr>
          <a:lstStyle/>
          <a:p>
            <a:pPr>
              <a:lnSpc>
                <a:spcPts val="1425"/>
              </a:lnSpc>
              <a:buNone/>
            </a:pPr>
            <a:r>
              <a:rPr lang="en-US" b="0" dirty="0">
                <a:solidFill>
                  <a:srgbClr val="008000"/>
                </a:solidFill>
                <a:effectLst/>
                <a:latin typeface="Consolas" panose="020B0609020204030204" pitchFamily="49" charset="0"/>
              </a:rPr>
              <a:t>#nltk.download('stopwords') #stopwords are common words that are often removed from text as they are not useful for analysis.</a:t>
            </a:r>
          </a:p>
          <a:p>
            <a:pPr>
              <a:lnSpc>
                <a:spcPts val="1425"/>
              </a:lnSpc>
              <a:buNone/>
            </a:pPr>
            <a:endParaRPr lang="en-US" b="0" dirty="0">
              <a:solidFill>
                <a:srgbClr val="000000"/>
              </a:solidFill>
              <a:effectLst/>
              <a:latin typeface="Consolas" panose="020B0609020204030204" pitchFamily="49" charset="0"/>
            </a:endParaRPr>
          </a:p>
          <a:p>
            <a:pPr>
              <a:lnSpc>
                <a:spcPts val="1425"/>
              </a:lnSpc>
              <a:buNone/>
            </a:pP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nltk.corpus</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stopwords</a:t>
            </a:r>
            <a:endParaRPr lang="en-US" b="0" dirty="0">
              <a:solidFill>
                <a:srgbClr val="000000"/>
              </a:solidFill>
              <a:effectLst/>
              <a:latin typeface="Consolas" panose="020B0609020204030204" pitchFamily="49" charset="0"/>
            </a:endParaRPr>
          </a:p>
          <a:p>
            <a:pPr>
              <a:lnSpc>
                <a:spcPts val="1425"/>
              </a:lnSpc>
              <a:buNone/>
            </a:pPr>
            <a:br>
              <a:rPr lang="en-US" b="0" dirty="0">
                <a:solidFill>
                  <a:srgbClr val="000000"/>
                </a:solidFill>
                <a:effectLst/>
                <a:latin typeface="Consolas" panose="020B0609020204030204" pitchFamily="49" charset="0"/>
              </a:rPr>
            </a:br>
            <a:r>
              <a:rPr lang="en-US" b="0" dirty="0" err="1">
                <a:solidFill>
                  <a:srgbClr val="000000"/>
                </a:solidFill>
                <a:effectLst/>
                <a:latin typeface="Consolas" panose="020B0609020204030204" pitchFamily="49" charset="0"/>
              </a:rPr>
              <a:t>stop_words</a:t>
            </a:r>
            <a:r>
              <a:rPr lang="en-US" b="0" dirty="0">
                <a:solidFill>
                  <a:srgbClr val="000000"/>
                </a:solidFill>
                <a:effectLst/>
                <a:latin typeface="Consolas" panose="020B0609020204030204" pitchFamily="49" charset="0"/>
              </a:rPr>
              <a:t> = set(</a:t>
            </a:r>
            <a:r>
              <a:rPr lang="en-US" b="0" dirty="0" err="1">
                <a:solidFill>
                  <a:srgbClr val="000000"/>
                </a:solidFill>
                <a:effectLst/>
                <a:latin typeface="Consolas" panose="020B0609020204030204" pitchFamily="49" charset="0"/>
              </a:rPr>
              <a:t>stopwords.words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english</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nSpc>
                <a:spcPts val="1425"/>
              </a:lnSpc>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print(</a:t>
            </a:r>
            <a:r>
              <a:rPr lang="en-US" b="0" dirty="0">
                <a:solidFill>
                  <a:srgbClr val="A31515"/>
                </a:solidFill>
                <a:effectLst/>
                <a:latin typeface="Consolas" panose="020B0609020204030204" pitchFamily="49" charset="0"/>
              </a:rPr>
              <a:t>"These words are removed from the text: "</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stop_words</a:t>
            </a:r>
            <a:r>
              <a:rPr lang="en-US" b="0" dirty="0">
                <a:solidFill>
                  <a:srgbClr val="000000"/>
                </a:solidFill>
                <a:effectLst/>
                <a:latin typeface="Consolas" panose="020B0609020204030204" pitchFamily="49" charset="0"/>
              </a:rPr>
              <a:t>)</a:t>
            </a:r>
          </a:p>
          <a:p>
            <a:pPr>
              <a:lnSpc>
                <a:spcPts val="1425"/>
              </a:lnSpc>
            </a:pPr>
            <a:endParaRPr lang="en-US" dirty="0">
              <a:solidFill>
                <a:srgbClr val="000000"/>
              </a:solidFill>
              <a:latin typeface="Consolas" panose="020B0609020204030204" pitchFamily="49" charset="0"/>
            </a:endParaRPr>
          </a:p>
          <a:p>
            <a:pPr>
              <a:lnSpc>
                <a:spcPts val="1425"/>
              </a:lnSpc>
              <a:buNone/>
            </a:pPr>
            <a:r>
              <a:rPr lang="en-US" b="0" dirty="0" err="1">
                <a:solidFill>
                  <a:srgbClr val="000000"/>
                </a:solidFill>
                <a:effectLst/>
                <a:latin typeface="Consolas" panose="020B0609020204030204" pitchFamily="49" charset="0"/>
              </a:rPr>
              <a:t>filtered_tokens</a:t>
            </a:r>
            <a:r>
              <a:rPr lang="en-US" b="0" dirty="0">
                <a:solidFill>
                  <a:srgbClr val="000000"/>
                </a:solidFill>
                <a:effectLst/>
                <a:latin typeface="Consolas" panose="020B0609020204030204" pitchFamily="49" charset="0"/>
              </a:rPr>
              <a:t> = [token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token </a:t>
            </a:r>
            <a:r>
              <a:rPr lang="en-US" b="0" dirty="0">
                <a:solidFill>
                  <a:srgbClr val="0000FF"/>
                </a:solidFill>
                <a:effectLst/>
                <a:latin typeface="Consolas" panose="020B0609020204030204" pitchFamily="49" charset="0"/>
              </a:rPr>
              <a:t>in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normalized_tokens</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token </a:t>
            </a:r>
            <a:r>
              <a:rPr lang="en-US" b="0" dirty="0">
                <a:solidFill>
                  <a:srgbClr val="0000FF"/>
                </a:solidFill>
                <a:effectLst/>
                <a:latin typeface="Consolas" panose="020B0609020204030204" pitchFamily="49" charset="0"/>
              </a:rPr>
              <a:t>and</a:t>
            </a:r>
            <a:r>
              <a:rPr lang="en-US" b="0" dirty="0">
                <a:solidFill>
                  <a:srgbClr val="000000"/>
                </a:solidFill>
                <a:effectLst/>
                <a:latin typeface="Consolas" panose="020B0609020204030204" pitchFamily="49" charset="0"/>
              </a:rPr>
              <a:t> token </a:t>
            </a:r>
            <a:r>
              <a:rPr lang="en-US" b="0" dirty="0">
                <a:solidFill>
                  <a:srgbClr val="0000FF"/>
                </a:solidFill>
                <a:effectLst/>
                <a:latin typeface="Consolas" panose="020B0609020204030204" pitchFamily="49" charset="0"/>
              </a:rPr>
              <a:t>not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stop_words</a:t>
            </a:r>
            <a:r>
              <a:rPr lang="en-US" b="0" dirty="0">
                <a:solidFill>
                  <a:srgbClr val="000000"/>
                </a:solidFill>
                <a:effectLst/>
                <a:latin typeface="Consolas" panose="020B0609020204030204" pitchFamily="49" charset="0"/>
              </a:rPr>
              <a:t>]</a:t>
            </a:r>
          </a:p>
          <a:p>
            <a:pPr>
              <a:lnSpc>
                <a:spcPts val="1425"/>
              </a:lnSpc>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filtered_tokens</a:t>
            </a:r>
            <a:r>
              <a:rPr lang="en-US" b="0" dirty="0">
                <a:solidFill>
                  <a:srgbClr val="000000"/>
                </a:solidFill>
                <a:effectLst/>
                <a:latin typeface="Consolas" panose="020B0609020204030204" pitchFamily="49" charset="0"/>
              </a:rPr>
              <a:t>)</a:t>
            </a:r>
          </a:p>
          <a:p>
            <a:pPr>
              <a:lnSpc>
                <a:spcPts val="1425"/>
              </a:lnSpc>
            </a:pPr>
            <a:endParaRPr lang="en-US" b="0" dirty="0">
              <a:solidFill>
                <a:srgbClr val="000000"/>
              </a:solidFill>
              <a:effectLst/>
              <a:latin typeface="Consolas" panose="020B0609020204030204" pitchFamily="49" charset="0"/>
            </a:endParaRPr>
          </a:p>
        </p:txBody>
      </p:sp>
      <p:sp>
        <p:nvSpPr>
          <p:cNvPr id="7" name="TextBox 6">
            <a:extLst>
              <a:ext uri="{FF2B5EF4-FFF2-40B4-BE49-F238E27FC236}">
                <a16:creationId xmlns:a16="http://schemas.microsoft.com/office/drawing/2014/main" id="{0A3E680B-D9E3-CA6E-43A7-77F7BEDD827F}"/>
              </a:ext>
            </a:extLst>
          </p:cNvPr>
          <p:cNvSpPr txBox="1"/>
          <p:nvPr/>
        </p:nvSpPr>
        <p:spPr>
          <a:xfrm>
            <a:off x="838200" y="5383379"/>
            <a:ext cx="10400785" cy="1200329"/>
          </a:xfrm>
          <a:prstGeom prst="rect">
            <a:avLst/>
          </a:prstGeom>
          <a:noFill/>
        </p:spPr>
        <p:txBody>
          <a:bodyPr wrap="square">
            <a:spAutoFit/>
          </a:bodyPr>
          <a:lstStyle/>
          <a:p>
            <a:pPr algn="l">
              <a:buNone/>
            </a:pPr>
            <a:r>
              <a:rPr lang="en-US" b="0" i="0" dirty="0">
                <a:solidFill>
                  <a:srgbClr val="000000"/>
                </a:solidFill>
                <a:effectLst/>
                <a:latin typeface="var(--notebook-cell-output-font-family)"/>
              </a:rPr>
              <a:t>Output:</a:t>
            </a:r>
          </a:p>
          <a:p>
            <a:pPr algn="l">
              <a:buNone/>
            </a:pPr>
            <a:r>
              <a:rPr lang="en-US" b="0" i="0" dirty="0">
                <a:solidFill>
                  <a:srgbClr val="000000"/>
                </a:solidFill>
                <a:effectLst/>
                <a:latin typeface="var(--notebook-cell-output-font-family)"/>
              </a:rPr>
              <a:t>These words are removed from the text: {'during', 'off', 'each', 'own', 'nor', "we've", "you'll", 'ourselves', 'between', 'same', 'such', 'against', 'but', "mustn't", "aren't", "wouldn't", </a:t>
            </a:r>
            <a:br>
              <a:rPr lang="en-US" b="0" i="0" dirty="0">
                <a:solidFill>
                  <a:srgbClr val="000000"/>
                </a:solidFill>
                <a:effectLst/>
                <a:latin typeface="var(--notebook-cell-output-font-family)"/>
              </a:rPr>
            </a:br>
            <a:endParaRPr lang="en-US" dirty="0"/>
          </a:p>
        </p:txBody>
      </p:sp>
    </p:spTree>
    <p:extLst>
      <p:ext uri="{BB962C8B-B14F-4D97-AF65-F5344CB8AC3E}">
        <p14:creationId xmlns:p14="http://schemas.microsoft.com/office/powerpoint/2010/main" val="33516101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FE6DC-F14A-135D-2770-B4C9B064F6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BE917-EDDC-CF40-5295-E6459D450AF1}"/>
              </a:ext>
            </a:extLst>
          </p:cNvPr>
          <p:cNvSpPr>
            <a:spLocks noGrp="1"/>
          </p:cNvSpPr>
          <p:nvPr>
            <p:ph type="title"/>
          </p:nvPr>
        </p:nvSpPr>
        <p:spPr/>
        <p:txBody>
          <a:bodyPr/>
          <a:lstStyle/>
          <a:p>
            <a:r>
              <a:rPr lang="en-US" dirty="0"/>
              <a:t>Stemming and Lemmatization</a:t>
            </a:r>
          </a:p>
        </p:txBody>
      </p:sp>
      <p:sp>
        <p:nvSpPr>
          <p:cNvPr id="3" name="Content Placeholder 2">
            <a:extLst>
              <a:ext uri="{FF2B5EF4-FFF2-40B4-BE49-F238E27FC236}">
                <a16:creationId xmlns:a16="http://schemas.microsoft.com/office/drawing/2014/main" id="{AC179B1D-2E74-63EA-0B58-D09B966076DE}"/>
              </a:ext>
            </a:extLst>
          </p:cNvPr>
          <p:cNvSpPr>
            <a:spLocks noGrp="1"/>
          </p:cNvSpPr>
          <p:nvPr>
            <p:ph idx="1"/>
          </p:nvPr>
        </p:nvSpPr>
        <p:spPr>
          <a:xfrm>
            <a:off x="838200" y="1706007"/>
            <a:ext cx="10515600" cy="1624139"/>
          </a:xfrm>
        </p:spPr>
        <p:txBody>
          <a:bodyPr/>
          <a:lstStyle/>
          <a:p>
            <a:r>
              <a:rPr lang="en-US" dirty="0"/>
              <a:t>Stemming and lemmatization are text normalization techniques used in Natural Language Processing (NLP) to reduce words to their base or root forms. </a:t>
            </a:r>
          </a:p>
          <a:p>
            <a:r>
              <a:rPr lang="en-US" dirty="0"/>
              <a:t>They help in improving search engines, text mining, and language modeling by standardizing words with similar meanings.</a:t>
            </a:r>
          </a:p>
        </p:txBody>
      </p:sp>
      <p:pic>
        <p:nvPicPr>
          <p:cNvPr id="5" name="Picture 4">
            <a:extLst>
              <a:ext uri="{FF2B5EF4-FFF2-40B4-BE49-F238E27FC236}">
                <a16:creationId xmlns:a16="http://schemas.microsoft.com/office/drawing/2014/main" id="{662CCD9F-F91E-63A0-DB12-C0C98E9CC19F}"/>
              </a:ext>
            </a:extLst>
          </p:cNvPr>
          <p:cNvPicPr>
            <a:picLocks noChangeAspect="1"/>
          </p:cNvPicPr>
          <p:nvPr/>
        </p:nvPicPr>
        <p:blipFill>
          <a:blip r:embed="rId2"/>
          <a:stretch>
            <a:fillRect/>
          </a:stretch>
        </p:blipFill>
        <p:spPr>
          <a:xfrm>
            <a:off x="3308893" y="3490422"/>
            <a:ext cx="5574214" cy="3050334"/>
          </a:xfrm>
          <a:prstGeom prst="rect">
            <a:avLst/>
          </a:prstGeom>
        </p:spPr>
      </p:pic>
    </p:spTree>
    <p:extLst>
      <p:ext uri="{BB962C8B-B14F-4D97-AF65-F5344CB8AC3E}">
        <p14:creationId xmlns:p14="http://schemas.microsoft.com/office/powerpoint/2010/main" val="33578276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AF6C5-35EE-DC0E-D007-59491230DB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AD4C6-0555-4622-F18C-68D2874A845E}"/>
              </a:ext>
            </a:extLst>
          </p:cNvPr>
          <p:cNvSpPr>
            <a:spLocks noGrp="1"/>
          </p:cNvSpPr>
          <p:nvPr>
            <p:ph type="title"/>
          </p:nvPr>
        </p:nvSpPr>
        <p:spPr/>
        <p:txBody>
          <a:bodyPr/>
          <a:lstStyle/>
          <a:p>
            <a:r>
              <a:rPr lang="en-US" dirty="0"/>
              <a:t>Stemming</a:t>
            </a:r>
          </a:p>
        </p:txBody>
      </p:sp>
      <p:sp>
        <p:nvSpPr>
          <p:cNvPr id="3" name="Content Placeholder 2">
            <a:extLst>
              <a:ext uri="{FF2B5EF4-FFF2-40B4-BE49-F238E27FC236}">
                <a16:creationId xmlns:a16="http://schemas.microsoft.com/office/drawing/2014/main" id="{12A31F46-3974-4606-C4DF-CECBD7D1F16E}"/>
              </a:ext>
            </a:extLst>
          </p:cNvPr>
          <p:cNvSpPr>
            <a:spLocks noGrp="1"/>
          </p:cNvSpPr>
          <p:nvPr>
            <p:ph idx="1"/>
          </p:nvPr>
        </p:nvSpPr>
        <p:spPr/>
        <p:txBody>
          <a:bodyPr>
            <a:normAutofit/>
          </a:bodyPr>
          <a:lstStyle/>
          <a:p>
            <a:r>
              <a:rPr lang="en-US" dirty="0"/>
              <a:t>Definition: Stemming is a rule-based process that removes prefixes and suffixes (affixes) from a word to obtain its base form, often producing words that may not be actual words.</a:t>
            </a:r>
          </a:p>
          <a:p>
            <a:r>
              <a:rPr lang="en-US" dirty="0"/>
              <a:t>Method: Uses algorithms like Porter Stemmer and Snowball Stemmer.</a:t>
            </a:r>
          </a:p>
          <a:p>
            <a:r>
              <a:rPr lang="en-US" dirty="0"/>
              <a:t>Example:</a:t>
            </a:r>
          </a:p>
          <a:p>
            <a:pPr lvl="1"/>
            <a:r>
              <a:rPr lang="en-US" dirty="0"/>
              <a:t>"Running" → "Run"</a:t>
            </a:r>
          </a:p>
          <a:p>
            <a:pPr lvl="1"/>
            <a:r>
              <a:rPr lang="en-US" dirty="0"/>
              <a:t>"Studies" → "Studi"</a:t>
            </a:r>
          </a:p>
          <a:p>
            <a:pPr lvl="1"/>
            <a:r>
              <a:rPr lang="en-US" dirty="0"/>
              <a:t>"Better" → "Better" (Incorrectly unchanged)</a:t>
            </a:r>
          </a:p>
          <a:p>
            <a:pPr lvl="1"/>
            <a:r>
              <a:rPr lang="en-US" dirty="0"/>
              <a:t>"Caring" → "Car" </a:t>
            </a:r>
          </a:p>
          <a:p>
            <a:r>
              <a:rPr lang="en-US" dirty="0"/>
              <a:t>Limitations:</a:t>
            </a:r>
          </a:p>
          <a:p>
            <a:pPr lvl="1"/>
            <a:r>
              <a:rPr lang="en-US" dirty="0"/>
              <a:t>Often results in words that are not real words ("Studies" → "Studi").</a:t>
            </a:r>
          </a:p>
          <a:p>
            <a:pPr lvl="1"/>
            <a:r>
              <a:rPr lang="en-US" dirty="0"/>
              <a:t>Does not consider the actual meaning of words.</a:t>
            </a:r>
          </a:p>
        </p:txBody>
      </p:sp>
    </p:spTree>
    <p:extLst>
      <p:ext uri="{BB962C8B-B14F-4D97-AF65-F5344CB8AC3E}">
        <p14:creationId xmlns:p14="http://schemas.microsoft.com/office/powerpoint/2010/main" val="33562751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70C5A-0699-77CF-481D-DF078B9D10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72E584-BFDF-DCB0-E436-EF13954327C0}"/>
              </a:ext>
            </a:extLst>
          </p:cNvPr>
          <p:cNvSpPr>
            <a:spLocks noGrp="1"/>
          </p:cNvSpPr>
          <p:nvPr>
            <p:ph type="title"/>
          </p:nvPr>
        </p:nvSpPr>
        <p:spPr/>
        <p:txBody>
          <a:bodyPr/>
          <a:lstStyle/>
          <a:p>
            <a:r>
              <a:rPr lang="en-US" dirty="0"/>
              <a:t>Lemmatization</a:t>
            </a:r>
          </a:p>
        </p:txBody>
      </p:sp>
      <p:sp>
        <p:nvSpPr>
          <p:cNvPr id="3" name="Content Placeholder 2">
            <a:extLst>
              <a:ext uri="{FF2B5EF4-FFF2-40B4-BE49-F238E27FC236}">
                <a16:creationId xmlns:a16="http://schemas.microsoft.com/office/drawing/2014/main" id="{77253A4D-68FE-C3BD-B2D4-06ABB4B11C79}"/>
              </a:ext>
            </a:extLst>
          </p:cNvPr>
          <p:cNvSpPr>
            <a:spLocks noGrp="1"/>
          </p:cNvSpPr>
          <p:nvPr>
            <p:ph idx="1"/>
          </p:nvPr>
        </p:nvSpPr>
        <p:spPr/>
        <p:txBody>
          <a:bodyPr>
            <a:normAutofit fontScale="92500" lnSpcReduction="10000"/>
          </a:bodyPr>
          <a:lstStyle/>
          <a:p>
            <a:r>
              <a:rPr lang="en-US" dirty="0"/>
              <a:t>Definition: Lemmatization is a dictionary-based approach that reduces words to their meaningful root form (lemma), considering the word's context and part of speech.</a:t>
            </a:r>
          </a:p>
          <a:p>
            <a:r>
              <a:rPr lang="en-US" dirty="0"/>
              <a:t>Method: Uses linguistic analysis and dictionaries (like WordNet </a:t>
            </a:r>
            <a:r>
              <a:rPr lang="en-US" dirty="0" err="1"/>
              <a:t>Lemmatizer</a:t>
            </a:r>
            <a:r>
              <a:rPr lang="en-US" dirty="0"/>
              <a:t>).</a:t>
            </a:r>
          </a:p>
          <a:p>
            <a:r>
              <a:rPr lang="en-US" dirty="0"/>
              <a:t>Example:</a:t>
            </a:r>
          </a:p>
          <a:p>
            <a:pPr lvl="1"/>
            <a:r>
              <a:rPr lang="en-US" dirty="0"/>
              <a:t>"Running" → "Run"</a:t>
            </a:r>
          </a:p>
          <a:p>
            <a:pPr lvl="1"/>
            <a:r>
              <a:rPr lang="en-US" dirty="0"/>
              <a:t>"Studies" → "Study"</a:t>
            </a:r>
          </a:p>
          <a:p>
            <a:pPr lvl="1"/>
            <a:r>
              <a:rPr lang="en-US" dirty="0"/>
              <a:t>"Better" → "Good" (Correct Lemma)</a:t>
            </a:r>
          </a:p>
          <a:p>
            <a:pPr lvl="1"/>
            <a:r>
              <a:rPr lang="en-US" dirty="0"/>
              <a:t>"Caring" → "Care"  </a:t>
            </a:r>
          </a:p>
          <a:p>
            <a:r>
              <a:rPr lang="en-US" dirty="0"/>
              <a:t>Advantages:</a:t>
            </a:r>
          </a:p>
          <a:p>
            <a:pPr lvl="1"/>
            <a:r>
              <a:rPr lang="en-US" dirty="0"/>
              <a:t>More accurate than stemming.</a:t>
            </a:r>
          </a:p>
          <a:p>
            <a:pPr lvl="1"/>
            <a:r>
              <a:rPr lang="en-US" dirty="0"/>
              <a:t>Produces real words with proper meanings.</a:t>
            </a:r>
          </a:p>
          <a:p>
            <a:r>
              <a:rPr lang="en-US" dirty="0"/>
              <a:t>Use Cases:  </a:t>
            </a:r>
          </a:p>
          <a:p>
            <a:pPr lvl="1"/>
            <a:r>
              <a:rPr lang="en-US" dirty="0"/>
              <a:t>Stemming is useful when speed is more important than accuracy (e.g., search engines).  </a:t>
            </a:r>
          </a:p>
          <a:p>
            <a:pPr lvl="1"/>
            <a:r>
              <a:rPr lang="en-US" dirty="0"/>
              <a:t>Lemmatization is better for semantic analysis where meaning matters (e.g., AI chatbots, NLP applications).</a:t>
            </a:r>
          </a:p>
          <a:p>
            <a:pPr lvl="1"/>
            <a:endParaRPr lang="en-US" dirty="0"/>
          </a:p>
        </p:txBody>
      </p:sp>
    </p:spTree>
    <p:extLst>
      <p:ext uri="{BB962C8B-B14F-4D97-AF65-F5344CB8AC3E}">
        <p14:creationId xmlns:p14="http://schemas.microsoft.com/office/powerpoint/2010/main" val="6268114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6527B-DF57-0CCE-5F45-1882FA09FD0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D5706353-12D3-6E82-C709-F6F9EA9D7B29}"/>
              </a:ext>
            </a:extLst>
          </p:cNvPr>
          <p:cNvSpPr txBox="1"/>
          <p:nvPr/>
        </p:nvSpPr>
        <p:spPr>
          <a:xfrm>
            <a:off x="838200" y="1239967"/>
            <a:ext cx="10454640" cy="1184042"/>
          </a:xfrm>
          <a:prstGeom prst="rect">
            <a:avLst/>
          </a:prstGeom>
          <a:noFill/>
        </p:spPr>
        <p:txBody>
          <a:bodyPr wrap="square">
            <a:spAutoFit/>
          </a:bodyPr>
          <a:lstStyle/>
          <a:p>
            <a:pPr>
              <a:lnSpc>
                <a:spcPts val="1425"/>
              </a:lnSpc>
              <a:buNone/>
            </a:pPr>
            <a:r>
              <a:rPr lang="nb-NO" b="0" dirty="0">
                <a:solidFill>
                  <a:srgbClr val="0000FF"/>
                </a:solidFill>
                <a:effectLst/>
                <a:latin typeface="Consolas" panose="020B0609020204030204" pitchFamily="49" charset="0"/>
              </a:rPr>
              <a:t>from</a:t>
            </a:r>
            <a:r>
              <a:rPr lang="nb-NO" b="0" dirty="0">
                <a:solidFill>
                  <a:srgbClr val="000000"/>
                </a:solidFill>
                <a:effectLst/>
                <a:latin typeface="Consolas" panose="020B0609020204030204" pitchFamily="49" charset="0"/>
              </a:rPr>
              <a:t> nltk.stem </a:t>
            </a:r>
            <a:r>
              <a:rPr lang="nb-NO" b="0" dirty="0">
                <a:solidFill>
                  <a:srgbClr val="0000FF"/>
                </a:solidFill>
                <a:effectLst/>
                <a:latin typeface="Consolas" panose="020B0609020204030204" pitchFamily="49" charset="0"/>
              </a:rPr>
              <a:t>import</a:t>
            </a:r>
            <a:r>
              <a:rPr lang="nb-NO" b="0" dirty="0">
                <a:solidFill>
                  <a:srgbClr val="000000"/>
                </a:solidFill>
                <a:effectLst/>
                <a:latin typeface="Consolas" panose="020B0609020204030204" pitchFamily="49" charset="0"/>
              </a:rPr>
              <a:t> PorterStemmer</a:t>
            </a:r>
          </a:p>
          <a:p>
            <a:pPr>
              <a:lnSpc>
                <a:spcPts val="1425"/>
              </a:lnSpc>
              <a:buNone/>
            </a:pPr>
            <a:br>
              <a:rPr lang="nb-NO" b="0" dirty="0">
                <a:solidFill>
                  <a:srgbClr val="000000"/>
                </a:solidFill>
                <a:effectLst/>
                <a:latin typeface="Consolas" panose="020B0609020204030204" pitchFamily="49" charset="0"/>
              </a:rPr>
            </a:br>
            <a:r>
              <a:rPr lang="nb-NO" b="0" dirty="0">
                <a:solidFill>
                  <a:srgbClr val="000000"/>
                </a:solidFill>
                <a:effectLst/>
                <a:latin typeface="Consolas" panose="020B0609020204030204" pitchFamily="49" charset="0"/>
              </a:rPr>
              <a:t>stemmer = PorterStemmer()</a:t>
            </a:r>
          </a:p>
          <a:p>
            <a:pPr>
              <a:lnSpc>
                <a:spcPts val="1425"/>
              </a:lnSpc>
              <a:buNone/>
            </a:pPr>
            <a:r>
              <a:rPr lang="nb-NO" b="0" dirty="0">
                <a:solidFill>
                  <a:srgbClr val="000000"/>
                </a:solidFill>
                <a:effectLst/>
                <a:latin typeface="Consolas" panose="020B0609020204030204" pitchFamily="49" charset="0"/>
              </a:rPr>
              <a:t>stemmed_tokens = [stemmer.stem(token) </a:t>
            </a:r>
            <a:r>
              <a:rPr lang="nb-NO" b="0" dirty="0">
                <a:solidFill>
                  <a:srgbClr val="0000FF"/>
                </a:solidFill>
                <a:effectLst/>
                <a:latin typeface="Consolas" panose="020B0609020204030204" pitchFamily="49" charset="0"/>
              </a:rPr>
              <a:t>for</a:t>
            </a:r>
            <a:r>
              <a:rPr lang="nb-NO" b="0" dirty="0">
                <a:solidFill>
                  <a:srgbClr val="000000"/>
                </a:solidFill>
                <a:effectLst/>
                <a:latin typeface="Consolas" panose="020B0609020204030204" pitchFamily="49" charset="0"/>
              </a:rPr>
              <a:t> token </a:t>
            </a:r>
            <a:r>
              <a:rPr lang="nb-NO" b="0" dirty="0">
                <a:solidFill>
                  <a:srgbClr val="0000FF"/>
                </a:solidFill>
                <a:effectLst/>
                <a:latin typeface="Consolas" panose="020B0609020204030204" pitchFamily="49" charset="0"/>
              </a:rPr>
              <a:t>in</a:t>
            </a:r>
            <a:r>
              <a:rPr lang="nb-NO" b="0" dirty="0">
                <a:solidFill>
                  <a:srgbClr val="000000"/>
                </a:solidFill>
                <a:effectLst/>
                <a:latin typeface="Consolas" panose="020B0609020204030204" pitchFamily="49" charset="0"/>
              </a:rPr>
              <a:t> filtered_tokens]</a:t>
            </a:r>
          </a:p>
          <a:p>
            <a:pPr>
              <a:lnSpc>
                <a:spcPts val="1425"/>
              </a:lnSpc>
            </a:pPr>
            <a:br>
              <a:rPr lang="nb-NO" b="0" dirty="0">
                <a:solidFill>
                  <a:srgbClr val="000000"/>
                </a:solidFill>
                <a:effectLst/>
                <a:latin typeface="Consolas" panose="020B0609020204030204" pitchFamily="49" charset="0"/>
              </a:rPr>
            </a:br>
            <a:r>
              <a:rPr lang="nb-NO" b="0" dirty="0">
                <a:solidFill>
                  <a:srgbClr val="000000"/>
                </a:solidFill>
                <a:effectLst/>
                <a:latin typeface="Consolas" panose="020B0609020204030204" pitchFamily="49" charset="0"/>
              </a:rPr>
              <a:t>print(stemmed_tokens)</a:t>
            </a:r>
          </a:p>
        </p:txBody>
      </p:sp>
      <p:sp>
        <p:nvSpPr>
          <p:cNvPr id="7" name="TextBox 6">
            <a:extLst>
              <a:ext uri="{FF2B5EF4-FFF2-40B4-BE49-F238E27FC236}">
                <a16:creationId xmlns:a16="http://schemas.microsoft.com/office/drawing/2014/main" id="{D235BB42-7EA4-B34D-96F0-1B2C1AB2AA74}"/>
              </a:ext>
            </a:extLst>
          </p:cNvPr>
          <p:cNvSpPr txBox="1"/>
          <p:nvPr/>
        </p:nvSpPr>
        <p:spPr>
          <a:xfrm>
            <a:off x="838200" y="4149957"/>
            <a:ext cx="10637520" cy="1543115"/>
          </a:xfrm>
          <a:prstGeom prst="rect">
            <a:avLst/>
          </a:prstGeom>
          <a:noFill/>
        </p:spPr>
        <p:txBody>
          <a:bodyPr wrap="square">
            <a:spAutoFit/>
          </a:bodyPr>
          <a:lstStyle/>
          <a:p>
            <a:pPr>
              <a:lnSpc>
                <a:spcPts val="1425"/>
              </a:lnSpc>
              <a:buNone/>
            </a:pPr>
            <a:r>
              <a:rPr lang="en-US" b="0" dirty="0">
                <a:solidFill>
                  <a:srgbClr val="008000"/>
                </a:solidFill>
                <a:effectLst/>
                <a:latin typeface="Consolas" panose="020B0609020204030204" pitchFamily="49" charset="0"/>
              </a:rPr>
              <a:t>#nltk.download('wordnet')</a:t>
            </a:r>
            <a:endParaRPr lang="en-US" b="0" dirty="0">
              <a:solidFill>
                <a:srgbClr val="000000"/>
              </a:solidFill>
              <a:effectLst/>
              <a:latin typeface="Consolas" panose="020B0609020204030204" pitchFamily="49" charset="0"/>
            </a:endParaRPr>
          </a:p>
          <a:p>
            <a:pPr>
              <a:lnSpc>
                <a:spcPts val="1425"/>
              </a:lnSpc>
              <a:buNone/>
            </a:pP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nltk.stem</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WordNetLemmatizer</a:t>
            </a:r>
            <a:endParaRPr lang="en-US" b="0" dirty="0">
              <a:solidFill>
                <a:srgbClr val="000000"/>
              </a:solidFill>
              <a:effectLst/>
              <a:latin typeface="Consolas" panose="020B0609020204030204" pitchFamily="49" charset="0"/>
            </a:endParaRPr>
          </a:p>
          <a:p>
            <a:pPr>
              <a:lnSpc>
                <a:spcPts val="1425"/>
              </a:lnSpc>
              <a:buNone/>
            </a:pPr>
            <a:br>
              <a:rPr lang="en-US" b="0" dirty="0">
                <a:solidFill>
                  <a:srgbClr val="000000"/>
                </a:solidFill>
                <a:effectLst/>
                <a:latin typeface="Consolas" panose="020B0609020204030204" pitchFamily="49" charset="0"/>
              </a:rPr>
            </a:br>
            <a:r>
              <a:rPr lang="en-US" b="0" dirty="0" err="1">
                <a:solidFill>
                  <a:srgbClr val="000000"/>
                </a:solidFill>
                <a:effectLst/>
                <a:latin typeface="Consolas" panose="020B0609020204030204" pitchFamily="49" charset="0"/>
              </a:rPr>
              <a:t>lemmatizer</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WordNetLemmatizer</a:t>
            </a:r>
            <a:r>
              <a:rPr lang="en-US" b="0" dirty="0">
                <a:solidFill>
                  <a:srgbClr val="000000"/>
                </a:solidFill>
                <a:effectLst/>
                <a:latin typeface="Consolas" panose="020B0609020204030204" pitchFamily="49" charset="0"/>
              </a:rPr>
              <a:t>()</a:t>
            </a:r>
          </a:p>
          <a:p>
            <a:pPr>
              <a:lnSpc>
                <a:spcPts val="1425"/>
              </a:lnSpc>
              <a:buNone/>
            </a:pPr>
            <a:r>
              <a:rPr lang="en-US" b="0" dirty="0" err="1">
                <a:solidFill>
                  <a:srgbClr val="000000"/>
                </a:solidFill>
                <a:effectLst/>
                <a:latin typeface="Consolas" panose="020B0609020204030204" pitchFamily="49" charset="0"/>
              </a:rPr>
              <a:t>lemmatized_tokens</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lemmatizer.lemmatize</a:t>
            </a:r>
            <a:r>
              <a:rPr lang="en-US" b="0" dirty="0">
                <a:solidFill>
                  <a:srgbClr val="000000"/>
                </a:solidFill>
                <a:effectLst/>
                <a:latin typeface="Consolas" panose="020B0609020204030204" pitchFamily="49" charset="0"/>
              </a:rPr>
              <a:t>(token)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token </a:t>
            </a:r>
            <a:r>
              <a:rPr lang="en-US" b="0" dirty="0">
                <a:solidFill>
                  <a:srgbClr val="0000FF"/>
                </a:solidFill>
                <a:effectLst/>
                <a:latin typeface="Consolas" panose="020B0609020204030204" pitchFamily="49" charset="0"/>
              </a:rPr>
              <a:t>in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filtered_tokens</a:t>
            </a:r>
            <a:r>
              <a:rPr lang="en-US" b="0" dirty="0">
                <a:solidFill>
                  <a:srgbClr val="000000"/>
                </a:solidFill>
                <a:effectLst/>
                <a:latin typeface="Consolas" panose="020B0609020204030204" pitchFamily="49" charset="0"/>
              </a:rPr>
              <a:t>]</a:t>
            </a:r>
          </a:p>
          <a:p>
            <a:pPr>
              <a:lnSpc>
                <a:spcPts val="1425"/>
              </a:lnSpc>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lemmatized_tokens</a:t>
            </a:r>
            <a:r>
              <a:rPr lang="en-US" b="0" dirty="0">
                <a:solidFill>
                  <a:srgbClr val="000000"/>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FB510071-0488-E5B2-7480-5D6BE0C0FEB8}"/>
              </a:ext>
            </a:extLst>
          </p:cNvPr>
          <p:cNvSpPr txBox="1"/>
          <p:nvPr/>
        </p:nvSpPr>
        <p:spPr>
          <a:xfrm>
            <a:off x="838200" y="763834"/>
            <a:ext cx="10017034" cy="286360"/>
          </a:xfrm>
          <a:prstGeom prst="rect">
            <a:avLst/>
          </a:prstGeom>
          <a:noFill/>
        </p:spPr>
        <p:txBody>
          <a:bodyPr wrap="square">
            <a:spAutoFit/>
          </a:bodyPr>
          <a:lstStyle/>
          <a:p>
            <a:pPr>
              <a:lnSpc>
                <a:spcPts val="1425"/>
              </a:lnSpc>
              <a:buNone/>
            </a:pPr>
            <a:r>
              <a:rPr lang="nb-NO" b="0" dirty="0">
                <a:effectLst/>
                <a:latin typeface="+mj-lt"/>
              </a:rPr>
              <a:t>Stemming Example</a:t>
            </a:r>
          </a:p>
        </p:txBody>
      </p:sp>
      <p:sp>
        <p:nvSpPr>
          <p:cNvPr id="9" name="TextBox 8">
            <a:extLst>
              <a:ext uri="{FF2B5EF4-FFF2-40B4-BE49-F238E27FC236}">
                <a16:creationId xmlns:a16="http://schemas.microsoft.com/office/drawing/2014/main" id="{75B9AF69-3646-8E91-9453-C8E6CB2B3637}"/>
              </a:ext>
            </a:extLst>
          </p:cNvPr>
          <p:cNvSpPr txBox="1"/>
          <p:nvPr/>
        </p:nvSpPr>
        <p:spPr>
          <a:xfrm>
            <a:off x="838200" y="3429000"/>
            <a:ext cx="10017034" cy="286360"/>
          </a:xfrm>
          <a:prstGeom prst="rect">
            <a:avLst/>
          </a:prstGeom>
          <a:noFill/>
        </p:spPr>
        <p:txBody>
          <a:bodyPr wrap="square">
            <a:spAutoFit/>
          </a:bodyPr>
          <a:lstStyle/>
          <a:p>
            <a:pPr>
              <a:lnSpc>
                <a:spcPts val="1425"/>
              </a:lnSpc>
              <a:buNone/>
            </a:pPr>
            <a:r>
              <a:rPr lang="nb-NO" b="0" dirty="0">
                <a:effectLst/>
                <a:latin typeface="+mj-lt"/>
              </a:rPr>
              <a:t>Lemmatizing Example</a:t>
            </a:r>
          </a:p>
        </p:txBody>
      </p:sp>
    </p:spTree>
    <p:extLst>
      <p:ext uri="{BB962C8B-B14F-4D97-AF65-F5344CB8AC3E}">
        <p14:creationId xmlns:p14="http://schemas.microsoft.com/office/powerpoint/2010/main" val="5146836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7C57B6-3E6E-4198-898B-15902BBEF30D}"/>
              </a:ext>
            </a:extLst>
          </p:cNvPr>
          <p:cNvSpPr>
            <a:spLocks noGrp="1"/>
          </p:cNvSpPr>
          <p:nvPr>
            <p:ph type="title"/>
          </p:nvPr>
        </p:nvSpPr>
        <p:spPr/>
        <p:txBody>
          <a:bodyPr/>
          <a:lstStyle/>
          <a:p>
            <a:r>
              <a:rPr lang="en-US" dirty="0"/>
              <a:t>Representing Text – Converting Text into Numbers</a:t>
            </a:r>
          </a:p>
        </p:txBody>
      </p:sp>
      <p:sp>
        <p:nvSpPr>
          <p:cNvPr id="3" name="Content Placeholder 2">
            <a:extLst>
              <a:ext uri="{FF2B5EF4-FFF2-40B4-BE49-F238E27FC236}">
                <a16:creationId xmlns:a16="http://schemas.microsoft.com/office/drawing/2014/main" id="{FB5E93FF-24A9-43C1-B819-289CE164A1E4}"/>
              </a:ext>
            </a:extLst>
          </p:cNvPr>
          <p:cNvSpPr>
            <a:spLocks noGrp="1"/>
          </p:cNvSpPr>
          <p:nvPr>
            <p:ph idx="1"/>
          </p:nvPr>
        </p:nvSpPr>
        <p:spPr/>
        <p:txBody>
          <a:bodyPr/>
          <a:lstStyle/>
          <a:p>
            <a:pPr marL="457200" indent="-457200">
              <a:buFont typeface="+mj-lt"/>
              <a:buAutoNum type="arabicPeriod"/>
            </a:pPr>
            <a:r>
              <a:rPr lang="en-US" dirty="0"/>
              <a:t>Bag of Words Method.</a:t>
            </a:r>
          </a:p>
          <a:p>
            <a:pPr marL="457200" indent="-457200">
              <a:buFont typeface="+mj-lt"/>
              <a:buAutoNum type="arabicPeriod"/>
            </a:pPr>
            <a:r>
              <a:rPr lang="en-US" dirty="0"/>
              <a:t>TF-IDF (Term Frequency-Inverse Document Frequency)</a:t>
            </a:r>
          </a:p>
          <a:p>
            <a:endParaRPr lang="en-US" dirty="0"/>
          </a:p>
        </p:txBody>
      </p:sp>
    </p:spTree>
    <p:extLst>
      <p:ext uri="{BB962C8B-B14F-4D97-AF65-F5344CB8AC3E}">
        <p14:creationId xmlns:p14="http://schemas.microsoft.com/office/powerpoint/2010/main" val="32398496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25A1EB7-D40C-B625-AFB4-8394BE551BEA}"/>
              </a:ext>
            </a:extLst>
          </p:cNvPr>
          <p:cNvSpPr>
            <a:spLocks noGrp="1"/>
          </p:cNvSpPr>
          <p:nvPr>
            <p:ph type="title"/>
          </p:nvPr>
        </p:nvSpPr>
        <p:spPr/>
        <p:txBody>
          <a:bodyPr>
            <a:normAutofit/>
          </a:bodyPr>
          <a:lstStyle/>
          <a:p>
            <a:r>
              <a:rPr lang="en-US" dirty="0"/>
              <a:t>Representing Text - Bag of Words (</a:t>
            </a:r>
            <a:r>
              <a:rPr lang="en-US" dirty="0" err="1"/>
              <a:t>BoW</a:t>
            </a:r>
            <a:r>
              <a:rPr lang="en-US" dirty="0"/>
              <a:t>)</a:t>
            </a:r>
          </a:p>
        </p:txBody>
      </p:sp>
      <p:sp>
        <p:nvSpPr>
          <p:cNvPr id="5" name="Content Placeholder 4">
            <a:extLst>
              <a:ext uri="{FF2B5EF4-FFF2-40B4-BE49-F238E27FC236}">
                <a16:creationId xmlns:a16="http://schemas.microsoft.com/office/drawing/2014/main" id="{2FB81DB4-B6A3-092F-D836-C7A4C6021F60}"/>
              </a:ext>
            </a:extLst>
          </p:cNvPr>
          <p:cNvSpPr>
            <a:spLocks noGrp="1"/>
          </p:cNvSpPr>
          <p:nvPr>
            <p:ph idx="1"/>
          </p:nvPr>
        </p:nvSpPr>
        <p:spPr/>
        <p:txBody>
          <a:bodyPr>
            <a:normAutofit fontScale="92500"/>
          </a:bodyPr>
          <a:lstStyle/>
          <a:p>
            <a:pPr marL="0" indent="0">
              <a:buNone/>
            </a:pPr>
            <a:r>
              <a:rPr lang="en-US" dirty="0"/>
              <a:t>Bag of Words is a fundamental technique in Natural Language Processing (NLP) that represents text as a collection of word frequencies, disregarding grammar and word order.</a:t>
            </a:r>
          </a:p>
          <a:p>
            <a:pPr marL="0" indent="0">
              <a:buNone/>
            </a:pPr>
            <a:r>
              <a:rPr lang="en-US" b="1" dirty="0"/>
              <a:t>Core Concept</a:t>
            </a:r>
          </a:p>
          <a:p>
            <a:r>
              <a:rPr lang="en-US" dirty="0"/>
              <a:t>The Bag of Words model converts text documents into numerical feature vectors by:</a:t>
            </a:r>
          </a:p>
          <a:p>
            <a:pPr lvl="1"/>
            <a:r>
              <a:rPr lang="en-US" dirty="0"/>
              <a:t>Creating a vocabulary of all unique words in the corpus</a:t>
            </a:r>
          </a:p>
          <a:p>
            <a:pPr lvl="1"/>
            <a:r>
              <a:rPr lang="en-US" dirty="0"/>
              <a:t>For each document, counting how many times each vocabulary word appears</a:t>
            </a:r>
          </a:p>
          <a:p>
            <a:r>
              <a:rPr lang="en-US" dirty="0"/>
              <a:t>Simple Example:</a:t>
            </a:r>
          </a:p>
          <a:p>
            <a:pPr lvl="1"/>
            <a:r>
              <a:rPr lang="en-US" dirty="0"/>
              <a:t>Consider these two short sentences:</a:t>
            </a:r>
          </a:p>
          <a:p>
            <a:pPr lvl="2"/>
            <a:r>
              <a:rPr lang="en-US" dirty="0"/>
              <a:t>"I love natural language processing“</a:t>
            </a:r>
          </a:p>
          <a:p>
            <a:pPr lvl="2"/>
            <a:r>
              <a:rPr lang="en-US" dirty="0"/>
              <a:t>"Processing natural language is fun“</a:t>
            </a:r>
          </a:p>
          <a:p>
            <a:pPr lvl="1"/>
            <a:r>
              <a:rPr lang="en-US" dirty="0"/>
              <a:t>The vocabulary would be: </a:t>
            </a:r>
          </a:p>
          <a:p>
            <a:pPr lvl="2"/>
            <a:r>
              <a:rPr lang="en-US" dirty="0"/>
              <a:t>{"I", "love", "natural", "language", "processing", "is", "fun"}</a:t>
            </a:r>
          </a:p>
          <a:p>
            <a:pPr lvl="2"/>
            <a:r>
              <a:rPr lang="en-US" dirty="0"/>
              <a:t>Document 1 vector: [1, 1, 1, 1, 1, 0, 0]</a:t>
            </a:r>
          </a:p>
          <a:p>
            <a:pPr lvl="2"/>
            <a:r>
              <a:rPr lang="en-US" dirty="0"/>
              <a:t>Document 2 vector: [0, 0, 1, 1, 1, 1, 1]</a:t>
            </a:r>
          </a:p>
        </p:txBody>
      </p:sp>
    </p:spTree>
    <p:extLst>
      <p:ext uri="{BB962C8B-B14F-4D97-AF65-F5344CB8AC3E}">
        <p14:creationId xmlns:p14="http://schemas.microsoft.com/office/powerpoint/2010/main" val="27115069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979533-AF66-32BF-1409-FEBD4F130E13}"/>
              </a:ext>
            </a:extLst>
          </p:cNvPr>
          <p:cNvSpPr>
            <a:spLocks noGrp="1"/>
          </p:cNvSpPr>
          <p:nvPr>
            <p:ph type="title"/>
          </p:nvPr>
        </p:nvSpPr>
        <p:spPr/>
        <p:txBody>
          <a:bodyPr/>
          <a:lstStyle/>
          <a:p>
            <a:r>
              <a:rPr lang="en-US" dirty="0"/>
              <a:t>Representing Text - Bag of Words (</a:t>
            </a:r>
            <a:r>
              <a:rPr lang="en-US" dirty="0" err="1"/>
              <a:t>BoW</a:t>
            </a:r>
            <a:r>
              <a:rPr lang="en-US" dirty="0"/>
              <a:t>)</a:t>
            </a:r>
          </a:p>
        </p:txBody>
      </p:sp>
      <p:sp>
        <p:nvSpPr>
          <p:cNvPr id="3" name="Content Placeholder 2">
            <a:extLst>
              <a:ext uri="{FF2B5EF4-FFF2-40B4-BE49-F238E27FC236}">
                <a16:creationId xmlns:a16="http://schemas.microsoft.com/office/drawing/2014/main" id="{EE8383E5-A059-19BE-F4A5-3112E96BD82B}"/>
              </a:ext>
            </a:extLst>
          </p:cNvPr>
          <p:cNvSpPr>
            <a:spLocks noGrp="1"/>
          </p:cNvSpPr>
          <p:nvPr>
            <p:ph idx="1"/>
          </p:nvPr>
        </p:nvSpPr>
        <p:spPr/>
        <p:txBody>
          <a:bodyPr>
            <a:normAutofit fontScale="77500" lnSpcReduction="20000"/>
          </a:bodyPr>
          <a:lstStyle/>
          <a:p>
            <a:pPr>
              <a:buNone/>
            </a:pPr>
            <a:r>
              <a:rPr lang="en-US" b="1" dirty="0"/>
              <a:t>Applications</a:t>
            </a:r>
          </a:p>
          <a:p>
            <a:pPr>
              <a:buNone/>
            </a:pPr>
            <a:r>
              <a:rPr lang="en-US" dirty="0"/>
              <a:t>BOW is commonly used in:</a:t>
            </a:r>
          </a:p>
          <a:p>
            <a:pPr>
              <a:buFont typeface="Arial" panose="020B0604020202020204" pitchFamily="34" charset="0"/>
              <a:buChar char="•"/>
            </a:pPr>
            <a:r>
              <a:rPr lang="en-US" dirty="0"/>
              <a:t>Text classification (spam detection, sentiment analysis)</a:t>
            </a:r>
          </a:p>
          <a:p>
            <a:pPr>
              <a:buFont typeface="Arial" panose="020B0604020202020204" pitchFamily="34" charset="0"/>
              <a:buChar char="•"/>
            </a:pPr>
            <a:r>
              <a:rPr lang="en-US" dirty="0"/>
              <a:t>Document clustering</a:t>
            </a:r>
          </a:p>
          <a:p>
            <a:pPr>
              <a:buFont typeface="Arial" panose="020B0604020202020204" pitchFamily="34" charset="0"/>
              <a:buChar char="•"/>
            </a:pPr>
            <a:r>
              <a:rPr lang="en-US" dirty="0"/>
              <a:t>Information retrieval</a:t>
            </a:r>
          </a:p>
          <a:p>
            <a:pPr>
              <a:buFont typeface="Arial" panose="020B0604020202020204" pitchFamily="34" charset="0"/>
              <a:buChar char="•"/>
            </a:pPr>
            <a:r>
              <a:rPr lang="en-US" dirty="0"/>
              <a:t>Topic modeling</a:t>
            </a:r>
          </a:p>
          <a:p>
            <a:pPr>
              <a:buNone/>
            </a:pPr>
            <a:r>
              <a:rPr lang="en-US" b="1" dirty="0"/>
              <a:t>Advantages</a:t>
            </a:r>
          </a:p>
          <a:p>
            <a:pPr>
              <a:buFont typeface="Arial" panose="020B0604020202020204" pitchFamily="34" charset="0"/>
              <a:buChar char="•"/>
            </a:pPr>
            <a:r>
              <a:rPr lang="en-US" dirty="0"/>
              <a:t>Simple to understand and implement</a:t>
            </a:r>
          </a:p>
          <a:p>
            <a:pPr>
              <a:buFont typeface="Arial" panose="020B0604020202020204" pitchFamily="34" charset="0"/>
              <a:buChar char="•"/>
            </a:pPr>
            <a:r>
              <a:rPr lang="en-US" dirty="0"/>
              <a:t>Computationally efficient</a:t>
            </a:r>
          </a:p>
          <a:p>
            <a:pPr>
              <a:buFont typeface="Arial" panose="020B0604020202020204" pitchFamily="34" charset="0"/>
              <a:buChar char="•"/>
            </a:pPr>
            <a:r>
              <a:rPr lang="en-US" dirty="0"/>
              <a:t>Effective for many basic NLP tasks</a:t>
            </a:r>
          </a:p>
          <a:p>
            <a:pPr>
              <a:buNone/>
            </a:pPr>
            <a:r>
              <a:rPr lang="en-US" b="1" dirty="0"/>
              <a:t>Limitations</a:t>
            </a:r>
          </a:p>
          <a:p>
            <a:pPr>
              <a:buFont typeface="Arial" panose="020B0604020202020204" pitchFamily="34" charset="0"/>
              <a:buChar char="•"/>
            </a:pPr>
            <a:r>
              <a:rPr lang="en-US" dirty="0"/>
              <a:t>Loses word order information</a:t>
            </a:r>
          </a:p>
          <a:p>
            <a:pPr>
              <a:buFont typeface="Arial" panose="020B0604020202020204" pitchFamily="34" charset="0"/>
              <a:buChar char="•"/>
            </a:pPr>
            <a:r>
              <a:rPr lang="en-US" dirty="0"/>
              <a:t>Ignores semantics and context</a:t>
            </a:r>
          </a:p>
          <a:p>
            <a:pPr>
              <a:buFont typeface="Arial" panose="020B0604020202020204" pitchFamily="34" charset="0"/>
              <a:buChar char="•"/>
            </a:pPr>
            <a:r>
              <a:rPr lang="en-US" dirty="0"/>
              <a:t>Creates high-dimensional, sparse vectors</a:t>
            </a:r>
          </a:p>
          <a:p>
            <a:pPr>
              <a:buFont typeface="Arial" panose="020B0604020202020204" pitchFamily="34" charset="0"/>
              <a:buChar char="•"/>
            </a:pPr>
            <a:r>
              <a:rPr lang="en-US" dirty="0"/>
              <a:t>Struggles with out-of-vocabulary words</a:t>
            </a:r>
          </a:p>
          <a:p>
            <a:endParaRPr lang="en-US" dirty="0"/>
          </a:p>
        </p:txBody>
      </p:sp>
    </p:spTree>
    <p:extLst>
      <p:ext uri="{BB962C8B-B14F-4D97-AF65-F5344CB8AC3E}">
        <p14:creationId xmlns:p14="http://schemas.microsoft.com/office/powerpoint/2010/main" val="1682416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430022-9432-9912-94BC-5702795E0A3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E06737A-DE4A-EA9B-F4E7-17C4DD7C966B}"/>
              </a:ext>
            </a:extLst>
          </p:cNvPr>
          <p:cNvSpPr>
            <a:spLocks noGrp="1"/>
          </p:cNvSpPr>
          <p:nvPr>
            <p:ph type="title"/>
          </p:nvPr>
        </p:nvSpPr>
        <p:spPr/>
        <p:txBody>
          <a:bodyPr/>
          <a:lstStyle/>
          <a:p>
            <a:r>
              <a:rPr lang="en-US" dirty="0" err="1"/>
              <a:t>BoW</a:t>
            </a:r>
            <a:r>
              <a:rPr lang="en-US" dirty="0"/>
              <a:t> Example</a:t>
            </a:r>
          </a:p>
        </p:txBody>
      </p:sp>
      <p:sp>
        <p:nvSpPr>
          <p:cNvPr id="5" name="Content Placeholder 4">
            <a:extLst>
              <a:ext uri="{FF2B5EF4-FFF2-40B4-BE49-F238E27FC236}">
                <a16:creationId xmlns:a16="http://schemas.microsoft.com/office/drawing/2014/main" id="{B3E2DD2C-FC6F-5E35-7761-75734B27494E}"/>
              </a:ext>
            </a:extLst>
          </p:cNvPr>
          <p:cNvSpPr>
            <a:spLocks noGrp="1"/>
          </p:cNvSpPr>
          <p:nvPr>
            <p:ph idx="1"/>
          </p:nvPr>
        </p:nvSpPr>
        <p:spPr>
          <a:xfrm>
            <a:off x="838200" y="1706007"/>
            <a:ext cx="10515600" cy="323059"/>
          </a:xfrm>
        </p:spPr>
        <p:txBody>
          <a:bodyPr>
            <a:normAutofit fontScale="85000" lnSpcReduction="20000"/>
          </a:bodyPr>
          <a:lstStyle/>
          <a:p>
            <a:endParaRPr lang="en-US" dirty="0"/>
          </a:p>
        </p:txBody>
      </p:sp>
      <p:sp>
        <p:nvSpPr>
          <p:cNvPr id="3" name="TextBox 2">
            <a:extLst>
              <a:ext uri="{FF2B5EF4-FFF2-40B4-BE49-F238E27FC236}">
                <a16:creationId xmlns:a16="http://schemas.microsoft.com/office/drawing/2014/main" id="{1AF4753F-59A7-EED5-D386-B6A6DB20562D}"/>
              </a:ext>
            </a:extLst>
          </p:cNvPr>
          <p:cNvSpPr txBox="1"/>
          <p:nvPr/>
        </p:nvSpPr>
        <p:spPr>
          <a:xfrm>
            <a:off x="838199" y="2094073"/>
            <a:ext cx="9687742" cy="2440796"/>
          </a:xfrm>
          <a:prstGeom prst="rect">
            <a:avLst/>
          </a:prstGeom>
          <a:noFill/>
        </p:spPr>
        <p:txBody>
          <a:bodyPr wrap="square">
            <a:spAutoFit/>
          </a:bodyPr>
          <a:lstStyle/>
          <a:p>
            <a:pPr>
              <a:lnSpc>
                <a:spcPts val="1425"/>
              </a:lnSpc>
              <a:buNone/>
            </a:pP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sklearn.feature_extraction.text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CountVectorizer</a:t>
            </a:r>
            <a:endParaRPr lang="en-US" b="0" dirty="0">
              <a:solidFill>
                <a:srgbClr val="000000"/>
              </a:solidFill>
              <a:effectLst/>
              <a:latin typeface="Consolas" panose="020B0609020204030204" pitchFamily="49" charset="0"/>
            </a:endParaRPr>
          </a:p>
          <a:p>
            <a:pPr>
              <a:lnSpc>
                <a:spcPts val="1425"/>
              </a:lnSpc>
              <a:buNone/>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corpus = [</a:t>
            </a:r>
          </a:p>
          <a:p>
            <a:pPr>
              <a:lnSpc>
                <a:spcPts val="1425"/>
              </a:lnSpc>
              <a:buNone/>
            </a:pP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"Large language models revolutionize business."</a:t>
            </a:r>
            <a:r>
              <a:rPr lang="en-US" b="0" dirty="0">
                <a:solidFill>
                  <a:srgbClr val="000000"/>
                </a:solidFill>
                <a:effectLst/>
                <a:latin typeface="Consolas" panose="020B0609020204030204" pitchFamily="49" charset="0"/>
              </a:rPr>
              <a:t>,</a:t>
            </a:r>
          </a:p>
          <a:p>
            <a:pPr>
              <a:lnSpc>
                <a:spcPts val="1425"/>
              </a:lnSpc>
              <a:buNone/>
            </a:pP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"Business applications benefit from AI."</a:t>
            </a:r>
            <a:r>
              <a:rPr lang="en-US" b="0" dirty="0">
                <a:solidFill>
                  <a:srgbClr val="000000"/>
                </a:solidFill>
                <a:effectLst/>
                <a:latin typeface="Consolas" panose="020B0609020204030204" pitchFamily="49" charset="0"/>
              </a:rPr>
              <a:t>,</a:t>
            </a:r>
          </a:p>
          <a:p>
            <a:pPr>
              <a:lnSpc>
                <a:spcPts val="1425"/>
              </a:lnSpc>
              <a:buNone/>
            </a:pP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"Language models learn from text data."</a:t>
            </a:r>
            <a:endParaRPr lang="en-US" b="0" dirty="0">
              <a:solidFill>
                <a:srgbClr val="000000"/>
              </a:solidFill>
              <a:effectLst/>
              <a:latin typeface="Consolas" panose="020B0609020204030204" pitchFamily="49" charset="0"/>
            </a:endParaRPr>
          </a:p>
          <a:p>
            <a:pPr>
              <a:lnSpc>
                <a:spcPts val="1425"/>
              </a:lnSpc>
              <a:buNone/>
            </a:pPr>
            <a:r>
              <a:rPr lang="en-US" b="0" dirty="0">
                <a:solidFill>
                  <a:srgbClr val="000000"/>
                </a:solidFill>
                <a:effectLst/>
                <a:latin typeface="Consolas" panose="020B0609020204030204" pitchFamily="49" charset="0"/>
              </a:rPr>
              <a:t>]</a:t>
            </a:r>
          </a:p>
          <a:p>
            <a:pPr>
              <a:lnSpc>
                <a:spcPts val="1425"/>
              </a:lnSpc>
              <a:buNone/>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vectorizer = </a:t>
            </a:r>
            <a:r>
              <a:rPr lang="en-US" b="0" dirty="0" err="1">
                <a:solidFill>
                  <a:srgbClr val="000000"/>
                </a:solidFill>
                <a:effectLst/>
                <a:latin typeface="Consolas" panose="020B0609020204030204" pitchFamily="49" charset="0"/>
              </a:rPr>
              <a:t>CountVectorizer</a:t>
            </a:r>
            <a:r>
              <a:rPr lang="en-US" b="0" dirty="0">
                <a:solidFill>
                  <a:srgbClr val="000000"/>
                </a:solidFill>
                <a:effectLst/>
                <a:latin typeface="Consolas" panose="020B0609020204030204" pitchFamily="49" charset="0"/>
              </a:rPr>
              <a:t>()</a:t>
            </a:r>
          </a:p>
          <a:p>
            <a:pPr>
              <a:lnSpc>
                <a:spcPts val="1425"/>
              </a:lnSpc>
              <a:buNone/>
            </a:pPr>
            <a:r>
              <a:rPr lang="en-US" b="0" dirty="0">
                <a:solidFill>
                  <a:srgbClr val="000000"/>
                </a:solidFill>
                <a:effectLst/>
                <a:latin typeface="Consolas" panose="020B0609020204030204" pitchFamily="49" charset="0"/>
              </a:rPr>
              <a:t>X = </a:t>
            </a:r>
            <a:r>
              <a:rPr lang="en-US" b="0" dirty="0" err="1">
                <a:solidFill>
                  <a:srgbClr val="000000"/>
                </a:solidFill>
                <a:effectLst/>
                <a:latin typeface="Consolas" panose="020B0609020204030204" pitchFamily="49" charset="0"/>
              </a:rPr>
              <a:t>vectorizer.fit_transform</a:t>
            </a:r>
            <a:r>
              <a:rPr lang="en-US" b="0" dirty="0">
                <a:solidFill>
                  <a:srgbClr val="000000"/>
                </a:solidFill>
                <a:effectLst/>
                <a:latin typeface="Consolas" panose="020B0609020204030204" pitchFamily="49" charset="0"/>
              </a:rPr>
              <a:t>(corpus)</a:t>
            </a:r>
          </a:p>
          <a:p>
            <a:pPr>
              <a:lnSpc>
                <a:spcPts val="1425"/>
              </a:lnSpc>
              <a:buNone/>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vectorizer.get_feature_names_out</a:t>
            </a:r>
            <a:r>
              <a:rPr lang="en-US" b="0" dirty="0">
                <a:solidFill>
                  <a:srgbClr val="000000"/>
                </a:solidFill>
                <a:effectLst/>
                <a:latin typeface="Consolas" panose="020B0609020204030204" pitchFamily="49" charset="0"/>
              </a:rPr>
              <a:t>())</a:t>
            </a:r>
          </a:p>
          <a:p>
            <a:pPr>
              <a:lnSpc>
                <a:spcPts val="1425"/>
              </a:lnSpc>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X.toarray</a:t>
            </a:r>
            <a:r>
              <a:rPr lang="en-US" b="0" dirty="0">
                <a:solidFill>
                  <a:srgbClr val="000000"/>
                </a:solidFill>
                <a:effectLst/>
                <a:latin typeface="Consolas" panose="020B0609020204030204" pitchFamily="49" charset="0"/>
              </a:rPr>
              <a:t>())</a:t>
            </a:r>
          </a:p>
        </p:txBody>
      </p:sp>
      <p:sp>
        <p:nvSpPr>
          <p:cNvPr id="9" name="TextBox 8">
            <a:extLst>
              <a:ext uri="{FF2B5EF4-FFF2-40B4-BE49-F238E27FC236}">
                <a16:creationId xmlns:a16="http://schemas.microsoft.com/office/drawing/2014/main" id="{963B9F29-7D58-0123-A6FF-C0BD1D88DED2}"/>
              </a:ext>
            </a:extLst>
          </p:cNvPr>
          <p:cNvSpPr txBox="1"/>
          <p:nvPr/>
        </p:nvSpPr>
        <p:spPr>
          <a:xfrm>
            <a:off x="838199" y="5018204"/>
            <a:ext cx="10813869" cy="1200329"/>
          </a:xfrm>
          <a:prstGeom prst="rect">
            <a:avLst/>
          </a:prstGeom>
          <a:noFill/>
        </p:spPr>
        <p:txBody>
          <a:bodyPr wrap="square">
            <a:spAutoFit/>
          </a:bodyPr>
          <a:lstStyle/>
          <a:p>
            <a:r>
              <a:rPr lang="en-US" dirty="0"/>
              <a:t>['ai' 'applications' 'benefit' 'business' 'data' 'from' 'language' 'large' 'learn' 'models' 'revolutionize' 'text’]</a:t>
            </a:r>
          </a:p>
          <a:p>
            <a:r>
              <a:rPr lang="en-US" dirty="0"/>
              <a:t>[[0 0 0 1 0 0 1 1 0 1 1 0] </a:t>
            </a:r>
          </a:p>
          <a:p>
            <a:r>
              <a:rPr lang="en-US" dirty="0"/>
              <a:t>[1 1 1 1 0 1 0 0 0 0 0 0] </a:t>
            </a:r>
          </a:p>
          <a:p>
            <a:r>
              <a:rPr lang="en-US" dirty="0"/>
              <a:t>[0 0 0 0 1 1 1 0 1 1 0 1]]</a:t>
            </a:r>
          </a:p>
        </p:txBody>
      </p:sp>
    </p:spTree>
    <p:extLst>
      <p:ext uri="{BB962C8B-B14F-4D97-AF65-F5344CB8AC3E}">
        <p14:creationId xmlns:p14="http://schemas.microsoft.com/office/powerpoint/2010/main" val="13141724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49F725-7EA2-FB9E-944A-7ECBE4E5C2E9}"/>
              </a:ext>
            </a:extLst>
          </p:cNvPr>
          <p:cNvSpPr>
            <a:spLocks noGrp="1"/>
          </p:cNvSpPr>
          <p:nvPr>
            <p:ph type="title"/>
          </p:nvPr>
        </p:nvSpPr>
        <p:spPr/>
        <p:txBody>
          <a:bodyPr>
            <a:normAutofit fontScale="90000"/>
          </a:bodyPr>
          <a:lstStyle/>
          <a:p>
            <a:r>
              <a:rPr lang="en-US" dirty="0"/>
              <a:t>Representing Text - TF-IDF (Term Frequency-Inverse Document Frequency)</a:t>
            </a:r>
          </a:p>
        </p:txBody>
      </p:sp>
      <p:sp>
        <p:nvSpPr>
          <p:cNvPr id="3" name="Content Placeholder 2">
            <a:extLst>
              <a:ext uri="{FF2B5EF4-FFF2-40B4-BE49-F238E27FC236}">
                <a16:creationId xmlns:a16="http://schemas.microsoft.com/office/drawing/2014/main" id="{EE0F5C74-C6A8-9503-2B9B-7A23E8375903}"/>
              </a:ext>
            </a:extLst>
          </p:cNvPr>
          <p:cNvSpPr>
            <a:spLocks noGrp="1"/>
          </p:cNvSpPr>
          <p:nvPr>
            <p:ph idx="1"/>
          </p:nvPr>
        </p:nvSpPr>
        <p:spPr>
          <a:xfrm>
            <a:off x="838200" y="1706007"/>
            <a:ext cx="10515600" cy="5151993"/>
          </a:xfrm>
        </p:spPr>
        <p:txBody>
          <a:bodyPr>
            <a:normAutofit fontScale="92500" lnSpcReduction="20000"/>
          </a:bodyPr>
          <a:lstStyle/>
          <a:p>
            <a:pPr marL="0" indent="0">
              <a:buNone/>
            </a:pPr>
            <a:r>
              <a:rPr lang="en-US" b="1" dirty="0"/>
              <a:t>Definition:</a:t>
            </a:r>
          </a:p>
          <a:p>
            <a:r>
              <a:rPr lang="en-US" dirty="0"/>
              <a:t>TF-IDF</a:t>
            </a:r>
            <a:r>
              <a:rPr lang="en-US" b="1" dirty="0"/>
              <a:t> </a:t>
            </a:r>
            <a:r>
              <a:rPr lang="en-US" dirty="0"/>
              <a:t>is a statistical measure that evaluates the importance of a word in a document relative to a collection of documents (corpus). </a:t>
            </a:r>
          </a:p>
          <a:p>
            <a:r>
              <a:rPr lang="en-US" dirty="0"/>
              <a:t>It improves upon the basic Bag of Words model by weighing terms based on how unique they are to a specific document.</a:t>
            </a:r>
          </a:p>
          <a:p>
            <a:pPr>
              <a:buNone/>
            </a:pPr>
            <a:r>
              <a:rPr lang="en-US" b="1" dirty="0"/>
              <a:t>Formula:</a:t>
            </a:r>
            <a:endParaRPr lang="en-US" dirty="0"/>
          </a:p>
          <a:p>
            <a:pPr>
              <a:buFont typeface="Arial" panose="020B0604020202020204" pitchFamily="34" charset="0"/>
              <a:buChar char="•"/>
            </a:pPr>
            <a:r>
              <a:rPr lang="en-US" b="1" dirty="0"/>
              <a:t>TF(t, d)</a:t>
            </a:r>
            <a:r>
              <a:rPr lang="en-US" dirty="0"/>
              <a:t>: Term Frequency – how often term </a:t>
            </a:r>
            <a:r>
              <a:rPr lang="en-US" i="1" dirty="0"/>
              <a:t>t</a:t>
            </a:r>
            <a:r>
              <a:rPr lang="en-US" dirty="0"/>
              <a:t> appears in document </a:t>
            </a:r>
            <a:r>
              <a:rPr lang="en-US" i="1" dirty="0"/>
              <a:t>d</a:t>
            </a:r>
            <a:r>
              <a:rPr lang="en-US" dirty="0"/>
              <a:t>.</a:t>
            </a:r>
          </a:p>
          <a:p>
            <a:pPr>
              <a:buFont typeface="Arial" panose="020B0604020202020204" pitchFamily="34" charset="0"/>
              <a:buChar char="•"/>
            </a:pPr>
            <a:r>
              <a:rPr lang="en-US" b="1" dirty="0"/>
              <a:t>IDF(t)</a:t>
            </a:r>
            <a:r>
              <a:rPr lang="en-US" dirty="0"/>
              <a:t>: Inverse Document Frequency – how rare term </a:t>
            </a:r>
            <a:r>
              <a:rPr lang="en-US" i="1" dirty="0"/>
              <a:t>t</a:t>
            </a:r>
            <a:r>
              <a:rPr lang="en-US" dirty="0"/>
              <a:t> is across the corpus:</a:t>
            </a:r>
          </a:p>
          <a:p>
            <a:pPr>
              <a:buFont typeface="Arial" panose="020B0604020202020204" pitchFamily="34" charset="0"/>
              <a:buChar char="•"/>
            </a:pPr>
            <a:endParaRPr lang="en-US" dirty="0"/>
          </a:p>
          <a:p>
            <a:pPr>
              <a:buFont typeface="Arial" panose="020B0604020202020204" pitchFamily="34" charset="0"/>
              <a:buChar char="•"/>
            </a:pPr>
            <a:endParaRPr lang="en-US" i="1" dirty="0"/>
          </a:p>
          <a:p>
            <a:pPr>
              <a:buFont typeface="Arial" panose="020B0604020202020204" pitchFamily="34" charset="0"/>
              <a:buChar char="•"/>
            </a:pPr>
            <a:r>
              <a:rPr lang="en-US" i="1" dirty="0"/>
              <a:t>N</a:t>
            </a:r>
            <a:r>
              <a:rPr lang="en-US" dirty="0"/>
              <a:t> = total number of documents</a:t>
            </a:r>
          </a:p>
          <a:p>
            <a:pPr>
              <a:buFont typeface="Arial" panose="020B0604020202020204" pitchFamily="34" charset="0"/>
              <a:buChar char="•"/>
            </a:pPr>
            <a:r>
              <a:rPr lang="en-US" i="1" dirty="0" err="1"/>
              <a:t>df</a:t>
            </a:r>
            <a:r>
              <a:rPr lang="en-US" i="1" dirty="0"/>
              <a:t>(t)</a:t>
            </a:r>
            <a:r>
              <a:rPr lang="en-US" dirty="0"/>
              <a:t> = number of documents containing term </a:t>
            </a:r>
            <a:r>
              <a:rPr lang="en-US" i="1" dirty="0"/>
              <a:t>t</a:t>
            </a:r>
            <a:endParaRPr lang="en-US" dirty="0"/>
          </a:p>
          <a:p>
            <a:pPr marL="0" indent="0">
              <a:buNone/>
            </a:pPr>
            <a:r>
              <a:rPr lang="en-US" b="1" dirty="0"/>
              <a:t>Key Idea:</a:t>
            </a:r>
          </a:p>
          <a:p>
            <a:r>
              <a:rPr lang="en-US" dirty="0"/>
              <a:t>TF-IDF increases when a word appears frequently in a document but rarely across the corpus, making it a good indicator of relevance.</a:t>
            </a:r>
          </a:p>
          <a:p>
            <a:endParaRPr lang="en-US" dirty="0"/>
          </a:p>
        </p:txBody>
      </p:sp>
      <p:pic>
        <p:nvPicPr>
          <p:cNvPr id="5" name="Picture 4">
            <a:extLst>
              <a:ext uri="{FF2B5EF4-FFF2-40B4-BE49-F238E27FC236}">
                <a16:creationId xmlns:a16="http://schemas.microsoft.com/office/drawing/2014/main" id="{A844077B-F968-7226-541F-D8FA219F768A}"/>
              </a:ext>
            </a:extLst>
          </p:cNvPr>
          <p:cNvPicPr>
            <a:picLocks noChangeAspect="1"/>
          </p:cNvPicPr>
          <p:nvPr/>
        </p:nvPicPr>
        <p:blipFill>
          <a:blip r:embed="rId2"/>
          <a:stretch>
            <a:fillRect/>
          </a:stretch>
        </p:blipFill>
        <p:spPr>
          <a:xfrm>
            <a:off x="1065680" y="4282003"/>
            <a:ext cx="1912300" cy="664394"/>
          </a:xfrm>
          <a:prstGeom prst="rect">
            <a:avLst/>
          </a:prstGeom>
        </p:spPr>
      </p:pic>
    </p:spTree>
    <p:extLst>
      <p:ext uri="{BB962C8B-B14F-4D97-AF65-F5344CB8AC3E}">
        <p14:creationId xmlns:p14="http://schemas.microsoft.com/office/powerpoint/2010/main" val="20147510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F24E2B-CECF-BE40-1644-F9BCB8837C46}"/>
              </a:ext>
            </a:extLst>
          </p:cNvPr>
          <p:cNvSpPr>
            <a:spLocks noGrp="1"/>
          </p:cNvSpPr>
          <p:nvPr>
            <p:ph type="title"/>
          </p:nvPr>
        </p:nvSpPr>
        <p:spPr/>
        <p:txBody>
          <a:bodyPr>
            <a:normAutofit/>
          </a:bodyPr>
          <a:lstStyle/>
          <a:p>
            <a:r>
              <a:rPr lang="en-US" dirty="0"/>
              <a:t>Example – Word A vs. Word B</a:t>
            </a:r>
          </a:p>
        </p:txBody>
      </p:sp>
      <p:sp>
        <p:nvSpPr>
          <p:cNvPr id="3" name="Content Placeholder 2">
            <a:extLst>
              <a:ext uri="{FF2B5EF4-FFF2-40B4-BE49-F238E27FC236}">
                <a16:creationId xmlns:a16="http://schemas.microsoft.com/office/drawing/2014/main" id="{9E9EF50E-CA04-EDD0-E2F4-D63380D2C7E7}"/>
              </a:ext>
            </a:extLst>
          </p:cNvPr>
          <p:cNvSpPr>
            <a:spLocks noGrp="1"/>
          </p:cNvSpPr>
          <p:nvPr>
            <p:ph idx="1"/>
          </p:nvPr>
        </p:nvSpPr>
        <p:spPr>
          <a:xfrm>
            <a:off x="838200" y="1706007"/>
            <a:ext cx="10515600" cy="1722993"/>
          </a:xfrm>
        </p:spPr>
        <p:txBody>
          <a:bodyPr>
            <a:normAutofit/>
          </a:bodyPr>
          <a:lstStyle/>
          <a:p>
            <a:pPr>
              <a:buNone/>
            </a:pPr>
            <a:r>
              <a:rPr lang="en-US" sz="2000" b="1" dirty="0"/>
              <a:t>Corpus size:</a:t>
            </a:r>
            <a:r>
              <a:rPr lang="en-US" sz="2000" dirty="0"/>
              <a:t> 10 documents</a:t>
            </a:r>
          </a:p>
          <a:p>
            <a:pPr marL="346075" lvl="1"/>
            <a:r>
              <a:rPr lang="en-US" b="1" dirty="0"/>
              <a:t>Word A</a:t>
            </a:r>
            <a:r>
              <a:rPr lang="en-US" dirty="0"/>
              <a:t> appears in </a:t>
            </a:r>
            <a:r>
              <a:rPr lang="en-US" b="1" dirty="0"/>
              <a:t>1</a:t>
            </a:r>
            <a:r>
              <a:rPr lang="en-US" dirty="0"/>
              <a:t> document</a:t>
            </a:r>
          </a:p>
          <a:p>
            <a:pPr marL="346075" lvl="1"/>
            <a:r>
              <a:rPr lang="en-US" b="1" dirty="0"/>
              <a:t>Word B</a:t>
            </a:r>
            <a:r>
              <a:rPr lang="en-US" dirty="0"/>
              <a:t> appears in </a:t>
            </a:r>
            <a:r>
              <a:rPr lang="en-US" b="1" dirty="0"/>
              <a:t>8</a:t>
            </a:r>
            <a:r>
              <a:rPr lang="en-US" dirty="0"/>
              <a:t> documents</a:t>
            </a:r>
          </a:p>
          <a:p>
            <a:pPr marL="346075" lvl="1"/>
            <a:r>
              <a:rPr lang="en-US" dirty="0"/>
              <a:t>In the target document, both words appear </a:t>
            </a:r>
            <a:r>
              <a:rPr lang="en-US" b="1" dirty="0"/>
              <a:t>once</a:t>
            </a:r>
            <a:r>
              <a:rPr lang="en-US" dirty="0"/>
              <a:t> (TF = 1)</a:t>
            </a:r>
          </a:p>
        </p:txBody>
      </p:sp>
      <p:graphicFrame>
        <p:nvGraphicFramePr>
          <p:cNvPr id="27" name="Table 26">
            <a:extLst>
              <a:ext uri="{FF2B5EF4-FFF2-40B4-BE49-F238E27FC236}">
                <a16:creationId xmlns:a16="http://schemas.microsoft.com/office/drawing/2014/main" id="{13D2C158-D80B-B0E4-9C05-78FA344D003B}"/>
              </a:ext>
            </a:extLst>
          </p:cNvPr>
          <p:cNvGraphicFramePr>
            <a:graphicFrameLocks noGrp="1"/>
          </p:cNvGraphicFramePr>
          <p:nvPr>
            <p:extLst>
              <p:ext uri="{D42A27DB-BD31-4B8C-83A1-F6EECF244321}">
                <p14:modId xmlns:p14="http://schemas.microsoft.com/office/powerpoint/2010/main" val="3800631313"/>
              </p:ext>
            </p:extLst>
          </p:nvPr>
        </p:nvGraphicFramePr>
        <p:xfrm>
          <a:off x="2633019" y="3508958"/>
          <a:ext cx="6925962" cy="1127760"/>
        </p:xfrm>
        <a:graphic>
          <a:graphicData uri="http://schemas.openxmlformats.org/drawingml/2006/table">
            <a:tbl>
              <a:tblPr>
                <a:tableStyleId>{616DA210-FB5B-4158-B5E0-FEB733F419BA}</a:tableStyleId>
              </a:tblPr>
              <a:tblGrid>
                <a:gridCol w="756070">
                  <a:extLst>
                    <a:ext uri="{9D8B030D-6E8A-4147-A177-3AD203B41FA5}">
                      <a16:colId xmlns:a16="http://schemas.microsoft.com/office/drawing/2014/main" val="1586169197"/>
                    </a:ext>
                  </a:extLst>
                </a:gridCol>
                <a:gridCol w="700064">
                  <a:extLst>
                    <a:ext uri="{9D8B030D-6E8A-4147-A177-3AD203B41FA5}">
                      <a16:colId xmlns:a16="http://schemas.microsoft.com/office/drawing/2014/main" val="89573865"/>
                    </a:ext>
                  </a:extLst>
                </a:gridCol>
                <a:gridCol w="1229444">
                  <a:extLst>
                    <a:ext uri="{9D8B030D-6E8A-4147-A177-3AD203B41FA5}">
                      <a16:colId xmlns:a16="http://schemas.microsoft.com/office/drawing/2014/main" val="3736498543"/>
                    </a:ext>
                  </a:extLst>
                </a:gridCol>
                <a:gridCol w="1332692">
                  <a:extLst>
                    <a:ext uri="{9D8B030D-6E8A-4147-A177-3AD203B41FA5}">
                      <a16:colId xmlns:a16="http://schemas.microsoft.com/office/drawing/2014/main" val="4155407836"/>
                    </a:ext>
                  </a:extLst>
                </a:gridCol>
                <a:gridCol w="751438">
                  <a:extLst>
                    <a:ext uri="{9D8B030D-6E8A-4147-A177-3AD203B41FA5}">
                      <a16:colId xmlns:a16="http://schemas.microsoft.com/office/drawing/2014/main" val="2908244169"/>
                    </a:ext>
                  </a:extLst>
                </a:gridCol>
                <a:gridCol w="2156254">
                  <a:extLst>
                    <a:ext uri="{9D8B030D-6E8A-4147-A177-3AD203B41FA5}">
                      <a16:colId xmlns:a16="http://schemas.microsoft.com/office/drawing/2014/main" val="3500053080"/>
                    </a:ext>
                  </a:extLst>
                </a:gridCol>
              </a:tblGrid>
              <a:tr h="272210">
                <a:tc>
                  <a:txBody>
                    <a:bodyPr/>
                    <a:lstStyle/>
                    <a:p>
                      <a:pPr algn="ctr" fontAlgn="ctr"/>
                      <a:r>
                        <a:rPr lang="en-US" sz="1100" b="1" u="none" strike="noStrike" dirty="0">
                          <a:effectLst/>
                        </a:rPr>
                        <a:t>Term</a:t>
                      </a:r>
                      <a:endParaRPr lang="en-US" sz="1100" b="1" i="0" u="none" strike="noStrike" dirty="0">
                        <a:solidFill>
                          <a:srgbClr val="000000"/>
                        </a:solidFill>
                        <a:effectLst/>
                        <a:latin typeface="Aptos Narrow" panose="020B0004020202020204" pitchFamily="34" charset="0"/>
                      </a:endParaRPr>
                    </a:p>
                  </a:txBody>
                  <a:tcPr marL="9525" marR="9525" marT="9525" marB="0" anchor="ctr">
                    <a:solidFill>
                      <a:schemeClr val="bg1">
                        <a:lumMod val="75000"/>
                      </a:schemeClr>
                    </a:solidFill>
                  </a:tcPr>
                </a:tc>
                <a:tc>
                  <a:txBody>
                    <a:bodyPr/>
                    <a:lstStyle/>
                    <a:p>
                      <a:pPr algn="ctr" fontAlgn="ctr"/>
                      <a:r>
                        <a:rPr lang="en-US" sz="1100" b="1" u="none" strike="noStrike" dirty="0" err="1">
                          <a:effectLst/>
                        </a:rPr>
                        <a:t>df</a:t>
                      </a:r>
                      <a:r>
                        <a:rPr lang="en-US" sz="1100" b="1" u="none" strike="noStrike" dirty="0">
                          <a:effectLst/>
                        </a:rPr>
                        <a:t>(t)</a:t>
                      </a:r>
                      <a:endParaRPr lang="en-US" sz="1100" b="1" i="0" u="none" strike="noStrike" dirty="0">
                        <a:solidFill>
                          <a:srgbClr val="000000"/>
                        </a:solidFill>
                        <a:effectLst/>
                        <a:latin typeface="Aptos Narrow" panose="020B0004020202020204" pitchFamily="34" charset="0"/>
                      </a:endParaRPr>
                    </a:p>
                  </a:txBody>
                  <a:tcPr marL="9525" marR="9525" marT="9525" marB="0" anchor="ctr">
                    <a:solidFill>
                      <a:schemeClr val="bg1">
                        <a:lumMod val="75000"/>
                      </a:schemeClr>
                    </a:solidFill>
                  </a:tcPr>
                </a:tc>
                <a:tc>
                  <a:txBody>
                    <a:bodyPr/>
                    <a:lstStyle/>
                    <a:p>
                      <a:pPr algn="ctr" fontAlgn="ctr"/>
                      <a:r>
                        <a:rPr lang="en-US" sz="1100" b="1" u="none" strike="noStrike" dirty="0">
                          <a:effectLst/>
                        </a:rPr>
                        <a:t>TF in the Current Document</a:t>
                      </a:r>
                      <a:endParaRPr lang="en-US" sz="1100" b="1" i="0" u="none" strike="noStrike" dirty="0">
                        <a:solidFill>
                          <a:srgbClr val="000000"/>
                        </a:solidFill>
                        <a:effectLst/>
                        <a:latin typeface="Aptos Narrow" panose="020B0004020202020204" pitchFamily="34" charset="0"/>
                      </a:endParaRPr>
                    </a:p>
                  </a:txBody>
                  <a:tcPr marL="9525" marR="9525" marT="9525" marB="0" anchor="ctr">
                    <a:solidFill>
                      <a:schemeClr val="bg1">
                        <a:lumMod val="75000"/>
                      </a:schemeClr>
                    </a:solidFill>
                  </a:tcPr>
                </a:tc>
                <a:tc>
                  <a:txBody>
                    <a:bodyPr/>
                    <a:lstStyle/>
                    <a:p>
                      <a:pPr algn="ctr" fontAlgn="ctr"/>
                      <a:r>
                        <a:rPr lang="en-US" sz="1100" b="1" u="none" strike="noStrike" dirty="0">
                          <a:effectLst/>
                        </a:rPr>
                        <a:t>IDF (log₁₀(N/</a:t>
                      </a:r>
                      <a:r>
                        <a:rPr lang="en-US" sz="1100" b="1" u="none" strike="noStrike" dirty="0" err="1">
                          <a:effectLst/>
                        </a:rPr>
                        <a:t>df</a:t>
                      </a:r>
                      <a:r>
                        <a:rPr lang="en-US" sz="1100" b="1" u="none" strike="noStrike" dirty="0">
                          <a:effectLst/>
                        </a:rPr>
                        <a:t>))</a:t>
                      </a:r>
                      <a:endParaRPr lang="en-US" sz="1100" b="1" i="0" u="none" strike="noStrike" dirty="0">
                        <a:solidFill>
                          <a:srgbClr val="000000"/>
                        </a:solidFill>
                        <a:effectLst/>
                        <a:latin typeface="Aptos Narrow" panose="020B0004020202020204" pitchFamily="34" charset="0"/>
                      </a:endParaRPr>
                    </a:p>
                  </a:txBody>
                  <a:tcPr marL="9525" marR="9525" marT="9525" marB="0" anchor="ctr">
                    <a:solidFill>
                      <a:schemeClr val="bg1">
                        <a:lumMod val="75000"/>
                      </a:schemeClr>
                    </a:solidFill>
                  </a:tcPr>
                </a:tc>
                <a:tc>
                  <a:txBody>
                    <a:bodyPr/>
                    <a:lstStyle/>
                    <a:p>
                      <a:pPr algn="ctr" fontAlgn="ctr"/>
                      <a:r>
                        <a:rPr lang="en-US" sz="1100" b="1" u="none" strike="noStrike" dirty="0">
                          <a:effectLst/>
                        </a:rPr>
                        <a:t>TF-IDF</a:t>
                      </a:r>
                      <a:endParaRPr lang="en-US" sz="1100" b="1" i="0" u="none" strike="noStrike" dirty="0">
                        <a:solidFill>
                          <a:srgbClr val="000000"/>
                        </a:solidFill>
                        <a:effectLst/>
                        <a:latin typeface="Aptos Narrow" panose="020B0004020202020204" pitchFamily="34" charset="0"/>
                      </a:endParaRPr>
                    </a:p>
                  </a:txBody>
                  <a:tcPr marL="9525" marR="9525" marT="9525" marB="0" anchor="ctr">
                    <a:solidFill>
                      <a:schemeClr val="bg1">
                        <a:lumMod val="75000"/>
                      </a:schemeClr>
                    </a:solidFill>
                  </a:tcPr>
                </a:tc>
                <a:tc>
                  <a:txBody>
                    <a:bodyPr/>
                    <a:lstStyle/>
                    <a:p>
                      <a:pPr algn="ctr"/>
                      <a:r>
                        <a:rPr lang="en-US" dirty="0"/>
                        <a:t>Result</a:t>
                      </a:r>
                    </a:p>
                  </a:txBody>
                  <a:tcPr anchor="ctr">
                    <a:solidFill>
                      <a:schemeClr val="bg1">
                        <a:lumMod val="75000"/>
                      </a:schemeClr>
                    </a:solidFill>
                  </a:tcPr>
                </a:tc>
                <a:extLst>
                  <a:ext uri="{0D108BD9-81ED-4DB2-BD59-A6C34878D82A}">
                    <a16:rowId xmlns:a16="http://schemas.microsoft.com/office/drawing/2014/main" val="3387787638"/>
                  </a:ext>
                </a:extLst>
              </a:tr>
              <a:tr h="381000">
                <a:tc>
                  <a:txBody>
                    <a:bodyPr/>
                    <a:lstStyle/>
                    <a:p>
                      <a:pPr algn="ctr" fontAlgn="ctr"/>
                      <a:r>
                        <a:rPr lang="en-US" sz="1100" u="none" strike="noStrike">
                          <a:effectLst/>
                        </a:rPr>
                        <a:t>Word A</a:t>
                      </a:r>
                      <a:endParaRPr lang="en-US" sz="1100" b="0" i="0" u="none" strike="noStrike">
                        <a:solidFill>
                          <a:srgbClr val="000000"/>
                        </a:solidFill>
                        <a:effectLst/>
                        <a:latin typeface="Aptos Narrow" panose="020B0004020202020204" pitchFamily="34" charset="0"/>
                      </a:endParaRPr>
                    </a:p>
                  </a:txBody>
                  <a:tcPr marL="9525" marR="9525" marT="9525" marB="0" anchor="ctr"/>
                </a:tc>
                <a:tc>
                  <a:txBody>
                    <a:bodyPr/>
                    <a:lstStyle/>
                    <a:p>
                      <a:pPr algn="ctr" fontAlgn="ctr"/>
                      <a:r>
                        <a:rPr lang="en-US" sz="1100" u="none" strike="noStrike" dirty="0">
                          <a:effectLst/>
                        </a:rPr>
                        <a:t>1</a:t>
                      </a:r>
                      <a:endParaRPr lang="en-US" sz="1100" b="0" i="0" u="none" strike="noStrike" dirty="0">
                        <a:solidFill>
                          <a:srgbClr val="000000"/>
                        </a:solidFill>
                        <a:effectLst/>
                        <a:latin typeface="Aptos Narrow" panose="020B0004020202020204" pitchFamily="34" charset="0"/>
                      </a:endParaRPr>
                    </a:p>
                  </a:txBody>
                  <a:tcPr marL="9525" marR="9525" marT="9525" marB="0" anchor="ctr"/>
                </a:tc>
                <a:tc>
                  <a:txBody>
                    <a:bodyPr/>
                    <a:lstStyle/>
                    <a:p>
                      <a:pPr algn="ctr" fontAlgn="ctr"/>
                      <a:r>
                        <a:rPr lang="en-US" sz="1100" u="none" strike="noStrike" dirty="0">
                          <a:effectLst/>
                        </a:rPr>
                        <a:t>1</a:t>
                      </a:r>
                      <a:endParaRPr lang="en-US" sz="1100" b="0" i="0" u="none" strike="noStrike" dirty="0">
                        <a:solidFill>
                          <a:srgbClr val="000000"/>
                        </a:solidFill>
                        <a:effectLst/>
                        <a:latin typeface="Aptos Narrow" panose="020B0004020202020204" pitchFamily="34" charset="0"/>
                      </a:endParaRPr>
                    </a:p>
                  </a:txBody>
                  <a:tcPr marL="9525" marR="9525" marT="9525" marB="0" anchor="ctr"/>
                </a:tc>
                <a:tc>
                  <a:txBody>
                    <a:bodyPr/>
                    <a:lstStyle/>
                    <a:p>
                      <a:pPr algn="ctr" fontAlgn="ctr"/>
                      <a:r>
                        <a:rPr lang="en-US" sz="1100" u="none" strike="noStrike" dirty="0">
                          <a:effectLst/>
                        </a:rPr>
                        <a:t>log(10/1) = 1.00</a:t>
                      </a:r>
                      <a:endParaRPr lang="en-US" sz="1100" b="0" i="0" u="none" strike="noStrike" dirty="0">
                        <a:solidFill>
                          <a:srgbClr val="000000"/>
                        </a:solidFill>
                        <a:effectLst/>
                        <a:latin typeface="Aptos Narrow" panose="020B0004020202020204" pitchFamily="34" charset="0"/>
                      </a:endParaRPr>
                    </a:p>
                  </a:txBody>
                  <a:tcPr marL="9525" marR="9525" marT="9525" marB="0" anchor="ctr"/>
                </a:tc>
                <a:tc>
                  <a:txBody>
                    <a:bodyPr/>
                    <a:lstStyle/>
                    <a:p>
                      <a:pPr algn="ctr" fontAlgn="ctr"/>
                      <a:r>
                        <a:rPr lang="en-US" sz="1100" u="none" strike="noStrike" dirty="0">
                          <a:effectLst/>
                        </a:rPr>
                        <a:t>1</a:t>
                      </a:r>
                      <a:endParaRPr lang="en-US" sz="1100" b="0" i="0" u="none" strike="noStrike" dirty="0">
                        <a:solidFill>
                          <a:srgbClr val="000000"/>
                        </a:solidFill>
                        <a:effectLst/>
                        <a:latin typeface="Aptos Narrow" panose="020B0004020202020204" pitchFamily="34" charset="0"/>
                      </a:endParaRPr>
                    </a:p>
                  </a:txBody>
                  <a:tcPr marL="9525" marR="9525" marT="9525" marB="0" anchor="ctr"/>
                </a:tc>
                <a:tc>
                  <a:txBody>
                    <a:bodyPr/>
                    <a:lstStyle/>
                    <a:p>
                      <a:r>
                        <a:rPr lang="en-US" sz="1100" dirty="0"/>
                        <a:t>High importance (distinct)</a:t>
                      </a:r>
                    </a:p>
                  </a:txBody>
                  <a:tcPr anchor="ctr"/>
                </a:tc>
                <a:extLst>
                  <a:ext uri="{0D108BD9-81ED-4DB2-BD59-A6C34878D82A}">
                    <a16:rowId xmlns:a16="http://schemas.microsoft.com/office/drawing/2014/main" val="1664041193"/>
                  </a:ext>
                </a:extLst>
              </a:tr>
              <a:tr h="381000">
                <a:tc>
                  <a:txBody>
                    <a:bodyPr/>
                    <a:lstStyle/>
                    <a:p>
                      <a:pPr algn="ctr" fontAlgn="ctr"/>
                      <a:r>
                        <a:rPr lang="en-US" sz="1100" u="none" strike="noStrike">
                          <a:effectLst/>
                        </a:rPr>
                        <a:t>Word B</a:t>
                      </a:r>
                      <a:endParaRPr lang="en-US" sz="1100" b="0" i="0" u="none" strike="noStrike">
                        <a:solidFill>
                          <a:srgbClr val="000000"/>
                        </a:solidFill>
                        <a:effectLst/>
                        <a:latin typeface="Aptos Narrow" panose="020B0004020202020204" pitchFamily="34" charset="0"/>
                      </a:endParaRPr>
                    </a:p>
                  </a:txBody>
                  <a:tcPr marL="9525" marR="9525" marT="9525" marB="0" anchor="ctr"/>
                </a:tc>
                <a:tc>
                  <a:txBody>
                    <a:bodyPr/>
                    <a:lstStyle/>
                    <a:p>
                      <a:pPr algn="ctr" fontAlgn="ctr"/>
                      <a:r>
                        <a:rPr lang="en-US" sz="1100" u="none" strike="noStrike" dirty="0">
                          <a:effectLst/>
                        </a:rPr>
                        <a:t>8</a:t>
                      </a:r>
                      <a:endParaRPr lang="en-US" sz="1100" b="0" i="0" u="none" strike="noStrike" dirty="0">
                        <a:solidFill>
                          <a:srgbClr val="000000"/>
                        </a:solidFill>
                        <a:effectLst/>
                        <a:latin typeface="Aptos Narrow" panose="020B0004020202020204" pitchFamily="34" charset="0"/>
                      </a:endParaRPr>
                    </a:p>
                  </a:txBody>
                  <a:tcPr marL="9525" marR="9525" marT="9525" marB="0" anchor="ctr"/>
                </a:tc>
                <a:tc>
                  <a:txBody>
                    <a:bodyPr/>
                    <a:lstStyle/>
                    <a:p>
                      <a:pPr algn="ctr" fontAlgn="ctr"/>
                      <a:r>
                        <a:rPr lang="en-US" sz="1100" u="none" strike="noStrike" dirty="0">
                          <a:effectLst/>
                        </a:rPr>
                        <a:t>1</a:t>
                      </a:r>
                      <a:endParaRPr lang="en-US" sz="1100" b="0" i="0" u="none" strike="noStrike" dirty="0">
                        <a:solidFill>
                          <a:srgbClr val="000000"/>
                        </a:solidFill>
                        <a:effectLst/>
                        <a:latin typeface="Aptos Narrow" panose="020B0004020202020204" pitchFamily="34" charset="0"/>
                      </a:endParaRPr>
                    </a:p>
                  </a:txBody>
                  <a:tcPr marL="9525" marR="9525" marT="9525" marB="0" anchor="ctr"/>
                </a:tc>
                <a:tc>
                  <a:txBody>
                    <a:bodyPr/>
                    <a:lstStyle/>
                    <a:p>
                      <a:pPr algn="ctr" fontAlgn="ctr"/>
                      <a:r>
                        <a:rPr lang="en-US" sz="1100" u="none" strike="noStrike" dirty="0">
                          <a:effectLst/>
                        </a:rPr>
                        <a:t>log(10/8) ≈ 0.096</a:t>
                      </a:r>
                      <a:endParaRPr lang="en-US" sz="1100" b="0" i="0" u="none" strike="noStrike" dirty="0">
                        <a:solidFill>
                          <a:srgbClr val="000000"/>
                        </a:solidFill>
                        <a:effectLst/>
                        <a:latin typeface="Aptos Narrow" panose="020B0004020202020204" pitchFamily="34" charset="0"/>
                      </a:endParaRPr>
                    </a:p>
                  </a:txBody>
                  <a:tcPr marL="9525" marR="9525" marT="9525" marB="0" anchor="ctr"/>
                </a:tc>
                <a:tc>
                  <a:txBody>
                    <a:bodyPr/>
                    <a:lstStyle/>
                    <a:p>
                      <a:pPr algn="ctr" fontAlgn="ctr"/>
                      <a:r>
                        <a:rPr lang="en-US" sz="1100" u="none" strike="noStrike" dirty="0">
                          <a:effectLst/>
                        </a:rPr>
                        <a:t>0.1</a:t>
                      </a:r>
                      <a:endParaRPr lang="en-US" sz="1100" b="0" i="0" u="none" strike="noStrike" dirty="0">
                        <a:solidFill>
                          <a:srgbClr val="000000"/>
                        </a:solidFill>
                        <a:effectLst/>
                        <a:latin typeface="Aptos Narrow" panose="020B0004020202020204" pitchFamily="34" charset="0"/>
                      </a:endParaRPr>
                    </a:p>
                  </a:txBody>
                  <a:tcPr marL="9525" marR="9525" marT="9525" marB="0" anchor="ctr"/>
                </a:tc>
                <a:tc>
                  <a:txBody>
                    <a:bodyPr/>
                    <a:lstStyle/>
                    <a:p>
                      <a:r>
                        <a:rPr lang="en-US" sz="1100" dirty="0"/>
                        <a:t>Low importance (common)</a:t>
                      </a:r>
                    </a:p>
                  </a:txBody>
                  <a:tcPr anchor="ctr"/>
                </a:tc>
                <a:extLst>
                  <a:ext uri="{0D108BD9-81ED-4DB2-BD59-A6C34878D82A}">
                    <a16:rowId xmlns:a16="http://schemas.microsoft.com/office/drawing/2014/main" val="1266397512"/>
                  </a:ext>
                </a:extLst>
              </a:tr>
            </a:tbl>
          </a:graphicData>
        </a:graphic>
      </p:graphicFrame>
      <p:sp>
        <p:nvSpPr>
          <p:cNvPr id="29" name="TextBox 28">
            <a:extLst>
              <a:ext uri="{FF2B5EF4-FFF2-40B4-BE49-F238E27FC236}">
                <a16:creationId xmlns:a16="http://schemas.microsoft.com/office/drawing/2014/main" id="{93D81560-8266-087A-EBC8-07B78B8EB4E9}"/>
              </a:ext>
            </a:extLst>
          </p:cNvPr>
          <p:cNvSpPr txBox="1"/>
          <p:nvPr/>
        </p:nvSpPr>
        <p:spPr>
          <a:xfrm>
            <a:off x="838200" y="5022161"/>
            <a:ext cx="11413524" cy="923330"/>
          </a:xfrm>
          <a:prstGeom prst="rect">
            <a:avLst/>
          </a:prstGeom>
          <a:noFill/>
        </p:spPr>
        <p:txBody>
          <a:bodyPr wrap="square">
            <a:spAutoFit/>
          </a:bodyPr>
          <a:lstStyle/>
          <a:p>
            <a:r>
              <a:rPr lang="en-US" b="1" dirty="0"/>
              <a:t>Interpretation:</a:t>
            </a:r>
          </a:p>
          <a:p>
            <a:pPr marL="285750" indent="-285750">
              <a:buFont typeface="Arial" panose="020B0604020202020204" pitchFamily="34" charset="0"/>
              <a:buChar char="•"/>
            </a:pPr>
            <a:r>
              <a:rPr lang="en-US" dirty="0"/>
              <a:t>Word A is more distinctive and carries more weight in the document. Word B, being common across the corpus, contributes less to identifying document relevance.</a:t>
            </a:r>
          </a:p>
        </p:txBody>
      </p:sp>
    </p:spTree>
    <p:extLst>
      <p:ext uri="{BB962C8B-B14F-4D97-AF65-F5344CB8AC3E}">
        <p14:creationId xmlns:p14="http://schemas.microsoft.com/office/powerpoint/2010/main" val="120489446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BC6F24-790E-8725-47B0-39B100FE33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A51292-9F21-C1D3-8C61-6F054544798A}"/>
              </a:ext>
            </a:extLst>
          </p:cNvPr>
          <p:cNvSpPr>
            <a:spLocks noGrp="1"/>
          </p:cNvSpPr>
          <p:nvPr>
            <p:ph type="title"/>
          </p:nvPr>
        </p:nvSpPr>
        <p:spPr/>
        <p:txBody>
          <a:bodyPr/>
          <a:lstStyle/>
          <a:p>
            <a:r>
              <a:rPr lang="en-US" dirty="0"/>
              <a:t>TF-IDF (Term Frequency-Inverse Document Frequency)</a:t>
            </a:r>
          </a:p>
        </p:txBody>
      </p:sp>
      <p:sp>
        <p:nvSpPr>
          <p:cNvPr id="3" name="Content Placeholder 2">
            <a:extLst>
              <a:ext uri="{FF2B5EF4-FFF2-40B4-BE49-F238E27FC236}">
                <a16:creationId xmlns:a16="http://schemas.microsoft.com/office/drawing/2014/main" id="{B5ACBF7D-9AC9-F6B7-2EA7-CD7F1B1C37DC}"/>
              </a:ext>
            </a:extLst>
          </p:cNvPr>
          <p:cNvSpPr>
            <a:spLocks noGrp="1"/>
          </p:cNvSpPr>
          <p:nvPr>
            <p:ph idx="1"/>
          </p:nvPr>
        </p:nvSpPr>
        <p:spPr/>
        <p:txBody>
          <a:bodyPr>
            <a:normAutofit fontScale="92500" lnSpcReduction="10000"/>
          </a:bodyPr>
          <a:lstStyle/>
          <a:p>
            <a:pPr>
              <a:buNone/>
            </a:pPr>
            <a:r>
              <a:rPr lang="en-US" b="1" dirty="0"/>
              <a:t>Advantages</a:t>
            </a:r>
          </a:p>
          <a:p>
            <a:pPr>
              <a:buFont typeface="Arial" panose="020B0604020202020204" pitchFamily="34" charset="0"/>
              <a:buChar char="•"/>
            </a:pPr>
            <a:r>
              <a:rPr lang="en-US" dirty="0"/>
              <a:t>Reduces the impact of frequently occurring terms (like "the", "is", "of")</a:t>
            </a:r>
          </a:p>
          <a:p>
            <a:pPr>
              <a:buFont typeface="Arial" panose="020B0604020202020204" pitchFamily="34" charset="0"/>
              <a:buChar char="•"/>
            </a:pPr>
            <a:r>
              <a:rPr lang="en-US" dirty="0"/>
              <a:t>Highlights terms that are distinctive to specific documents</a:t>
            </a:r>
          </a:p>
          <a:p>
            <a:pPr>
              <a:buFont typeface="Arial" panose="020B0604020202020204" pitchFamily="34" charset="0"/>
              <a:buChar char="•"/>
            </a:pPr>
            <a:r>
              <a:rPr lang="en-US" dirty="0"/>
              <a:t>Relatively simple to implement and computationally efficient</a:t>
            </a:r>
          </a:p>
          <a:p>
            <a:pPr>
              <a:buFont typeface="Arial" panose="020B0604020202020204" pitchFamily="34" charset="0"/>
              <a:buChar char="•"/>
            </a:pPr>
            <a:r>
              <a:rPr lang="en-US" dirty="0"/>
              <a:t>Works well for sparse data</a:t>
            </a:r>
          </a:p>
          <a:p>
            <a:pPr>
              <a:buNone/>
            </a:pPr>
            <a:r>
              <a:rPr lang="en-US" b="1" dirty="0"/>
              <a:t>Limitations</a:t>
            </a:r>
          </a:p>
          <a:p>
            <a:pPr>
              <a:buFont typeface="Arial" panose="020B0604020202020204" pitchFamily="34" charset="0"/>
              <a:buChar char="•"/>
            </a:pPr>
            <a:r>
              <a:rPr lang="en-US" dirty="0"/>
              <a:t>Still ignores word order and semantics</a:t>
            </a:r>
          </a:p>
          <a:p>
            <a:pPr>
              <a:buFont typeface="Arial" panose="020B0604020202020204" pitchFamily="34" charset="0"/>
              <a:buChar char="•"/>
            </a:pPr>
            <a:r>
              <a:rPr lang="en-US" dirty="0"/>
              <a:t>Cannot capture relationships between related terms</a:t>
            </a:r>
          </a:p>
          <a:p>
            <a:pPr>
              <a:buFont typeface="Arial" panose="020B0604020202020204" pitchFamily="34" charset="0"/>
              <a:buChar char="•"/>
            </a:pPr>
            <a:r>
              <a:rPr lang="en-US" dirty="0"/>
              <a:t>May not work well for very short texts</a:t>
            </a:r>
          </a:p>
          <a:p>
            <a:pPr>
              <a:buFont typeface="Arial" panose="020B0604020202020204" pitchFamily="34" charset="0"/>
              <a:buChar char="•"/>
            </a:pPr>
            <a:r>
              <a:rPr lang="en-US" dirty="0"/>
              <a:t>Struggles with synonyms and polysemy</a:t>
            </a:r>
          </a:p>
          <a:p>
            <a:r>
              <a:rPr lang="en-US" dirty="0"/>
              <a:t>TF-IDF serves as a cornerstone technique in information retrieval and text mining, and remains widely used despite the emergence of more advanced embedding-based approaches.</a:t>
            </a:r>
          </a:p>
          <a:p>
            <a:endParaRPr lang="en-US" dirty="0"/>
          </a:p>
        </p:txBody>
      </p:sp>
    </p:spTree>
    <p:extLst>
      <p:ext uri="{BB962C8B-B14F-4D97-AF65-F5344CB8AC3E}">
        <p14:creationId xmlns:p14="http://schemas.microsoft.com/office/powerpoint/2010/main" val="7210383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70A3B-BE22-3E83-0662-10613BB68A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B6612-07C5-884A-E81D-57A159903950}"/>
              </a:ext>
            </a:extLst>
          </p:cNvPr>
          <p:cNvSpPr>
            <a:spLocks noGrp="1"/>
          </p:cNvSpPr>
          <p:nvPr>
            <p:ph type="title"/>
          </p:nvPr>
        </p:nvSpPr>
        <p:spPr/>
        <p:txBody>
          <a:bodyPr/>
          <a:lstStyle/>
          <a:p>
            <a:r>
              <a:rPr lang="en-US" dirty="0"/>
              <a:t>TF-IDF (Term Frequency-Inverse Document Frequency)</a:t>
            </a:r>
          </a:p>
        </p:txBody>
      </p:sp>
      <p:sp>
        <p:nvSpPr>
          <p:cNvPr id="5" name="TextBox 4">
            <a:extLst>
              <a:ext uri="{FF2B5EF4-FFF2-40B4-BE49-F238E27FC236}">
                <a16:creationId xmlns:a16="http://schemas.microsoft.com/office/drawing/2014/main" id="{4E3C961B-7D16-B068-876E-B82720BEAA1B}"/>
              </a:ext>
            </a:extLst>
          </p:cNvPr>
          <p:cNvSpPr txBox="1"/>
          <p:nvPr/>
        </p:nvSpPr>
        <p:spPr>
          <a:xfrm>
            <a:off x="838200" y="1784111"/>
            <a:ext cx="11467011" cy="2620333"/>
          </a:xfrm>
          <a:prstGeom prst="rect">
            <a:avLst/>
          </a:prstGeom>
          <a:noFill/>
        </p:spPr>
        <p:txBody>
          <a:bodyPr wrap="square">
            <a:spAutoFit/>
          </a:bodyPr>
          <a:lstStyle/>
          <a:p>
            <a:pPr>
              <a:lnSpc>
                <a:spcPts val="1425"/>
              </a:lnSpc>
              <a:buNone/>
            </a:pP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sklearn.feature_extraction.text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TfidfVectorizer</a:t>
            </a:r>
            <a:endParaRPr lang="en-US" b="0" dirty="0">
              <a:solidFill>
                <a:srgbClr val="000000"/>
              </a:solidFill>
              <a:effectLst/>
              <a:latin typeface="Consolas" panose="020B0609020204030204" pitchFamily="49" charset="0"/>
            </a:endParaRPr>
          </a:p>
          <a:p>
            <a:pPr>
              <a:lnSpc>
                <a:spcPts val="1425"/>
              </a:lnSpc>
              <a:buNone/>
            </a:pPr>
            <a:br>
              <a:rPr lang="en-US" b="0" dirty="0">
                <a:solidFill>
                  <a:srgbClr val="000000"/>
                </a:solidFill>
                <a:effectLst/>
                <a:latin typeface="Consolas" panose="020B0609020204030204" pitchFamily="49" charset="0"/>
              </a:rPr>
            </a:br>
            <a:r>
              <a:rPr lang="en-US" b="0" dirty="0" err="1">
                <a:solidFill>
                  <a:srgbClr val="000000"/>
                </a:solidFill>
                <a:effectLst/>
                <a:latin typeface="Consolas" panose="020B0609020204030204" pitchFamily="49" charset="0"/>
              </a:rPr>
              <a:t>tfidf_vectorizer</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TfidfVectorizer</a:t>
            </a:r>
            <a:r>
              <a:rPr lang="en-US" b="0" dirty="0">
                <a:solidFill>
                  <a:srgbClr val="000000"/>
                </a:solidFill>
                <a:effectLst/>
                <a:latin typeface="Consolas" panose="020B0609020204030204" pitchFamily="49" charset="0"/>
              </a:rPr>
              <a:t>()</a:t>
            </a:r>
          </a:p>
          <a:p>
            <a:pPr>
              <a:lnSpc>
                <a:spcPts val="1425"/>
              </a:lnSpc>
              <a:buNone/>
            </a:pPr>
            <a:br>
              <a:rPr lang="en-US" b="0" dirty="0">
                <a:solidFill>
                  <a:srgbClr val="000000"/>
                </a:solidFill>
                <a:effectLst/>
                <a:latin typeface="Consolas" panose="020B0609020204030204" pitchFamily="49" charset="0"/>
              </a:rPr>
            </a:br>
            <a:r>
              <a:rPr lang="en-US" b="0" dirty="0">
                <a:solidFill>
                  <a:srgbClr val="008000"/>
                </a:solidFill>
                <a:effectLst/>
                <a:latin typeface="Consolas" panose="020B0609020204030204" pitchFamily="49" charset="0"/>
              </a:rPr>
              <a:t># Transform the corpus into a document-term matrix</a:t>
            </a:r>
            <a:r>
              <a:rPr lang="en-US" dirty="0">
                <a:solidFill>
                  <a:srgbClr val="008000"/>
                </a:solidFill>
                <a:latin typeface="Consolas" panose="020B0609020204030204" pitchFamily="49" charset="0"/>
              </a:rPr>
              <a:t>, e</a:t>
            </a:r>
            <a:r>
              <a:rPr lang="en-US" b="0" dirty="0">
                <a:solidFill>
                  <a:srgbClr val="008000"/>
                </a:solidFill>
                <a:effectLst/>
                <a:latin typeface="Consolas" panose="020B0609020204030204" pitchFamily="49" charset="0"/>
              </a:rPr>
              <a:t>ach row represents a document in the corpus</a:t>
            </a:r>
            <a:r>
              <a:rPr lang="en-US" dirty="0">
                <a:solidFill>
                  <a:srgbClr val="008000"/>
                </a:solidFill>
                <a:latin typeface="Consolas" panose="020B0609020204030204" pitchFamily="49" charset="0"/>
              </a:rPr>
              <a:t>, e</a:t>
            </a:r>
            <a:r>
              <a:rPr lang="en-US" b="0" dirty="0">
                <a:solidFill>
                  <a:srgbClr val="008000"/>
                </a:solidFill>
                <a:effectLst/>
                <a:latin typeface="Consolas" panose="020B0609020204030204" pitchFamily="49" charset="0"/>
              </a:rPr>
              <a:t>ach column represents a unique word in the corpus</a:t>
            </a:r>
            <a:endParaRPr lang="en-US" b="0" dirty="0">
              <a:solidFill>
                <a:srgbClr val="000000"/>
              </a:solidFill>
              <a:effectLst/>
              <a:latin typeface="Consolas" panose="020B0609020204030204" pitchFamily="49" charset="0"/>
            </a:endParaRPr>
          </a:p>
          <a:p>
            <a:pPr>
              <a:lnSpc>
                <a:spcPts val="1425"/>
              </a:lnSpc>
              <a:buNone/>
            </a:pPr>
            <a:r>
              <a:rPr lang="en-US" b="0" dirty="0" err="1">
                <a:solidFill>
                  <a:srgbClr val="000000"/>
                </a:solidFill>
                <a:effectLst/>
                <a:latin typeface="Consolas" panose="020B0609020204030204" pitchFamily="49" charset="0"/>
              </a:rPr>
              <a:t>X_tfidf</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tfidf_vectorizer.fit_transform</a:t>
            </a:r>
            <a:r>
              <a:rPr lang="en-US" b="0" dirty="0">
                <a:solidFill>
                  <a:srgbClr val="000000"/>
                </a:solidFill>
                <a:effectLst/>
                <a:latin typeface="Consolas" panose="020B0609020204030204" pitchFamily="49" charset="0"/>
              </a:rPr>
              <a:t>(corpus)</a:t>
            </a:r>
          </a:p>
          <a:p>
            <a:pPr>
              <a:lnSpc>
                <a:spcPts val="1425"/>
              </a:lnSpc>
              <a:buNone/>
            </a:pPr>
            <a:br>
              <a:rPr lang="en-US" b="0" dirty="0">
                <a:solidFill>
                  <a:srgbClr val="000000"/>
                </a:solidFill>
                <a:effectLst/>
                <a:latin typeface="Consolas" panose="020B0609020204030204" pitchFamily="49" charset="0"/>
              </a:rPr>
            </a:br>
            <a:r>
              <a:rPr lang="en-US" b="0" dirty="0">
                <a:solidFill>
                  <a:srgbClr val="008000"/>
                </a:solidFill>
                <a:effectLst/>
                <a:latin typeface="Consolas" panose="020B0609020204030204" pitchFamily="49" charset="0"/>
              </a:rPr>
              <a:t># Get the unique words in the corpus</a:t>
            </a:r>
            <a:endParaRPr lang="en-US" b="0" dirty="0">
              <a:solidFill>
                <a:srgbClr val="000000"/>
              </a:solidFill>
              <a:effectLst/>
              <a:latin typeface="Consolas" panose="020B0609020204030204" pitchFamily="49" charset="0"/>
            </a:endParaRPr>
          </a:p>
          <a:p>
            <a:pPr>
              <a:lnSpc>
                <a:spcPts val="1425"/>
              </a:lnSpc>
              <a:buNone/>
            </a:pPr>
            <a:r>
              <a:rPr lang="en-US" b="0" dirty="0">
                <a:solidFill>
                  <a:srgbClr val="000000"/>
                </a:solidFill>
                <a:effectLst/>
                <a:latin typeface="Consolas" panose="020B0609020204030204" pitchFamily="49" charset="0"/>
              </a:rPr>
              <a:t>print(</a:t>
            </a:r>
            <a:r>
              <a:rPr lang="en-US" b="0" dirty="0">
                <a:solidFill>
                  <a:srgbClr val="A31515"/>
                </a:solidFill>
                <a:effectLst/>
                <a:latin typeface="Consolas" panose="020B0609020204030204" pitchFamily="49" charset="0"/>
              </a:rPr>
              <a:t>"\n Unique words in the corpus:\n"</a:t>
            </a:r>
            <a:r>
              <a:rPr lang="en-US" b="0" dirty="0">
                <a:solidFill>
                  <a:srgbClr val="000000"/>
                </a:solidFill>
                <a:effectLst/>
                <a:latin typeface="Consolas" panose="020B0609020204030204" pitchFamily="49" charset="0"/>
              </a:rPr>
              <a:t>)</a:t>
            </a:r>
          </a:p>
          <a:p>
            <a:pPr>
              <a:lnSpc>
                <a:spcPts val="1425"/>
              </a:lnSpc>
              <a:buNone/>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tfidf_vectorizer.get_feature_names_out</a:t>
            </a:r>
            <a:r>
              <a:rPr lang="en-US" b="0" dirty="0">
                <a:solidFill>
                  <a:srgbClr val="000000"/>
                </a:solidFill>
                <a:effectLst/>
                <a:latin typeface="Consolas" panose="020B0609020204030204" pitchFamily="49" charset="0"/>
              </a:rPr>
              <a:t>())</a:t>
            </a:r>
          </a:p>
          <a:p>
            <a:pPr>
              <a:lnSpc>
                <a:spcPts val="1425"/>
              </a:lnSpc>
              <a:buNone/>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print(</a:t>
            </a:r>
            <a:r>
              <a:rPr lang="en-US" b="0" dirty="0">
                <a:solidFill>
                  <a:srgbClr val="A31515"/>
                </a:solidFill>
                <a:effectLst/>
                <a:latin typeface="Consolas" panose="020B0609020204030204" pitchFamily="49" charset="0"/>
              </a:rPr>
              <a:t>"\n All documents in the corpus are represented as a matrix of TF-IDF features:\n"</a:t>
            </a:r>
            <a:r>
              <a:rPr lang="en-US" b="0" dirty="0">
                <a:solidFill>
                  <a:srgbClr val="000000"/>
                </a:solidFill>
                <a:effectLst/>
                <a:latin typeface="Consolas" panose="020B0609020204030204" pitchFamily="49" charset="0"/>
              </a:rPr>
              <a:t>)</a:t>
            </a:r>
          </a:p>
          <a:p>
            <a:pPr>
              <a:lnSpc>
                <a:spcPts val="1425"/>
              </a:lnSpc>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X_tfidf.toarray</a:t>
            </a:r>
            <a:r>
              <a:rPr lang="en-US" b="0" dirty="0">
                <a:solidFill>
                  <a:srgbClr val="000000"/>
                </a:solidFill>
                <a:effectLst/>
                <a:latin typeface="Consolas" panose="020B0609020204030204" pitchFamily="49" charset="0"/>
              </a:rPr>
              <a:t>())</a:t>
            </a:r>
          </a:p>
        </p:txBody>
      </p:sp>
      <p:graphicFrame>
        <p:nvGraphicFramePr>
          <p:cNvPr id="7" name="Table 6">
            <a:extLst>
              <a:ext uri="{FF2B5EF4-FFF2-40B4-BE49-F238E27FC236}">
                <a16:creationId xmlns:a16="http://schemas.microsoft.com/office/drawing/2014/main" id="{FBF9FA20-105E-B3EC-121D-A6BFD65028A8}"/>
              </a:ext>
            </a:extLst>
          </p:cNvPr>
          <p:cNvGraphicFramePr>
            <a:graphicFrameLocks noGrp="1"/>
          </p:cNvGraphicFramePr>
          <p:nvPr>
            <p:extLst>
              <p:ext uri="{D42A27DB-BD31-4B8C-83A1-F6EECF244321}">
                <p14:modId xmlns:p14="http://schemas.microsoft.com/office/powerpoint/2010/main" val="153638166"/>
              </p:ext>
            </p:extLst>
          </p:nvPr>
        </p:nvGraphicFramePr>
        <p:xfrm>
          <a:off x="838200" y="4744430"/>
          <a:ext cx="11024286" cy="762000"/>
        </p:xfrm>
        <a:graphic>
          <a:graphicData uri="http://schemas.openxmlformats.org/drawingml/2006/table">
            <a:tbl>
              <a:tblPr>
                <a:tableStyleId>{5940675A-B579-460E-94D1-54222C63F5DA}</a:tableStyleId>
              </a:tblPr>
              <a:tblGrid>
                <a:gridCol w="848022">
                  <a:extLst>
                    <a:ext uri="{9D8B030D-6E8A-4147-A177-3AD203B41FA5}">
                      <a16:colId xmlns:a16="http://schemas.microsoft.com/office/drawing/2014/main" val="1414958693"/>
                    </a:ext>
                  </a:extLst>
                </a:gridCol>
                <a:gridCol w="848022">
                  <a:extLst>
                    <a:ext uri="{9D8B030D-6E8A-4147-A177-3AD203B41FA5}">
                      <a16:colId xmlns:a16="http://schemas.microsoft.com/office/drawing/2014/main" val="1309878837"/>
                    </a:ext>
                  </a:extLst>
                </a:gridCol>
                <a:gridCol w="848022">
                  <a:extLst>
                    <a:ext uri="{9D8B030D-6E8A-4147-A177-3AD203B41FA5}">
                      <a16:colId xmlns:a16="http://schemas.microsoft.com/office/drawing/2014/main" val="3801465102"/>
                    </a:ext>
                  </a:extLst>
                </a:gridCol>
                <a:gridCol w="848022">
                  <a:extLst>
                    <a:ext uri="{9D8B030D-6E8A-4147-A177-3AD203B41FA5}">
                      <a16:colId xmlns:a16="http://schemas.microsoft.com/office/drawing/2014/main" val="218559903"/>
                    </a:ext>
                  </a:extLst>
                </a:gridCol>
                <a:gridCol w="848022">
                  <a:extLst>
                    <a:ext uri="{9D8B030D-6E8A-4147-A177-3AD203B41FA5}">
                      <a16:colId xmlns:a16="http://schemas.microsoft.com/office/drawing/2014/main" val="1696365720"/>
                    </a:ext>
                  </a:extLst>
                </a:gridCol>
                <a:gridCol w="848022">
                  <a:extLst>
                    <a:ext uri="{9D8B030D-6E8A-4147-A177-3AD203B41FA5}">
                      <a16:colId xmlns:a16="http://schemas.microsoft.com/office/drawing/2014/main" val="3997180810"/>
                    </a:ext>
                  </a:extLst>
                </a:gridCol>
                <a:gridCol w="848022">
                  <a:extLst>
                    <a:ext uri="{9D8B030D-6E8A-4147-A177-3AD203B41FA5}">
                      <a16:colId xmlns:a16="http://schemas.microsoft.com/office/drawing/2014/main" val="4206606825"/>
                    </a:ext>
                  </a:extLst>
                </a:gridCol>
                <a:gridCol w="848022">
                  <a:extLst>
                    <a:ext uri="{9D8B030D-6E8A-4147-A177-3AD203B41FA5}">
                      <a16:colId xmlns:a16="http://schemas.microsoft.com/office/drawing/2014/main" val="701468107"/>
                    </a:ext>
                  </a:extLst>
                </a:gridCol>
                <a:gridCol w="848022">
                  <a:extLst>
                    <a:ext uri="{9D8B030D-6E8A-4147-A177-3AD203B41FA5}">
                      <a16:colId xmlns:a16="http://schemas.microsoft.com/office/drawing/2014/main" val="4248490815"/>
                    </a:ext>
                  </a:extLst>
                </a:gridCol>
                <a:gridCol w="848022">
                  <a:extLst>
                    <a:ext uri="{9D8B030D-6E8A-4147-A177-3AD203B41FA5}">
                      <a16:colId xmlns:a16="http://schemas.microsoft.com/office/drawing/2014/main" val="2724268526"/>
                    </a:ext>
                  </a:extLst>
                </a:gridCol>
                <a:gridCol w="848022">
                  <a:extLst>
                    <a:ext uri="{9D8B030D-6E8A-4147-A177-3AD203B41FA5}">
                      <a16:colId xmlns:a16="http://schemas.microsoft.com/office/drawing/2014/main" val="2999835755"/>
                    </a:ext>
                  </a:extLst>
                </a:gridCol>
                <a:gridCol w="848022">
                  <a:extLst>
                    <a:ext uri="{9D8B030D-6E8A-4147-A177-3AD203B41FA5}">
                      <a16:colId xmlns:a16="http://schemas.microsoft.com/office/drawing/2014/main" val="2379630603"/>
                    </a:ext>
                  </a:extLst>
                </a:gridCol>
                <a:gridCol w="848022">
                  <a:extLst>
                    <a:ext uri="{9D8B030D-6E8A-4147-A177-3AD203B41FA5}">
                      <a16:colId xmlns:a16="http://schemas.microsoft.com/office/drawing/2014/main" val="2925899867"/>
                    </a:ext>
                  </a:extLst>
                </a:gridCol>
              </a:tblGrid>
              <a:tr h="190500">
                <a:tc>
                  <a:txBody>
                    <a:bodyPr/>
                    <a:lstStyle/>
                    <a:p>
                      <a:pPr algn="ctr" fontAlgn="b"/>
                      <a:endParaRPr lang="en-US" sz="1100" b="0" i="0" u="none" strike="noStrike" dirty="0">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a:solidFill>
                            <a:srgbClr val="000000"/>
                          </a:solidFill>
                          <a:effectLst/>
                        </a:rPr>
                        <a:t>ai</a:t>
                      </a:r>
                      <a:endParaRPr lang="en-US" sz="1100" b="0" i="0" u="none" strike="noStrike">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a:solidFill>
                            <a:srgbClr val="000000"/>
                          </a:solidFill>
                          <a:effectLst/>
                        </a:rPr>
                        <a:t>applications</a:t>
                      </a:r>
                      <a:endParaRPr lang="en-US" sz="1100" b="0" i="0" u="none" strike="noStrike">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a:solidFill>
                            <a:srgbClr val="000000"/>
                          </a:solidFill>
                          <a:effectLst/>
                        </a:rPr>
                        <a:t>benefit</a:t>
                      </a:r>
                      <a:endParaRPr lang="en-US" sz="1100" b="0" i="0" u="none" strike="noStrike">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dirty="0">
                          <a:solidFill>
                            <a:srgbClr val="000000"/>
                          </a:solidFill>
                          <a:effectLst/>
                        </a:rPr>
                        <a:t>business</a:t>
                      </a:r>
                      <a:endParaRPr lang="en-US" sz="1100" b="0" i="0" u="none" strike="noStrike" dirty="0">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a:solidFill>
                            <a:srgbClr val="000000"/>
                          </a:solidFill>
                          <a:effectLst/>
                        </a:rPr>
                        <a:t>data</a:t>
                      </a:r>
                      <a:endParaRPr lang="en-US" sz="1100" b="0" i="0" u="none" strike="noStrike">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a:solidFill>
                            <a:srgbClr val="000000"/>
                          </a:solidFill>
                          <a:effectLst/>
                        </a:rPr>
                        <a:t>from</a:t>
                      </a:r>
                      <a:endParaRPr lang="en-US" sz="1100" b="0" i="0" u="none" strike="noStrike">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dirty="0">
                          <a:solidFill>
                            <a:srgbClr val="000000"/>
                          </a:solidFill>
                          <a:effectLst/>
                        </a:rPr>
                        <a:t>language</a:t>
                      </a:r>
                      <a:endParaRPr lang="en-US" sz="1100" b="0" i="0" u="none" strike="noStrike" dirty="0">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a:solidFill>
                            <a:srgbClr val="000000"/>
                          </a:solidFill>
                          <a:effectLst/>
                        </a:rPr>
                        <a:t>large</a:t>
                      </a:r>
                      <a:endParaRPr lang="en-US" sz="1100" b="0" i="0" u="none" strike="noStrike">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a:solidFill>
                            <a:srgbClr val="000000"/>
                          </a:solidFill>
                          <a:effectLst/>
                        </a:rPr>
                        <a:t>learn</a:t>
                      </a:r>
                      <a:endParaRPr lang="en-US" sz="1100" b="0" i="0" u="none" strike="noStrike">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a:solidFill>
                            <a:srgbClr val="000000"/>
                          </a:solidFill>
                          <a:effectLst/>
                        </a:rPr>
                        <a:t>models</a:t>
                      </a:r>
                      <a:endParaRPr lang="en-US" sz="1100" b="0" i="0" u="none" strike="noStrike">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a:solidFill>
                            <a:srgbClr val="000000"/>
                          </a:solidFill>
                          <a:effectLst/>
                        </a:rPr>
                        <a:t>revolutionize</a:t>
                      </a:r>
                      <a:endParaRPr lang="en-US" sz="1100" b="0" i="0" u="none" strike="noStrike">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dirty="0">
                          <a:solidFill>
                            <a:srgbClr val="000000"/>
                          </a:solidFill>
                          <a:effectLst/>
                        </a:rPr>
                        <a:t>text</a:t>
                      </a:r>
                      <a:endParaRPr lang="en-US" sz="1100" b="0" i="0" u="none" strike="noStrike" dirty="0">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extLst>
                  <a:ext uri="{0D108BD9-81ED-4DB2-BD59-A6C34878D82A}">
                    <a16:rowId xmlns:a16="http://schemas.microsoft.com/office/drawing/2014/main" val="2131735114"/>
                  </a:ext>
                </a:extLst>
              </a:tr>
              <a:tr h="190500">
                <a:tc>
                  <a:txBody>
                    <a:bodyPr/>
                    <a:lstStyle/>
                    <a:p>
                      <a:pPr algn="ctr" fontAlgn="b"/>
                      <a:r>
                        <a:rPr lang="en-US" sz="1100" b="0" u="none" strike="noStrike">
                          <a:solidFill>
                            <a:srgbClr val="000000"/>
                          </a:solidFill>
                          <a:effectLst/>
                        </a:rPr>
                        <a:t>Doc 1</a:t>
                      </a:r>
                      <a:endParaRPr lang="en-US" sz="1100" b="0" i="0" u="none" strike="noStrike">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dirty="0">
                          <a:solidFill>
                            <a:srgbClr val="000000"/>
                          </a:solidFill>
                          <a:effectLst/>
                        </a:rPr>
                        <a:t>0</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0.3935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0.3935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0.5174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0.3935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0.5174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dirty="0">
                          <a:solidFill>
                            <a:srgbClr val="000000"/>
                          </a:solidFill>
                          <a:effectLst/>
                        </a:rPr>
                        <a:t>0</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88897757"/>
                  </a:ext>
                </a:extLst>
              </a:tr>
              <a:tr h="190500">
                <a:tc>
                  <a:txBody>
                    <a:bodyPr/>
                    <a:lstStyle/>
                    <a:p>
                      <a:pPr algn="ctr" fontAlgn="b"/>
                      <a:r>
                        <a:rPr lang="en-US" sz="1100" b="0" u="none" strike="noStrike">
                          <a:solidFill>
                            <a:srgbClr val="000000"/>
                          </a:solidFill>
                          <a:effectLst/>
                        </a:rPr>
                        <a:t>Doc 2</a:t>
                      </a:r>
                      <a:endParaRPr lang="en-US" sz="1100" b="0" i="0" u="none" strike="noStrike">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a:solidFill>
                            <a:srgbClr val="000000"/>
                          </a:solidFill>
                          <a:effectLst/>
                        </a:rPr>
                        <a:t>0.4905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0.4905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0.4905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0.373</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0.373</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426356072"/>
                  </a:ext>
                </a:extLst>
              </a:tr>
              <a:tr h="190500">
                <a:tc>
                  <a:txBody>
                    <a:bodyPr/>
                    <a:lstStyle/>
                    <a:p>
                      <a:pPr algn="ctr" fontAlgn="b"/>
                      <a:r>
                        <a:rPr lang="en-US" sz="1100" b="0" u="none" strike="noStrike" dirty="0">
                          <a:solidFill>
                            <a:srgbClr val="000000"/>
                          </a:solidFill>
                          <a:effectLst/>
                        </a:rPr>
                        <a:t>Doc 3</a:t>
                      </a:r>
                      <a:endParaRPr lang="en-US" sz="1100" b="0" i="0" u="none" strike="noStrike" dirty="0">
                        <a:solidFill>
                          <a:srgbClr val="000000"/>
                        </a:solidFill>
                        <a:effectLst/>
                        <a:latin typeface="Aptos Narrow" panose="020B0004020202020204" pitchFamily="34" charset="0"/>
                      </a:endParaRPr>
                    </a:p>
                  </a:txBody>
                  <a:tcPr marL="9525" marR="9525" marT="9525" marB="0" anchor="b">
                    <a:solidFill>
                      <a:schemeClr val="bg1">
                        <a:lumMod val="75000"/>
                      </a:schemeClr>
                    </a:solidFill>
                  </a:tcPr>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0.4595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0.3495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0.3495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0.4595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0.3495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dirty="0">
                          <a:solidFill>
                            <a:srgbClr val="000000"/>
                          </a:solidFill>
                          <a:effectLst/>
                        </a:rPr>
                        <a:t>0.4595</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06804856"/>
                  </a:ext>
                </a:extLst>
              </a:tr>
            </a:tbl>
          </a:graphicData>
        </a:graphic>
      </p:graphicFrame>
    </p:spTree>
    <p:extLst>
      <p:ext uri="{BB962C8B-B14F-4D97-AF65-F5344CB8AC3E}">
        <p14:creationId xmlns:p14="http://schemas.microsoft.com/office/powerpoint/2010/main" val="7961398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10A92E-2F10-8CDE-3D2E-C284F09C0296}"/>
              </a:ext>
            </a:extLst>
          </p:cNvPr>
          <p:cNvSpPr>
            <a:spLocks noGrp="1"/>
          </p:cNvSpPr>
          <p:nvPr>
            <p:ph type="title"/>
          </p:nvPr>
        </p:nvSpPr>
        <p:spPr/>
        <p:txBody>
          <a:bodyPr/>
          <a:lstStyle/>
          <a:p>
            <a:r>
              <a:rPr lang="en-US" dirty="0"/>
              <a:t>Practical Example</a:t>
            </a:r>
          </a:p>
        </p:txBody>
      </p:sp>
      <p:sp>
        <p:nvSpPr>
          <p:cNvPr id="5" name="Text Placeholder 4">
            <a:extLst>
              <a:ext uri="{FF2B5EF4-FFF2-40B4-BE49-F238E27FC236}">
                <a16:creationId xmlns:a16="http://schemas.microsoft.com/office/drawing/2014/main" id="{E0EA96E8-F27D-DB2E-EA0F-AAD3D81E9BA4}"/>
              </a:ext>
            </a:extLst>
          </p:cNvPr>
          <p:cNvSpPr>
            <a:spLocks noGrp="1"/>
          </p:cNvSpPr>
          <p:nvPr>
            <p:ph type="body" idx="1"/>
          </p:nvPr>
        </p:nvSpPr>
        <p:spPr/>
        <p:txBody>
          <a:bodyPr/>
          <a:lstStyle/>
          <a:p>
            <a:pPr algn="l"/>
            <a:r>
              <a:rPr lang="en-US" b="1" i="0" dirty="0">
                <a:solidFill>
                  <a:srgbClr val="29261B"/>
                </a:solidFill>
                <a:effectLst/>
                <a:latin typeface="var(--font-tiempos)"/>
              </a:rPr>
              <a:t>Movie Review Sentiment Analysis Pipeline</a:t>
            </a:r>
          </a:p>
        </p:txBody>
      </p:sp>
    </p:spTree>
    <p:extLst>
      <p:ext uri="{BB962C8B-B14F-4D97-AF65-F5344CB8AC3E}">
        <p14:creationId xmlns:p14="http://schemas.microsoft.com/office/powerpoint/2010/main" val="29390728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137550-11C6-20B2-D443-760FE1A2DEF4}"/>
              </a:ext>
            </a:extLst>
          </p:cNvPr>
          <p:cNvSpPr>
            <a:spLocks noGrp="1"/>
          </p:cNvSpPr>
          <p:nvPr>
            <p:ph type="title"/>
          </p:nvPr>
        </p:nvSpPr>
        <p:spPr/>
        <p:txBody>
          <a:bodyPr>
            <a:normAutofit/>
          </a:bodyPr>
          <a:lstStyle/>
          <a:p>
            <a:r>
              <a:rPr lang="en-US" dirty="0"/>
              <a:t>Sentiment Analysis of Movie Reviews</a:t>
            </a:r>
          </a:p>
        </p:txBody>
      </p:sp>
      <p:sp>
        <p:nvSpPr>
          <p:cNvPr id="3" name="Content Placeholder 2">
            <a:extLst>
              <a:ext uri="{FF2B5EF4-FFF2-40B4-BE49-F238E27FC236}">
                <a16:creationId xmlns:a16="http://schemas.microsoft.com/office/drawing/2014/main" id="{CA818D56-B852-D4FC-E994-990B5F898E18}"/>
              </a:ext>
            </a:extLst>
          </p:cNvPr>
          <p:cNvSpPr>
            <a:spLocks noGrp="1"/>
          </p:cNvSpPr>
          <p:nvPr>
            <p:ph idx="1"/>
          </p:nvPr>
        </p:nvSpPr>
        <p:spPr>
          <a:xfrm>
            <a:off x="838200" y="1706008"/>
            <a:ext cx="10515600" cy="3009684"/>
          </a:xfrm>
        </p:spPr>
        <p:txBody>
          <a:bodyPr/>
          <a:lstStyle/>
          <a:p>
            <a:r>
              <a:rPr lang="en-US" dirty="0"/>
              <a:t>This application will go through the entire text preprocessing pipeline and show how it contributes to a real-world NLP task.</a:t>
            </a:r>
          </a:p>
          <a:p>
            <a:r>
              <a:rPr lang="en-US" dirty="0"/>
              <a:t>Setup:</a:t>
            </a:r>
          </a:p>
          <a:p>
            <a:pPr lvl="1"/>
            <a:r>
              <a:rPr lang="en-US" dirty="0"/>
              <a:t>Dataset: Use a small dataset of movie reviews (positive and negative) - you could use a subset of IMDB reviews or create 10-15 simple examples.</a:t>
            </a:r>
          </a:p>
          <a:p>
            <a:pPr lvl="1"/>
            <a:r>
              <a:rPr lang="en-US" dirty="0"/>
              <a:t>Visual Flow: Create a slide that shows the entire pipeline:</a:t>
            </a:r>
          </a:p>
          <a:p>
            <a:pPr lvl="2"/>
            <a:r>
              <a:rPr lang="en-US" dirty="0"/>
              <a:t>Raw Text → Tokenization → Normalization → Stop Words Removal → Stemming/Lemmatization → </a:t>
            </a:r>
            <a:r>
              <a:rPr lang="en-US" dirty="0" err="1"/>
              <a:t>BoW</a:t>
            </a:r>
            <a:r>
              <a:rPr lang="en-US" dirty="0"/>
              <a:t> → Classification</a:t>
            </a:r>
          </a:p>
        </p:txBody>
      </p:sp>
      <p:sp>
        <p:nvSpPr>
          <p:cNvPr id="5" name="Content Placeholder 2">
            <a:extLst>
              <a:ext uri="{FF2B5EF4-FFF2-40B4-BE49-F238E27FC236}">
                <a16:creationId xmlns:a16="http://schemas.microsoft.com/office/drawing/2014/main" id="{E4B45F60-6A90-D73F-5226-35583B598BAF}"/>
              </a:ext>
            </a:extLst>
          </p:cNvPr>
          <p:cNvSpPr txBox="1">
            <a:spLocks/>
          </p:cNvSpPr>
          <p:nvPr/>
        </p:nvSpPr>
        <p:spPr>
          <a:xfrm>
            <a:off x="4628433" y="5378867"/>
            <a:ext cx="2114006" cy="399925"/>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Click to open code file</a:t>
            </a:r>
          </a:p>
        </p:txBody>
      </p:sp>
      <p:pic>
        <p:nvPicPr>
          <p:cNvPr id="7" name="Graphic 6">
            <a:hlinkClick r:id="rId2"/>
            <a:extLst>
              <a:ext uri="{FF2B5EF4-FFF2-40B4-BE49-F238E27FC236}">
                <a16:creationId xmlns:a16="http://schemas.microsoft.com/office/drawing/2014/main" id="{4E45092A-0334-B657-140F-ACD0923345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981575" y="5151992"/>
            <a:ext cx="1114425" cy="190500"/>
          </a:xfrm>
          <a:prstGeom prst="rect">
            <a:avLst/>
          </a:prstGeom>
        </p:spPr>
      </p:pic>
    </p:spTree>
    <p:extLst>
      <p:ext uri="{BB962C8B-B14F-4D97-AF65-F5344CB8AC3E}">
        <p14:creationId xmlns:p14="http://schemas.microsoft.com/office/powerpoint/2010/main" val="517288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2D1F3C7-1350-E8D3-DB2E-64D5F20C065A}"/>
              </a:ext>
            </a:extLst>
          </p:cNvPr>
          <p:cNvSpPr txBox="1"/>
          <p:nvPr/>
        </p:nvSpPr>
        <p:spPr>
          <a:xfrm>
            <a:off x="378822" y="359939"/>
            <a:ext cx="11188337" cy="6555641"/>
          </a:xfrm>
          <a:prstGeom prst="rect">
            <a:avLst/>
          </a:prstGeom>
          <a:noFill/>
        </p:spPr>
        <p:txBody>
          <a:bodyPr wrap="square">
            <a:spAutoFit/>
          </a:bodyPr>
          <a:lstStyle/>
          <a:p>
            <a:pPr>
              <a:lnSpc>
                <a:spcPts val="1425"/>
              </a:lnSpc>
              <a:buNone/>
            </a:pP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nltk</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pandas </a:t>
            </a:r>
            <a:r>
              <a:rPr lang="en-US" sz="1200" b="0" dirty="0">
                <a:solidFill>
                  <a:srgbClr val="0000FF"/>
                </a:solidFill>
                <a:effectLst/>
                <a:latin typeface="Consolas" panose="020B0609020204030204" pitchFamily="49" charset="0"/>
              </a:rPr>
              <a:t>as</a:t>
            </a:r>
            <a:r>
              <a:rPr lang="en-US" sz="1200" b="0" dirty="0">
                <a:solidFill>
                  <a:srgbClr val="000000"/>
                </a:solidFill>
                <a:effectLst/>
                <a:latin typeface="Consolas" panose="020B0609020204030204" pitchFamily="49" charset="0"/>
              </a:rPr>
              <a:t> pd</a:t>
            </a:r>
          </a:p>
          <a:p>
            <a:pPr>
              <a:lnSpc>
                <a:spcPts val="1425"/>
              </a:lnSpc>
              <a:buNone/>
            </a:pP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re</a:t>
            </a: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nltk.tokenize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word_tokenize</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nltk.corpus</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stopwords</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nltk.stem</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PorterStemmer</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WordNetLemmatizer</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sklearn.feature_extraction.text</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CountVectorizer</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sklearn.model_selection</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train_test_split</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sklearn.naive_bayes</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MultinomialNB</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sklearn.metrics</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accuracy_score</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classification_report</a:t>
            </a:r>
            <a:endParaRPr lang="en-US" sz="1200" b="0" dirty="0">
              <a:solidFill>
                <a:srgbClr val="000000"/>
              </a:solidFill>
              <a:effectLst/>
              <a:latin typeface="Consolas" panose="020B0609020204030204" pitchFamily="49" charset="0"/>
            </a:endParaRP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Download necessary NLTK data</a:t>
            </a:r>
            <a:endParaRPr lang="en-US" sz="1200" b="0" dirty="0">
              <a:solidFill>
                <a:srgbClr val="000000"/>
              </a:solidFill>
              <a:effectLst/>
              <a:latin typeface="Consolas" panose="020B0609020204030204" pitchFamily="49" charset="0"/>
            </a:endParaRPr>
          </a:p>
          <a:p>
            <a:pPr>
              <a:lnSpc>
                <a:spcPts val="1425"/>
              </a:lnSpc>
              <a:buNone/>
            </a:pPr>
            <a:r>
              <a:rPr lang="en-US" sz="1200" b="0" dirty="0" err="1">
                <a:solidFill>
                  <a:srgbClr val="000000"/>
                </a:solidFill>
                <a:effectLst/>
                <a:latin typeface="Consolas" panose="020B0609020204030204" pitchFamily="49" charset="0"/>
              </a:rPr>
              <a:t>nltk.download</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punkt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err="1">
                <a:solidFill>
                  <a:srgbClr val="000000"/>
                </a:solidFill>
                <a:effectLst/>
                <a:latin typeface="Consolas" panose="020B0609020204030204" pitchFamily="49" charset="0"/>
              </a:rPr>
              <a:t>nltk.download</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stopwords</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err="1">
                <a:solidFill>
                  <a:srgbClr val="000000"/>
                </a:solidFill>
                <a:effectLst/>
                <a:latin typeface="Consolas" panose="020B0609020204030204" pitchFamily="49" charset="0"/>
              </a:rPr>
              <a:t>nltk.download</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'wordnet'</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Sample movie reviews dataset</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reviews = [</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"This movie was absolutely fantastic! Great acting and storyline."</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"I loved this film. The characters were so well developed."</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"Amazing cinematography and directing. One of the best films I've seen."</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"The acting was good but the story was too predictable."</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"Terrible movie. I wasted two hours of my life."</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"The special effects were amazing but everything else was boring."</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"I enjoyed the action sequences but the dialogue was poorly written."</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"Brilliant performance by the lead actor! Highly recommended."</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"So disappointing. The trailer was better than the actual movie."</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"A masterpiece of modern cinema. I was captivated throughout."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a:t>
            </a:r>
          </a:p>
          <a:p>
            <a:pPr>
              <a:lnSpc>
                <a:spcPts val="1425"/>
              </a:lnSpc>
            </a:pPr>
            <a:r>
              <a:rPr lang="en-US" sz="1200" b="0" dirty="0">
                <a:solidFill>
                  <a:srgbClr val="000000"/>
                </a:solidFill>
                <a:effectLst/>
                <a:latin typeface="Consolas" panose="020B0609020204030204" pitchFamily="49" charset="0"/>
              </a:rPr>
              <a:t>]</a:t>
            </a:r>
          </a:p>
          <a:p>
            <a:pPr>
              <a:lnSpc>
                <a:spcPts val="1425"/>
              </a:lnSpc>
            </a:pP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8000"/>
                </a:solidFill>
                <a:effectLst/>
                <a:latin typeface="Consolas" panose="020B0609020204030204" pitchFamily="49" charset="0"/>
              </a:rPr>
              <a:t># Create </a:t>
            </a:r>
            <a:r>
              <a:rPr lang="en-US" sz="1200" b="0" dirty="0" err="1">
                <a:solidFill>
                  <a:srgbClr val="008000"/>
                </a:solidFill>
                <a:effectLst/>
                <a:latin typeface="Consolas" panose="020B0609020204030204" pitchFamily="49" charset="0"/>
              </a:rPr>
              <a:t>DataFrame</a:t>
            </a:r>
            <a:endParaRPr lang="en-US" sz="1200" b="0" dirty="0">
              <a:solidFill>
                <a:srgbClr val="000000"/>
              </a:solidFill>
              <a:effectLst/>
              <a:latin typeface="Consolas" panose="020B0609020204030204" pitchFamily="49" charset="0"/>
            </a:endParaRPr>
          </a:p>
          <a:p>
            <a:pPr>
              <a:lnSpc>
                <a:spcPts val="1425"/>
              </a:lnSpc>
              <a:buNone/>
            </a:pP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pd.DataFrame</a:t>
            </a:r>
            <a:r>
              <a:rPr lang="en-US" sz="1200" b="0" dirty="0">
                <a:solidFill>
                  <a:srgbClr val="000000"/>
                </a:solidFill>
                <a:effectLst/>
                <a:latin typeface="Consolas" panose="020B0609020204030204" pitchFamily="49" charset="0"/>
              </a:rPr>
              <a:t>(reviews)</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"Original Data:"</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err="1">
                <a:solidFill>
                  <a:srgbClr val="000000"/>
                </a:solidFill>
                <a:effectLst/>
                <a:latin typeface="Consolas" panose="020B0609020204030204" pitchFamily="49" charset="0"/>
              </a:rPr>
              <a:t>df.head</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"\n"</a:t>
            </a:r>
            <a:r>
              <a:rPr lang="en-US" sz="1200" b="0" dirty="0">
                <a:solidFill>
                  <a:srgbClr val="000000"/>
                </a:solidFill>
                <a:effectLst/>
                <a:latin typeface="Consolas" panose="020B0609020204030204" pitchFamily="49" charset="0"/>
              </a:rPr>
              <a:t>)</a:t>
            </a:r>
          </a:p>
          <a:p>
            <a:pPr>
              <a:lnSpc>
                <a:spcPts val="1425"/>
              </a:lnSpc>
            </a:pPr>
            <a:endParaRPr lang="en-US"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38283541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63F05C-7ED4-A81E-1AA4-60A50CE7FB9A}"/>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D72C821-585F-77A9-F385-F40038517445}"/>
              </a:ext>
            </a:extLst>
          </p:cNvPr>
          <p:cNvSpPr txBox="1"/>
          <p:nvPr/>
        </p:nvSpPr>
        <p:spPr>
          <a:xfrm>
            <a:off x="195943" y="307689"/>
            <a:ext cx="11508377" cy="6376104"/>
          </a:xfrm>
          <a:prstGeom prst="rect">
            <a:avLst/>
          </a:prstGeom>
          <a:noFill/>
        </p:spPr>
        <p:txBody>
          <a:bodyPr wrap="square">
            <a:spAutoFit/>
          </a:bodyPr>
          <a:lstStyle/>
          <a:p>
            <a:pPr>
              <a:lnSpc>
                <a:spcPts val="1425"/>
              </a:lnSpc>
              <a:buNone/>
            </a:pPr>
            <a:r>
              <a:rPr lang="en-US" sz="1200" b="0" dirty="0">
                <a:solidFill>
                  <a:srgbClr val="008000"/>
                </a:solidFill>
                <a:effectLst/>
                <a:latin typeface="Consolas" panose="020B0609020204030204" pitchFamily="49" charset="0"/>
              </a:rPr>
              <a:t># Step 1: Tokenization</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tokenize_text</a:t>
            </a:r>
            <a:r>
              <a:rPr lang="en-US" sz="1200" b="0" dirty="0">
                <a:solidFill>
                  <a:srgbClr val="000000"/>
                </a:solidFill>
                <a:effectLst/>
                <a:latin typeface="Consolas" panose="020B0609020204030204" pitchFamily="49" charset="0"/>
              </a:rPr>
              <a:t>(text):</a:t>
            </a:r>
          </a:p>
          <a:p>
            <a:pPr>
              <a:lnSpc>
                <a:spcPts val="1425"/>
              </a:lnSpc>
              <a:buNone/>
            </a:pPr>
            <a:r>
              <a:rPr lang="en-US" sz="1200" b="0" dirty="0">
                <a:solidFill>
                  <a:srgbClr val="000000"/>
                </a:solidFill>
                <a:effectLst/>
                <a:latin typeface="Consolas" panose="020B0609020204030204" pitchFamily="49" charset="0"/>
              </a:rPr>
              <a:t>    tokens = </a:t>
            </a:r>
            <a:r>
              <a:rPr lang="en-US" sz="1200" b="0" dirty="0" err="1">
                <a:solidFill>
                  <a:srgbClr val="000000"/>
                </a:solidFill>
                <a:effectLst/>
                <a:latin typeface="Consolas" panose="020B0609020204030204" pitchFamily="49" charset="0"/>
              </a:rPr>
              <a:t>word_tokenize</a:t>
            </a:r>
            <a:r>
              <a:rPr lang="en-US" sz="1200" b="0" dirty="0">
                <a:solidFill>
                  <a:srgbClr val="000000"/>
                </a:solidFill>
                <a:effectLst/>
                <a:latin typeface="Consolas" panose="020B0609020204030204" pitchFamily="49" charset="0"/>
              </a:rPr>
              <a:t>(text)</a:t>
            </a:r>
          </a:p>
          <a:p>
            <a:pPr>
              <a:lnSpc>
                <a:spcPts val="1425"/>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"After</a:t>
            </a:r>
            <a:r>
              <a:rPr lang="en-US" sz="1200" b="0" dirty="0">
                <a:solidFill>
                  <a:srgbClr val="A31515"/>
                </a:solidFill>
                <a:effectLst/>
                <a:latin typeface="Consolas" panose="020B0609020204030204" pitchFamily="49" charset="0"/>
              </a:rPr>
              <a:t> tokenization: </a:t>
            </a:r>
            <a:r>
              <a:rPr lang="en-US" sz="1200" b="0" dirty="0">
                <a:solidFill>
                  <a:srgbClr val="000000"/>
                </a:solidFill>
                <a:effectLst/>
                <a:latin typeface="Consolas" panose="020B0609020204030204" pitchFamily="49" charset="0"/>
              </a:rPr>
              <a:t>{tokens}</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tokens</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Step 2: Normalization</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normalize_tokens</a:t>
            </a:r>
            <a:r>
              <a:rPr lang="en-US" sz="1200" b="0" dirty="0">
                <a:solidFill>
                  <a:srgbClr val="000000"/>
                </a:solidFill>
                <a:effectLst/>
                <a:latin typeface="Consolas" panose="020B0609020204030204" pitchFamily="49" charset="0"/>
              </a:rPr>
              <a:t>(tokens):</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Convert to lowercase and remove punctuation</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    normalized = [</a:t>
            </a:r>
            <a:r>
              <a:rPr lang="en-US" sz="1200" b="0" dirty="0" err="1">
                <a:solidFill>
                  <a:srgbClr val="000000"/>
                </a:solidFill>
                <a:effectLst/>
                <a:latin typeface="Consolas" panose="020B0609020204030204" pitchFamily="49" charset="0"/>
              </a:rPr>
              <a:t>re.sub</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r</a:t>
            </a:r>
            <a:r>
              <a:rPr lang="en-US" sz="1200" b="0" dirty="0">
                <a:solidFill>
                  <a:srgbClr val="811F3F"/>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r>
              <a:rPr lang="en-US" sz="1200" b="0" dirty="0">
                <a:solidFill>
                  <a:srgbClr val="811F3F"/>
                </a:solidFill>
                <a:effectLst/>
                <a:latin typeface="Consolas" panose="020B0609020204030204" pitchFamily="49" charset="0"/>
              </a:rPr>
              <a:t>\w\s]'</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token.lower</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tokens]</a:t>
            </a:r>
          </a:p>
          <a:p>
            <a:pPr>
              <a:lnSpc>
                <a:spcPts val="1425"/>
              </a:lnSpc>
              <a:buNone/>
            </a:pPr>
            <a:r>
              <a:rPr lang="en-US" sz="1200" b="0" dirty="0">
                <a:solidFill>
                  <a:srgbClr val="000000"/>
                </a:solidFill>
                <a:effectLst/>
                <a:latin typeface="Consolas" panose="020B0609020204030204" pitchFamily="49" charset="0"/>
              </a:rPr>
              <a:t>    normalized = [token </a:t>
            </a: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normalized </a:t>
            </a:r>
            <a:r>
              <a:rPr lang="en-US" sz="1200" b="0" dirty="0">
                <a:solidFill>
                  <a:srgbClr val="0000FF"/>
                </a:solidFill>
                <a:effectLst/>
                <a:latin typeface="Consolas" panose="020B0609020204030204" pitchFamily="49" charset="0"/>
              </a:rPr>
              <a:t>if</a:t>
            </a:r>
            <a:r>
              <a:rPr lang="en-US" sz="1200" b="0" dirty="0">
                <a:solidFill>
                  <a:srgbClr val="000000"/>
                </a:solidFill>
                <a:effectLst/>
                <a:latin typeface="Consolas" panose="020B0609020204030204" pitchFamily="49" charset="0"/>
              </a:rPr>
              <a:t> token]  </a:t>
            </a:r>
            <a:r>
              <a:rPr lang="en-US" sz="1200" b="0" dirty="0">
                <a:solidFill>
                  <a:srgbClr val="008000"/>
                </a:solidFill>
                <a:effectLst/>
                <a:latin typeface="Consolas" panose="020B0609020204030204" pitchFamily="49" charset="0"/>
              </a:rPr>
              <a:t># Remove empty strings</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"After</a:t>
            </a:r>
            <a:r>
              <a:rPr lang="en-US" sz="1200" b="0" dirty="0">
                <a:solidFill>
                  <a:srgbClr val="A31515"/>
                </a:solidFill>
                <a:effectLst/>
                <a:latin typeface="Consolas" panose="020B0609020204030204" pitchFamily="49" charset="0"/>
              </a:rPr>
              <a:t> normalization: </a:t>
            </a:r>
            <a:r>
              <a:rPr lang="en-US" sz="1200" b="0" dirty="0">
                <a:solidFill>
                  <a:srgbClr val="000000"/>
                </a:solidFill>
                <a:effectLst/>
                <a:latin typeface="Consolas" panose="020B0609020204030204" pitchFamily="49" charset="0"/>
              </a:rPr>
              <a:t>{normalized}</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normalized</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Step 3: Remove stop words</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remove_stopwords</a:t>
            </a:r>
            <a:r>
              <a:rPr lang="en-US" sz="1200" b="0" dirty="0">
                <a:solidFill>
                  <a:srgbClr val="000000"/>
                </a:solidFill>
                <a:effectLst/>
                <a:latin typeface="Consolas" panose="020B0609020204030204" pitchFamily="49" charset="0"/>
              </a:rPr>
              <a:t>(tokens):</a:t>
            </a:r>
          </a:p>
          <a:p>
            <a:pPr>
              <a:lnSpc>
                <a:spcPts val="1425"/>
              </a:lnSpc>
              <a:buNone/>
            </a:pP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stop_words</a:t>
            </a:r>
            <a:r>
              <a:rPr lang="en-US" sz="1200" b="0" dirty="0">
                <a:solidFill>
                  <a:srgbClr val="000000"/>
                </a:solidFill>
                <a:effectLst/>
                <a:latin typeface="Consolas" panose="020B0609020204030204" pitchFamily="49" charset="0"/>
              </a:rPr>
              <a:t> = set(</a:t>
            </a:r>
            <a:r>
              <a:rPr lang="en-US" sz="1200" b="0" dirty="0" err="1">
                <a:solidFill>
                  <a:srgbClr val="000000"/>
                </a:solidFill>
                <a:effectLst/>
                <a:latin typeface="Consolas" panose="020B0609020204030204" pitchFamily="49" charset="0"/>
              </a:rPr>
              <a:t>stopwords.words</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english</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filtered = [token </a:t>
            </a: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tokens </a:t>
            </a:r>
            <a:r>
              <a:rPr lang="en-US" sz="1200" b="0" dirty="0">
                <a:solidFill>
                  <a:srgbClr val="0000FF"/>
                </a:solidFill>
                <a:effectLst/>
                <a:latin typeface="Consolas" panose="020B0609020204030204" pitchFamily="49" charset="0"/>
              </a:rPr>
              <a:t>if</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not</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stop_words</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"After</a:t>
            </a:r>
            <a:r>
              <a:rPr lang="en-US" sz="1200" b="0" dirty="0">
                <a:solidFill>
                  <a:srgbClr val="A31515"/>
                </a:solidFill>
                <a:effectLst/>
                <a:latin typeface="Consolas" panose="020B0609020204030204" pitchFamily="49" charset="0"/>
              </a:rPr>
              <a:t> </a:t>
            </a:r>
            <a:r>
              <a:rPr lang="en-US" sz="1200" b="0" dirty="0" err="1">
                <a:solidFill>
                  <a:srgbClr val="A31515"/>
                </a:solidFill>
                <a:effectLst/>
                <a:latin typeface="Consolas" panose="020B0609020204030204" pitchFamily="49" charset="0"/>
              </a:rPr>
              <a:t>stopword</a:t>
            </a:r>
            <a:r>
              <a:rPr lang="en-US" sz="1200" b="0" dirty="0">
                <a:solidFill>
                  <a:srgbClr val="A31515"/>
                </a:solidFill>
                <a:effectLst/>
                <a:latin typeface="Consolas" panose="020B0609020204030204" pitchFamily="49" charset="0"/>
              </a:rPr>
              <a:t> removal: </a:t>
            </a:r>
            <a:r>
              <a:rPr lang="en-US" sz="1200" b="0" dirty="0">
                <a:solidFill>
                  <a:srgbClr val="000000"/>
                </a:solidFill>
                <a:effectLst/>
                <a:latin typeface="Consolas" panose="020B0609020204030204" pitchFamily="49" charset="0"/>
              </a:rPr>
              <a:t>{filtered}</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filtered</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Step 4a: Stemming</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stem_tokens</a:t>
            </a:r>
            <a:r>
              <a:rPr lang="en-US" sz="1200" b="0" dirty="0">
                <a:solidFill>
                  <a:srgbClr val="000000"/>
                </a:solidFill>
                <a:effectLst/>
                <a:latin typeface="Consolas" panose="020B0609020204030204" pitchFamily="49" charset="0"/>
              </a:rPr>
              <a:t>(tokens):</a:t>
            </a:r>
          </a:p>
          <a:p>
            <a:pPr>
              <a:lnSpc>
                <a:spcPts val="1425"/>
              </a:lnSpc>
              <a:buNone/>
            </a:pPr>
            <a:r>
              <a:rPr lang="en-US" sz="1200" b="0" dirty="0">
                <a:solidFill>
                  <a:srgbClr val="000000"/>
                </a:solidFill>
                <a:effectLst/>
                <a:latin typeface="Consolas" panose="020B0609020204030204" pitchFamily="49" charset="0"/>
              </a:rPr>
              <a:t>    stemmer = </a:t>
            </a:r>
            <a:r>
              <a:rPr lang="en-US" sz="1200" b="0" dirty="0" err="1">
                <a:solidFill>
                  <a:srgbClr val="000000"/>
                </a:solidFill>
                <a:effectLst/>
                <a:latin typeface="Consolas" panose="020B0609020204030204" pitchFamily="49" charset="0"/>
              </a:rPr>
              <a:t>PorterStemmer</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stemmed = [</a:t>
            </a:r>
            <a:r>
              <a:rPr lang="en-US" sz="1200" b="0" dirty="0" err="1">
                <a:solidFill>
                  <a:srgbClr val="000000"/>
                </a:solidFill>
                <a:effectLst/>
                <a:latin typeface="Consolas" panose="020B0609020204030204" pitchFamily="49" charset="0"/>
              </a:rPr>
              <a:t>stemmer.stem</a:t>
            </a:r>
            <a:r>
              <a:rPr lang="en-US" sz="1200" b="0" dirty="0">
                <a:solidFill>
                  <a:srgbClr val="000000"/>
                </a:solidFill>
                <a:effectLst/>
                <a:latin typeface="Consolas" panose="020B0609020204030204" pitchFamily="49" charset="0"/>
              </a:rPr>
              <a:t>(token) </a:t>
            </a: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tokens]</a:t>
            </a:r>
          </a:p>
          <a:p>
            <a:pPr>
              <a:lnSpc>
                <a:spcPts val="1425"/>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"After</a:t>
            </a:r>
            <a:r>
              <a:rPr lang="en-US" sz="1200" b="0" dirty="0">
                <a:solidFill>
                  <a:srgbClr val="A31515"/>
                </a:solidFill>
                <a:effectLst/>
                <a:latin typeface="Consolas" panose="020B0609020204030204" pitchFamily="49" charset="0"/>
              </a:rPr>
              <a:t> stemming: </a:t>
            </a:r>
            <a:r>
              <a:rPr lang="en-US" sz="1200" b="0" dirty="0">
                <a:solidFill>
                  <a:srgbClr val="000000"/>
                </a:solidFill>
                <a:effectLst/>
                <a:latin typeface="Consolas" panose="020B0609020204030204" pitchFamily="49" charset="0"/>
              </a:rPr>
              <a:t>{stemmed}</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stemmed</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Step 4b: Lemmatization</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lemmatize_tokens</a:t>
            </a:r>
            <a:r>
              <a:rPr lang="en-US" sz="1200" b="0" dirty="0">
                <a:solidFill>
                  <a:srgbClr val="000000"/>
                </a:solidFill>
                <a:effectLst/>
                <a:latin typeface="Consolas" panose="020B0609020204030204" pitchFamily="49" charset="0"/>
              </a:rPr>
              <a:t>(tokens):</a:t>
            </a:r>
          </a:p>
          <a:p>
            <a:pPr>
              <a:lnSpc>
                <a:spcPts val="1425"/>
              </a:lnSpc>
              <a:buNone/>
            </a:pP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lemmatizer</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WordNetLemmatizer</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lemmatized = [</a:t>
            </a:r>
            <a:r>
              <a:rPr lang="en-US" sz="1200" b="0" dirty="0" err="1">
                <a:solidFill>
                  <a:srgbClr val="000000"/>
                </a:solidFill>
                <a:effectLst/>
                <a:latin typeface="Consolas" panose="020B0609020204030204" pitchFamily="49" charset="0"/>
              </a:rPr>
              <a:t>lemmatizer.lemmatize</a:t>
            </a:r>
            <a:r>
              <a:rPr lang="en-US" sz="1200" b="0" dirty="0">
                <a:solidFill>
                  <a:srgbClr val="000000"/>
                </a:solidFill>
                <a:effectLst/>
                <a:latin typeface="Consolas" panose="020B0609020204030204" pitchFamily="49" charset="0"/>
              </a:rPr>
              <a:t>(token) </a:t>
            </a: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tokens]</a:t>
            </a:r>
          </a:p>
          <a:p>
            <a:pPr>
              <a:lnSpc>
                <a:spcPts val="1425"/>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"After</a:t>
            </a:r>
            <a:r>
              <a:rPr lang="en-US" sz="1200" b="0" dirty="0">
                <a:solidFill>
                  <a:srgbClr val="A31515"/>
                </a:solidFill>
                <a:effectLst/>
                <a:latin typeface="Consolas" panose="020B0609020204030204" pitchFamily="49" charset="0"/>
              </a:rPr>
              <a:t> lemmatization: </a:t>
            </a:r>
            <a:r>
              <a:rPr lang="en-US" sz="1200" b="0" dirty="0">
                <a:solidFill>
                  <a:srgbClr val="000000"/>
                </a:solidFill>
                <a:effectLst/>
                <a:latin typeface="Consolas" panose="020B0609020204030204" pitchFamily="49" charset="0"/>
              </a:rPr>
              <a:t>{lemmatized}</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lemmatized</a:t>
            </a:r>
          </a:p>
        </p:txBody>
      </p:sp>
    </p:spTree>
    <p:extLst>
      <p:ext uri="{BB962C8B-B14F-4D97-AF65-F5344CB8AC3E}">
        <p14:creationId xmlns:p14="http://schemas.microsoft.com/office/powerpoint/2010/main" val="40666240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51003-FB54-8F8A-86EB-8558D151198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D8AF12-87DE-57A8-CC84-2D601E00B4EE}"/>
              </a:ext>
            </a:extLst>
          </p:cNvPr>
          <p:cNvSpPr txBox="1"/>
          <p:nvPr/>
        </p:nvSpPr>
        <p:spPr>
          <a:xfrm>
            <a:off x="189412" y="-28357"/>
            <a:ext cx="11567160" cy="6914713"/>
          </a:xfrm>
          <a:prstGeom prst="rect">
            <a:avLst/>
          </a:prstGeom>
          <a:noFill/>
        </p:spPr>
        <p:txBody>
          <a:bodyPr wrap="square">
            <a:spAutoFit/>
          </a:bodyPr>
          <a:lstStyle/>
          <a:p>
            <a:pPr>
              <a:lnSpc>
                <a:spcPts val="1425"/>
              </a:lnSpc>
              <a:buNone/>
            </a:pPr>
            <a:r>
              <a:rPr lang="en-US" sz="1200" b="0" dirty="0">
                <a:solidFill>
                  <a:srgbClr val="008000"/>
                </a:solidFill>
                <a:effectLst/>
                <a:latin typeface="Consolas" panose="020B0609020204030204" pitchFamily="49" charset="0"/>
              </a:rPr>
              <a:t># Complete preprocessing pipeline</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preprocess_text</a:t>
            </a:r>
            <a:r>
              <a:rPr lang="en-US" sz="1200" b="0" dirty="0">
                <a:solidFill>
                  <a:srgbClr val="000000"/>
                </a:solidFill>
                <a:effectLst/>
                <a:latin typeface="Consolas" panose="020B0609020204030204" pitchFamily="49" charset="0"/>
              </a:rPr>
              <a:t>(text, </a:t>
            </a:r>
            <a:r>
              <a:rPr lang="en-US" sz="1200" b="0" dirty="0" err="1">
                <a:solidFill>
                  <a:srgbClr val="000000"/>
                </a:solidFill>
                <a:effectLst/>
                <a:latin typeface="Consolas" panose="020B0609020204030204" pitchFamily="49" charset="0"/>
              </a:rPr>
              <a:t>use_stemming</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True</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tokens = </a:t>
            </a:r>
            <a:r>
              <a:rPr lang="en-US" sz="1200" b="0" dirty="0" err="1">
                <a:solidFill>
                  <a:srgbClr val="000000"/>
                </a:solidFill>
                <a:effectLst/>
                <a:latin typeface="Consolas" panose="020B0609020204030204" pitchFamily="49" charset="0"/>
              </a:rPr>
              <a:t>tokenize_text</a:t>
            </a:r>
            <a:r>
              <a:rPr lang="en-US" sz="1200" b="0" dirty="0">
                <a:solidFill>
                  <a:srgbClr val="000000"/>
                </a:solidFill>
                <a:effectLst/>
                <a:latin typeface="Consolas" panose="020B0609020204030204" pitchFamily="49" charset="0"/>
              </a:rPr>
              <a:t>(text)</a:t>
            </a:r>
          </a:p>
          <a:p>
            <a:pPr>
              <a:lnSpc>
                <a:spcPts val="1425"/>
              </a:lnSpc>
              <a:buNone/>
            </a:pP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normalized_tokens</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normalize_tokens</a:t>
            </a:r>
            <a:r>
              <a:rPr lang="en-US" sz="1200" b="0" dirty="0">
                <a:solidFill>
                  <a:srgbClr val="000000"/>
                </a:solidFill>
                <a:effectLst/>
                <a:latin typeface="Consolas" panose="020B0609020204030204" pitchFamily="49" charset="0"/>
              </a:rPr>
              <a:t>(tokens)</a:t>
            </a:r>
          </a:p>
          <a:p>
            <a:pPr>
              <a:lnSpc>
                <a:spcPts val="1425"/>
              </a:lnSpc>
              <a:buNone/>
            </a:pP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no_stopwords</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remove_stopwords</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normalized_tokens</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use_stemming</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stem_tokens</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no_stopwords</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else</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lemmatize_tokens</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no_stopwords</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Demonstrate the preprocessing pipeline on one example</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"PREPROCESSING PIPELINE DEMONSTRATION:"</a:t>
            </a:r>
            <a:r>
              <a:rPr lang="en-US" sz="1200" b="0" dirty="0">
                <a:solidFill>
                  <a:srgbClr val="000000"/>
                </a:solidFill>
                <a:effectLst/>
                <a:latin typeface="Consolas" panose="020B0609020204030204" pitchFamily="49" charset="0"/>
              </a:rPr>
              <a:t>)</a:t>
            </a:r>
          </a:p>
          <a:p>
            <a:pPr>
              <a:lnSpc>
                <a:spcPts val="1425"/>
              </a:lnSpc>
              <a:buNone/>
            </a:pPr>
            <a:r>
              <a:rPr lang="en-US" sz="1200" b="0" dirty="0" err="1">
                <a:solidFill>
                  <a:srgbClr val="000000"/>
                </a:solidFill>
                <a:effectLst/>
                <a:latin typeface="Consolas" panose="020B0609020204030204" pitchFamily="49" charset="0"/>
              </a:rPr>
              <a:t>sample_text</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"Original</a:t>
            </a:r>
            <a:r>
              <a:rPr lang="en-US" sz="1200" b="0" dirty="0">
                <a:solidFill>
                  <a:srgbClr val="A31515"/>
                </a:solidFill>
                <a:effectLst/>
                <a:latin typeface="Consolas" panose="020B0609020204030204" pitchFamily="49" charset="0"/>
              </a:rPr>
              <a:t> text: '</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sample_text</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err="1">
                <a:solidFill>
                  <a:srgbClr val="000000"/>
                </a:solidFill>
                <a:effectLst/>
                <a:latin typeface="Consolas" panose="020B0609020204030204" pitchFamily="49" charset="0"/>
              </a:rPr>
              <a:t>processed_tokens</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preprocess_text</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sample_text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use_stemming</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True</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"\n"</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Process all reviews</a:t>
            </a:r>
            <a:endParaRPr lang="en-US" sz="1200" b="0" dirty="0">
              <a:solidFill>
                <a:srgbClr val="000000"/>
              </a:solidFill>
              <a:effectLst/>
              <a:latin typeface="Consolas" panose="020B0609020204030204" pitchFamily="49" charset="0"/>
            </a:endParaRPr>
          </a:p>
          <a:p>
            <a:pPr>
              <a:lnSpc>
                <a:spcPts val="1425"/>
              </a:lnSpc>
              <a:buNone/>
            </a:pP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processed_text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].apply(</a:t>
            </a:r>
            <a:r>
              <a:rPr lang="en-US" sz="1200" b="0" dirty="0">
                <a:solidFill>
                  <a:srgbClr val="0000FF"/>
                </a:solidFill>
                <a:effectLst/>
                <a:latin typeface="Consolas" panose="020B0609020204030204" pitchFamily="49" charset="0"/>
              </a:rPr>
              <a:t>lambda</a:t>
            </a:r>
            <a:r>
              <a:rPr lang="en-US" sz="1200" b="0" dirty="0">
                <a:solidFill>
                  <a:srgbClr val="000000"/>
                </a:solidFill>
                <a:effectLst/>
                <a:latin typeface="Consolas" panose="020B0609020204030204" pitchFamily="49" charset="0"/>
              </a:rPr>
              <a:t> x: </a:t>
            </a:r>
            <a:r>
              <a:rPr lang="en-US" sz="1200" b="0" dirty="0">
                <a:solidFill>
                  <a:srgbClr val="A31515"/>
                </a:solidFill>
                <a:effectLst/>
                <a:latin typeface="Consolas" panose="020B0609020204030204" pitchFamily="49" charset="0"/>
              </a:rPr>
              <a:t>' '</a:t>
            </a:r>
            <a:r>
              <a:rPr lang="en-US" sz="1200" b="0" dirty="0">
                <a:solidFill>
                  <a:srgbClr val="000000"/>
                </a:solidFill>
                <a:effectLst/>
                <a:latin typeface="Consolas" panose="020B0609020204030204" pitchFamily="49" charset="0"/>
              </a:rPr>
              <a:t>.join(</a:t>
            </a:r>
            <a:r>
              <a:rPr lang="en-US" sz="1200" b="0" dirty="0" err="1">
                <a:solidFill>
                  <a:srgbClr val="000000"/>
                </a:solidFill>
                <a:effectLst/>
                <a:latin typeface="Consolas" panose="020B0609020204030204" pitchFamily="49" charset="0"/>
              </a:rPr>
              <a:t>preprocess_text</a:t>
            </a:r>
            <a:r>
              <a:rPr lang="en-US" sz="1200" b="0" dirty="0">
                <a:solidFill>
                  <a:srgbClr val="000000"/>
                </a:solidFill>
                <a:effectLst/>
                <a:latin typeface="Consolas" panose="020B0609020204030204" pitchFamily="49" charset="0"/>
              </a:rPr>
              <a:t>(x, </a:t>
            </a:r>
            <a:r>
              <a:rPr lang="en-US" sz="1200" b="0" dirty="0" err="1">
                <a:solidFill>
                  <a:srgbClr val="000000"/>
                </a:solidFill>
                <a:effectLst/>
                <a:latin typeface="Consolas" panose="020B0609020204030204" pitchFamily="49" charset="0"/>
              </a:rPr>
              <a:t>use_stemming</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True</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"Processed Reviews:"</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processed_text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]].head())</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"\n"</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Step 5: Bag of Words representation</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vectorizer = </a:t>
            </a:r>
            <a:r>
              <a:rPr lang="en-US" sz="1200" b="0" dirty="0" err="1">
                <a:solidFill>
                  <a:srgbClr val="000000"/>
                </a:solidFill>
                <a:effectLst/>
                <a:latin typeface="Consolas" panose="020B0609020204030204" pitchFamily="49" charset="0"/>
              </a:rPr>
              <a:t>CountVectorizer</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X = </a:t>
            </a:r>
            <a:r>
              <a:rPr lang="en-US" sz="1200" b="0" dirty="0" err="1">
                <a:solidFill>
                  <a:srgbClr val="000000"/>
                </a:solidFill>
                <a:effectLst/>
                <a:latin typeface="Consolas" panose="020B0609020204030204" pitchFamily="49" charset="0"/>
              </a:rPr>
              <a:t>vectorizer.fit_transform</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processed_text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Show vocabulary</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"Bag of Words Vocabulary:"</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err="1">
                <a:solidFill>
                  <a:srgbClr val="000000"/>
                </a:solidFill>
                <a:effectLst/>
                <a:latin typeface="Consolas" panose="020B0609020204030204" pitchFamily="49" charset="0"/>
              </a:rPr>
              <a:t>vectorizer.get_feature_names_out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"\n"</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Show BOW representation for first few documents</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"BOW Matrix (First 3 Documents):"</a:t>
            </a:r>
            <a:r>
              <a:rPr lang="en-US" sz="1200" b="0" dirty="0">
                <a:solidFill>
                  <a:srgbClr val="000000"/>
                </a:solidFill>
                <a:effectLst/>
                <a:latin typeface="Consolas" panose="020B0609020204030204" pitchFamily="49" charset="0"/>
              </a:rPr>
              <a:t>)</a:t>
            </a:r>
          </a:p>
          <a:p>
            <a:pPr>
              <a:lnSpc>
                <a:spcPts val="1425"/>
              </a:lnSpc>
              <a:buNone/>
            </a:pPr>
            <a:r>
              <a:rPr lang="en-US" sz="1200" b="0" dirty="0" err="1">
                <a:solidFill>
                  <a:srgbClr val="000000"/>
                </a:solidFill>
                <a:effectLst/>
                <a:latin typeface="Consolas" panose="020B0609020204030204" pitchFamily="49" charset="0"/>
              </a:rPr>
              <a:t>bow_df</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pd.DataFrame</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X.toarray</a:t>
            </a:r>
            <a:r>
              <a:rPr lang="en-US" sz="1200" b="0" dirty="0">
                <a:solidFill>
                  <a:srgbClr val="000000"/>
                </a:solidFill>
                <a:effectLst/>
                <a:latin typeface="Consolas" panose="020B0609020204030204" pitchFamily="49" charset="0"/>
              </a:rPr>
              <a:t>(), columns=</a:t>
            </a:r>
            <a:r>
              <a:rPr lang="en-US" sz="1200" b="0" dirty="0" err="1">
                <a:solidFill>
                  <a:srgbClr val="000000"/>
                </a:solidFill>
                <a:effectLst/>
                <a:latin typeface="Consolas" panose="020B0609020204030204" pitchFamily="49" charset="0"/>
              </a:rPr>
              <a:t>vectorizer.get_feature_names_out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err="1">
                <a:solidFill>
                  <a:srgbClr val="000000"/>
                </a:solidFill>
                <a:effectLst/>
                <a:latin typeface="Consolas" panose="020B0609020204030204" pitchFamily="49" charset="0"/>
              </a:rPr>
              <a:t>bow_df.head</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3</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"\n"</a:t>
            </a:r>
            <a:r>
              <a:rPr lang="en-US"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3184734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5A0E5-2076-8DAF-F901-8E7F82D2448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87810EE-8111-BD9B-4A1B-7D196A06E838}"/>
              </a:ext>
            </a:extLst>
          </p:cNvPr>
          <p:cNvSpPr txBox="1"/>
          <p:nvPr/>
        </p:nvSpPr>
        <p:spPr>
          <a:xfrm>
            <a:off x="58783" y="515022"/>
            <a:ext cx="12579531" cy="6095066"/>
          </a:xfrm>
          <a:prstGeom prst="rect">
            <a:avLst/>
          </a:prstGeom>
          <a:noFill/>
        </p:spPr>
        <p:txBody>
          <a:bodyPr wrap="square">
            <a:spAutoFit/>
          </a:bodyPr>
          <a:lstStyle/>
          <a:p>
            <a:pPr>
              <a:lnSpc>
                <a:spcPts val="1200"/>
              </a:lnSpc>
              <a:buNone/>
            </a:pPr>
            <a:r>
              <a:rPr lang="en-US" sz="1200" b="0" dirty="0">
                <a:solidFill>
                  <a:srgbClr val="008000"/>
                </a:solidFill>
                <a:effectLst/>
                <a:latin typeface="Consolas" panose="020B0609020204030204" pitchFamily="49" charset="0"/>
              </a:rPr>
              <a:t># Step 6: Simple classifier</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X_train, </a:t>
            </a:r>
            <a:r>
              <a:rPr lang="en-US" sz="1200" b="0" dirty="0" err="1">
                <a:solidFill>
                  <a:srgbClr val="000000"/>
                </a:solidFill>
                <a:effectLst/>
                <a:latin typeface="Consolas" panose="020B0609020204030204" pitchFamily="49" charset="0"/>
              </a:rPr>
              <a:t>X_test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y_train</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y_test</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train_test_split</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    X, </a:t>
            </a: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test_size</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0.3</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random_state</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42</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Train a Naive Bayes classifier</a:t>
            </a:r>
            <a:endParaRPr lang="en-US" sz="1200" b="0" dirty="0">
              <a:solidFill>
                <a:srgbClr val="000000"/>
              </a:solidFill>
              <a:effectLst/>
              <a:latin typeface="Consolas" panose="020B0609020204030204" pitchFamily="49" charset="0"/>
            </a:endParaRPr>
          </a:p>
          <a:p>
            <a:pPr>
              <a:lnSpc>
                <a:spcPts val="1200"/>
              </a:lnSpc>
              <a:buNone/>
            </a:pPr>
            <a:r>
              <a:rPr lang="en-US" sz="1200" b="0" dirty="0" err="1">
                <a:solidFill>
                  <a:srgbClr val="000000"/>
                </a:solidFill>
                <a:effectLst/>
                <a:latin typeface="Consolas" panose="020B0609020204030204" pitchFamily="49" charset="0"/>
              </a:rPr>
              <a:t>clf</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MultinomialNB</a:t>
            </a:r>
            <a:r>
              <a:rPr lang="en-US" sz="1200" b="0" dirty="0">
                <a:solidFill>
                  <a:srgbClr val="000000"/>
                </a:solidFill>
                <a:effectLst/>
                <a:latin typeface="Consolas" panose="020B0609020204030204" pitchFamily="49" charset="0"/>
              </a:rPr>
              <a:t>()</a:t>
            </a:r>
          </a:p>
          <a:p>
            <a:pPr>
              <a:lnSpc>
                <a:spcPts val="1200"/>
              </a:lnSpc>
              <a:buNone/>
            </a:pPr>
            <a:r>
              <a:rPr lang="en-US" sz="1200" b="0" dirty="0" err="1">
                <a:solidFill>
                  <a:srgbClr val="000000"/>
                </a:solidFill>
                <a:effectLst/>
                <a:latin typeface="Consolas" panose="020B0609020204030204" pitchFamily="49" charset="0"/>
              </a:rPr>
              <a:t>clf.fit</a:t>
            </a:r>
            <a:r>
              <a:rPr lang="en-US" sz="1200" b="0" dirty="0">
                <a:solidFill>
                  <a:srgbClr val="000000"/>
                </a:solidFill>
                <a:effectLst/>
                <a:latin typeface="Consolas" panose="020B0609020204030204" pitchFamily="49" charset="0"/>
              </a:rPr>
              <a:t>(X_train, </a:t>
            </a:r>
            <a:r>
              <a:rPr lang="en-US" sz="1200" b="0" dirty="0" err="1">
                <a:solidFill>
                  <a:srgbClr val="000000"/>
                </a:solidFill>
                <a:effectLst/>
                <a:latin typeface="Consolas" panose="020B0609020204030204" pitchFamily="49" charset="0"/>
              </a:rPr>
              <a:t>y_train</a:t>
            </a:r>
            <a:r>
              <a:rPr lang="en-US" sz="1200" b="0" dirty="0">
                <a:solidFill>
                  <a:srgbClr val="000000"/>
                </a:solidFill>
                <a:effectLst/>
                <a:latin typeface="Consolas" panose="020B0609020204030204" pitchFamily="49" charset="0"/>
              </a:rPr>
              <a: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Make predictions</a:t>
            </a:r>
            <a:endParaRPr lang="en-US" sz="1200" b="0" dirty="0">
              <a:solidFill>
                <a:srgbClr val="000000"/>
              </a:solidFill>
              <a:effectLst/>
              <a:latin typeface="Consolas" panose="020B0609020204030204" pitchFamily="49" charset="0"/>
            </a:endParaRPr>
          </a:p>
          <a:p>
            <a:pPr>
              <a:lnSpc>
                <a:spcPts val="1200"/>
              </a:lnSpc>
              <a:buNone/>
            </a:pPr>
            <a:r>
              <a:rPr lang="en-US" sz="1200" b="0" dirty="0" err="1">
                <a:solidFill>
                  <a:srgbClr val="000000"/>
                </a:solidFill>
                <a:effectLst/>
                <a:latin typeface="Consolas" panose="020B0609020204030204" pitchFamily="49" charset="0"/>
              </a:rPr>
              <a:t>y_pred</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clf.predict</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X_test</a:t>
            </a:r>
            <a:r>
              <a:rPr lang="en-US" sz="1200" b="0" dirty="0">
                <a:solidFill>
                  <a:srgbClr val="000000"/>
                </a:solidFill>
                <a:effectLst/>
                <a:latin typeface="Consolas" panose="020B0609020204030204" pitchFamily="49" charset="0"/>
              </a:rPr>
              <a: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Evaluate</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"SENTIMENT CLASSIFICATION RESULTS:"</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"Accuracy</a:t>
            </a:r>
            <a:r>
              <a:rPr lang="en-US" sz="1200" b="0" dirty="0">
                <a:solidFill>
                  <a:srgbClr val="A31515"/>
                </a:solidFill>
                <a:effectLst/>
                <a:latin typeface="Consolas" panose="020B0609020204030204" pitchFamily="49" charset="0"/>
              </a:rPr>
              <a:t>: </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accuracy_score</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y_test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y_pred</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:.2f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nClassification</a:t>
            </a:r>
            <a:r>
              <a:rPr lang="en-US" sz="1200" b="0" dirty="0">
                <a:solidFill>
                  <a:srgbClr val="A31515"/>
                </a:solidFill>
                <a:effectLst/>
                <a:latin typeface="Consolas" panose="020B0609020204030204" pitchFamily="49" charset="0"/>
              </a:rPr>
              <a:t> Report:"</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print(</a:t>
            </a:r>
            <a:r>
              <a:rPr lang="en-US" sz="1200" b="0" dirty="0" err="1">
                <a:solidFill>
                  <a:srgbClr val="000000"/>
                </a:solidFill>
                <a:effectLst/>
                <a:latin typeface="Consolas" panose="020B0609020204030204" pitchFamily="49" charset="0"/>
              </a:rPr>
              <a:t>classification_report</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y_test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y_pred</a:t>
            </a:r>
            <a:r>
              <a:rPr lang="en-US" sz="1200" b="0" dirty="0">
                <a:solidFill>
                  <a:srgbClr val="000000"/>
                </a:solidFill>
                <a:effectLst/>
                <a:latin typeface="Consolas" panose="020B0609020204030204" pitchFamily="49" charset="0"/>
              </a:rPr>
              <a: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Demonstrate classification on new examples</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predict_sentiment</a:t>
            </a:r>
            <a:r>
              <a:rPr lang="en-US" sz="1200" b="0" dirty="0">
                <a:solidFill>
                  <a:srgbClr val="000000"/>
                </a:solidFill>
                <a:effectLst/>
                <a:latin typeface="Consolas" panose="020B0609020204030204" pitchFamily="49" charset="0"/>
              </a:rPr>
              <a:t>(text):</a:t>
            </a: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Preprocess</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    processed = </a:t>
            </a:r>
            <a:r>
              <a:rPr lang="en-US" sz="1200" b="0" dirty="0">
                <a:solidFill>
                  <a:srgbClr val="A31515"/>
                </a:solidFill>
                <a:effectLst/>
                <a:latin typeface="Consolas" panose="020B0609020204030204" pitchFamily="49" charset="0"/>
              </a:rPr>
              <a:t>' '</a:t>
            </a:r>
            <a:r>
              <a:rPr lang="en-US" sz="1200" b="0" dirty="0">
                <a:solidFill>
                  <a:srgbClr val="000000"/>
                </a:solidFill>
                <a:effectLst/>
                <a:latin typeface="Consolas" panose="020B0609020204030204" pitchFamily="49" charset="0"/>
              </a:rPr>
              <a:t>.join(</a:t>
            </a:r>
            <a:r>
              <a:rPr lang="en-US" sz="1200" b="0" dirty="0" err="1">
                <a:solidFill>
                  <a:srgbClr val="000000"/>
                </a:solidFill>
                <a:effectLst/>
                <a:latin typeface="Consolas" panose="020B0609020204030204" pitchFamily="49" charset="0"/>
              </a:rPr>
              <a:t>preprocess_text</a:t>
            </a:r>
            <a:r>
              <a:rPr lang="en-US" sz="1200" b="0" dirty="0">
                <a:solidFill>
                  <a:srgbClr val="000000"/>
                </a:solidFill>
                <a:effectLst/>
                <a:latin typeface="Consolas" panose="020B0609020204030204" pitchFamily="49" charset="0"/>
              </a:rPr>
              <a:t>(text, </a:t>
            </a:r>
            <a:r>
              <a:rPr lang="en-US" sz="1200" b="0" dirty="0" err="1">
                <a:solidFill>
                  <a:srgbClr val="000000"/>
                </a:solidFill>
                <a:effectLst/>
                <a:latin typeface="Consolas" panose="020B0609020204030204" pitchFamily="49" charset="0"/>
              </a:rPr>
              <a:t>use_stemming</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True</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Transform to BOW</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    bow = </a:t>
            </a:r>
            <a:r>
              <a:rPr lang="en-US" sz="1200" b="0" dirty="0" err="1">
                <a:solidFill>
                  <a:srgbClr val="000000"/>
                </a:solidFill>
                <a:effectLst/>
                <a:latin typeface="Consolas" panose="020B0609020204030204" pitchFamily="49" charset="0"/>
              </a:rPr>
              <a:t>vectorizer.transform</a:t>
            </a:r>
            <a:r>
              <a:rPr lang="en-US" sz="1200" b="0" dirty="0">
                <a:solidFill>
                  <a:srgbClr val="000000"/>
                </a:solidFill>
                <a:effectLst/>
                <a:latin typeface="Consolas" panose="020B0609020204030204" pitchFamily="49" charset="0"/>
              </a:rPr>
              <a:t>([processed])</a:t>
            </a: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Predict</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    prediction = </a:t>
            </a:r>
            <a:r>
              <a:rPr lang="en-US" sz="1200" b="0" dirty="0" err="1">
                <a:solidFill>
                  <a:srgbClr val="000000"/>
                </a:solidFill>
                <a:effectLst/>
                <a:latin typeface="Consolas" panose="020B0609020204030204" pitchFamily="49" charset="0"/>
              </a:rPr>
              <a:t>clf.predict</a:t>
            </a:r>
            <a:r>
              <a:rPr lang="en-US" sz="1200" b="0" dirty="0">
                <a:solidFill>
                  <a:srgbClr val="000000"/>
                </a:solidFill>
                <a:effectLst/>
                <a:latin typeface="Consolas" panose="020B0609020204030204" pitchFamily="49" charset="0"/>
              </a:rPr>
              <a:t>(bow)[</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    sentiment = </a:t>
            </a:r>
            <a:r>
              <a:rPr lang="en-US" sz="1200" b="0" dirty="0">
                <a:solidFill>
                  <a:srgbClr val="A31515"/>
                </a:solidFill>
                <a:effectLst/>
                <a:latin typeface="Consolas" panose="020B0609020204030204" pitchFamily="49" charset="0"/>
              </a:rPr>
              <a:t>"Positive"</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if</a:t>
            </a:r>
            <a:r>
              <a:rPr lang="en-US" sz="1200" b="0" dirty="0">
                <a:solidFill>
                  <a:srgbClr val="000000"/>
                </a:solidFill>
                <a:effectLst/>
                <a:latin typeface="Consolas" panose="020B0609020204030204" pitchFamily="49" charset="0"/>
              </a:rPr>
              <a:t> prediction ==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else</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"Negative"</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sentiment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nTRY</a:t>
            </a:r>
            <a:r>
              <a:rPr lang="en-US" sz="1200" b="0" dirty="0">
                <a:solidFill>
                  <a:srgbClr val="A31515"/>
                </a:solidFill>
                <a:effectLst/>
                <a:latin typeface="Consolas" panose="020B0609020204030204" pitchFamily="49" charset="0"/>
              </a:rPr>
              <a:t> WITH NEW EXAMPLES:"</a:t>
            </a:r>
            <a:r>
              <a:rPr lang="en-US" sz="1200" b="0" dirty="0">
                <a:solidFill>
                  <a:srgbClr val="000000"/>
                </a:solidFill>
                <a:effectLst/>
                <a:latin typeface="Consolas" panose="020B0609020204030204" pitchFamily="49" charset="0"/>
              </a:rPr>
              <a:t>)</a:t>
            </a:r>
          </a:p>
          <a:p>
            <a:pPr>
              <a:lnSpc>
                <a:spcPts val="1200"/>
              </a:lnSpc>
              <a:buNone/>
            </a:pPr>
            <a:r>
              <a:rPr lang="en-US" sz="1200" b="0" dirty="0" err="1">
                <a:solidFill>
                  <a:srgbClr val="000000"/>
                </a:solidFill>
                <a:effectLst/>
                <a:latin typeface="Consolas" panose="020B0609020204030204" pitchFamily="49" charset="0"/>
              </a:rPr>
              <a:t>new_reviews</a:t>
            </a:r>
            <a:r>
              <a:rPr lang="en-US" sz="1200" b="0" dirty="0">
                <a:solidFill>
                  <a:srgbClr val="000000"/>
                </a:solidFill>
                <a:effectLst/>
                <a:latin typeface="Consolas" panose="020B0609020204030204" pitchFamily="49" charset="0"/>
              </a:rPr>
              <a:t> = [</a:t>
            </a: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"This movie exceeded all my expectations. The plot was incredible!"</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"What a waste of time. The worst movie I've seen this year."</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review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new_reviews</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    sentiment = </a:t>
            </a:r>
            <a:r>
              <a:rPr lang="en-US" sz="1200" b="0" dirty="0" err="1">
                <a:solidFill>
                  <a:srgbClr val="000000"/>
                </a:solidFill>
                <a:effectLst/>
                <a:latin typeface="Consolas" panose="020B0609020204030204" pitchFamily="49" charset="0"/>
              </a:rPr>
              <a:t>predict_sentiment</a:t>
            </a:r>
            <a:r>
              <a:rPr lang="en-US" sz="1200" b="0" dirty="0">
                <a:solidFill>
                  <a:srgbClr val="000000"/>
                </a:solidFill>
                <a:effectLst/>
                <a:latin typeface="Consolas" panose="020B0609020204030204" pitchFamily="49" charset="0"/>
              </a:rPr>
              <a:t>(review)</a:t>
            </a:r>
          </a:p>
          <a:p>
            <a:pPr>
              <a:lnSpc>
                <a:spcPts val="1200"/>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"Review</a:t>
            </a:r>
            <a:r>
              <a:rPr lang="en-US" sz="1200" b="0" dirty="0">
                <a:solidFill>
                  <a:srgbClr val="A31515"/>
                </a:solidFill>
                <a:effectLst/>
                <a:latin typeface="Consolas" panose="020B0609020204030204" pitchFamily="49" charset="0"/>
              </a:rPr>
              <a:t>: '</a:t>
            </a:r>
            <a:r>
              <a:rPr lang="en-US" sz="1200" b="0" dirty="0">
                <a:solidFill>
                  <a:srgbClr val="000000"/>
                </a:solidFill>
                <a:effectLst/>
                <a:latin typeface="Consolas" panose="020B0609020204030204" pitchFamily="49" charset="0"/>
              </a:rPr>
              <a:t>{review}</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200"/>
              </a:lnSpc>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"Predicted</a:t>
            </a:r>
            <a:r>
              <a:rPr lang="en-US" sz="1200" b="0" dirty="0">
                <a:solidFill>
                  <a:srgbClr val="A31515"/>
                </a:solidFill>
                <a:effectLst/>
                <a:latin typeface="Consolas" panose="020B0609020204030204" pitchFamily="49" charset="0"/>
              </a:rPr>
              <a:t> sentiment: </a:t>
            </a:r>
            <a:r>
              <a:rPr lang="en-US" sz="1200" b="0" dirty="0">
                <a:solidFill>
                  <a:srgbClr val="000000"/>
                </a:solidFill>
                <a:effectLst/>
                <a:latin typeface="Consolas" panose="020B0609020204030204" pitchFamily="49" charset="0"/>
              </a:rPr>
              <a:t>{sentiment}\n</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6850779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7C91F0E-E051-C42F-5CF0-4301F606A56E}"/>
              </a:ext>
            </a:extLst>
          </p:cNvPr>
          <p:cNvSpPr>
            <a:spLocks noGrp="1"/>
          </p:cNvSpPr>
          <p:nvPr>
            <p:ph type="title"/>
          </p:nvPr>
        </p:nvSpPr>
        <p:spPr/>
        <p:txBody>
          <a:bodyPr/>
          <a:lstStyle/>
          <a:p>
            <a:r>
              <a:rPr lang="en-US" dirty="0"/>
              <a:t>Language Models</a:t>
            </a:r>
          </a:p>
        </p:txBody>
      </p:sp>
      <p:sp>
        <p:nvSpPr>
          <p:cNvPr id="5" name="Text Placeholder 4">
            <a:extLst>
              <a:ext uri="{FF2B5EF4-FFF2-40B4-BE49-F238E27FC236}">
                <a16:creationId xmlns:a16="http://schemas.microsoft.com/office/drawing/2014/main" id="{E91FDDBF-6326-4631-9B52-C042061CEEA1}"/>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9626270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EF83F-1AF2-9F93-36C9-599166F18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903DAF-5696-AC19-F8F3-CD988D3057AE}"/>
              </a:ext>
            </a:extLst>
          </p:cNvPr>
          <p:cNvSpPr>
            <a:spLocks noGrp="1"/>
          </p:cNvSpPr>
          <p:nvPr>
            <p:ph type="title"/>
          </p:nvPr>
        </p:nvSpPr>
        <p:spPr/>
        <p:txBody>
          <a:bodyPr/>
          <a:lstStyle/>
          <a:p>
            <a:r>
              <a:rPr lang="en-US" dirty="0"/>
              <a:t>Language Models: N-grams</a:t>
            </a:r>
          </a:p>
        </p:txBody>
      </p:sp>
      <p:sp>
        <p:nvSpPr>
          <p:cNvPr id="3" name="Content Placeholder 2">
            <a:extLst>
              <a:ext uri="{FF2B5EF4-FFF2-40B4-BE49-F238E27FC236}">
                <a16:creationId xmlns:a16="http://schemas.microsoft.com/office/drawing/2014/main" id="{7D988BEA-61D0-FF52-BEAC-D65E0B8CE8A1}"/>
              </a:ext>
            </a:extLst>
          </p:cNvPr>
          <p:cNvSpPr>
            <a:spLocks noGrp="1"/>
          </p:cNvSpPr>
          <p:nvPr>
            <p:ph idx="1"/>
          </p:nvPr>
        </p:nvSpPr>
        <p:spPr/>
        <p:txBody>
          <a:bodyPr>
            <a:normAutofit fontScale="77500" lnSpcReduction="20000"/>
          </a:bodyPr>
          <a:lstStyle/>
          <a:p>
            <a:pPr marL="0" indent="0">
              <a:buNone/>
            </a:pPr>
            <a:r>
              <a:rPr lang="en-US" dirty="0"/>
              <a:t>Language models are statistical or neural models that capture the probability distribution of words or tokens in a language. </a:t>
            </a:r>
          </a:p>
          <a:p>
            <a:pPr marL="0" indent="0">
              <a:buNone/>
            </a:pPr>
            <a:r>
              <a:rPr lang="en-US" dirty="0"/>
              <a:t>They predict the likelihood of a sequence of words occurring together, enabling machines to understand and generate human language.</a:t>
            </a:r>
          </a:p>
          <a:p>
            <a:pPr>
              <a:buNone/>
            </a:pPr>
            <a:r>
              <a:rPr lang="en-US" b="1" dirty="0"/>
              <a:t>Types of Language Models</a:t>
            </a:r>
          </a:p>
          <a:p>
            <a:pPr>
              <a:buNone/>
            </a:pPr>
            <a:r>
              <a:rPr lang="en-US" b="1" dirty="0"/>
              <a:t>1) Statistical Language Models</a:t>
            </a:r>
          </a:p>
          <a:p>
            <a:pPr>
              <a:buFont typeface="Arial" panose="020B0604020202020204" pitchFamily="34" charset="0"/>
              <a:buChar char="•"/>
            </a:pPr>
            <a:r>
              <a:rPr lang="en-US" b="1" dirty="0"/>
              <a:t>N-gram Models</a:t>
            </a:r>
            <a:r>
              <a:rPr lang="en-US" dirty="0"/>
              <a:t>: Predict the next word based on the previous N-1 words </a:t>
            </a:r>
          </a:p>
          <a:p>
            <a:pPr marL="742950" lvl="1" indent="-285750">
              <a:buFont typeface="Arial" panose="020B0604020202020204" pitchFamily="34" charset="0"/>
              <a:buChar char="•"/>
            </a:pPr>
            <a:r>
              <a:rPr lang="en-US" dirty="0"/>
              <a:t>Unigram: P(word) - individual word probabilities</a:t>
            </a:r>
          </a:p>
          <a:p>
            <a:pPr marL="742950" lvl="1" indent="-285750">
              <a:buFont typeface="Arial" panose="020B0604020202020204" pitchFamily="34" charset="0"/>
              <a:buChar char="•"/>
            </a:pPr>
            <a:r>
              <a:rPr lang="en-US" dirty="0"/>
              <a:t>Bigram: P(word₂|word₁) - probability of word₂ given word₁</a:t>
            </a:r>
          </a:p>
          <a:p>
            <a:pPr marL="742950" lvl="1" indent="-285750">
              <a:buFont typeface="Arial" panose="020B0604020202020204" pitchFamily="34" charset="0"/>
              <a:buChar char="•"/>
            </a:pPr>
            <a:r>
              <a:rPr lang="en-US" dirty="0"/>
              <a:t>Trigram: P(word₃|</a:t>
            </a:r>
            <a:r>
              <a:rPr lang="en-US" dirty="0" err="1"/>
              <a:t>word₁,word</a:t>
            </a:r>
            <a:r>
              <a:rPr lang="en-US" dirty="0"/>
              <a:t>₂) - probability of word₃ given word₁ and word₂</a:t>
            </a:r>
          </a:p>
          <a:p>
            <a:pPr>
              <a:buNone/>
            </a:pPr>
            <a:r>
              <a:rPr lang="en-US" b="1" dirty="0"/>
              <a:t>2) Neural Language Models</a:t>
            </a:r>
          </a:p>
          <a:p>
            <a:pPr>
              <a:buFont typeface="Arial" panose="020B0604020202020204" pitchFamily="34" charset="0"/>
              <a:buChar char="•"/>
            </a:pPr>
            <a:r>
              <a:rPr lang="en-US" b="1" dirty="0"/>
              <a:t>RNN/LSTM-based</a:t>
            </a:r>
            <a:r>
              <a:rPr lang="en-US" dirty="0"/>
              <a:t>: Process sequences by maintaining hidden states </a:t>
            </a:r>
          </a:p>
          <a:p>
            <a:pPr marL="742950" lvl="1" indent="-285750">
              <a:buFont typeface="Arial" panose="020B0604020202020204" pitchFamily="34" charset="0"/>
              <a:buChar char="•"/>
            </a:pPr>
            <a:r>
              <a:rPr lang="en-US" dirty="0"/>
              <a:t>Better at capturing long-range dependencies than n-grams</a:t>
            </a:r>
          </a:p>
          <a:p>
            <a:pPr marL="742950" lvl="1" indent="-285750">
              <a:buFont typeface="Arial" panose="020B0604020202020204" pitchFamily="34" charset="0"/>
              <a:buChar char="•"/>
            </a:pPr>
            <a:r>
              <a:rPr lang="en-US" dirty="0"/>
              <a:t>Examples: Early versions of Google Translate</a:t>
            </a:r>
          </a:p>
          <a:p>
            <a:pPr>
              <a:buFont typeface="Arial" panose="020B0604020202020204" pitchFamily="34" charset="0"/>
              <a:buChar char="•"/>
            </a:pPr>
            <a:r>
              <a:rPr lang="en-US" b="1" dirty="0"/>
              <a:t>Transformer-based</a:t>
            </a:r>
            <a:r>
              <a:rPr lang="en-US" dirty="0"/>
              <a:t>: Use attention mechanisms to process entire sequences </a:t>
            </a:r>
          </a:p>
          <a:p>
            <a:pPr marL="742950" lvl="1" indent="-285750">
              <a:buFont typeface="Arial" panose="020B0604020202020204" pitchFamily="34" charset="0"/>
              <a:buChar char="•"/>
            </a:pPr>
            <a:r>
              <a:rPr lang="en-US" dirty="0"/>
              <a:t>BERT: Bidirectional, focuses on understanding context</a:t>
            </a:r>
          </a:p>
          <a:p>
            <a:pPr marL="742950" lvl="1" indent="-285750">
              <a:buFont typeface="Arial" panose="020B0604020202020204" pitchFamily="34" charset="0"/>
              <a:buChar char="•"/>
            </a:pPr>
            <a:r>
              <a:rPr lang="en-US" dirty="0"/>
              <a:t>GPT: Autoregressive, focuses on text generation</a:t>
            </a:r>
          </a:p>
          <a:p>
            <a:pPr marL="742950" lvl="1" indent="-285750">
              <a:buFont typeface="Arial" panose="020B0604020202020204" pitchFamily="34" charset="0"/>
              <a:buChar char="•"/>
            </a:pPr>
            <a:r>
              <a:rPr lang="en-US" dirty="0"/>
              <a:t>T5, </a:t>
            </a:r>
            <a:r>
              <a:rPr lang="en-US" dirty="0" err="1"/>
              <a:t>RoBERTa</a:t>
            </a:r>
            <a:r>
              <a:rPr lang="en-US" dirty="0"/>
              <a:t>, ELECTRA: Refinements of transformer architecture</a:t>
            </a:r>
          </a:p>
        </p:txBody>
      </p:sp>
    </p:spTree>
    <p:extLst>
      <p:ext uri="{BB962C8B-B14F-4D97-AF65-F5344CB8AC3E}">
        <p14:creationId xmlns:p14="http://schemas.microsoft.com/office/powerpoint/2010/main" val="18412641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DB5D0-D88F-6743-CED4-6F576F09C5F4}"/>
              </a:ext>
            </a:extLst>
          </p:cNvPr>
          <p:cNvSpPr>
            <a:spLocks noGrp="1"/>
          </p:cNvSpPr>
          <p:nvPr>
            <p:ph type="title"/>
          </p:nvPr>
        </p:nvSpPr>
        <p:spPr/>
        <p:txBody>
          <a:bodyPr>
            <a:normAutofit/>
          </a:bodyPr>
          <a:lstStyle/>
          <a:p>
            <a:r>
              <a:rPr lang="en-US" b="1" dirty="0"/>
              <a:t>Core Concepts</a:t>
            </a:r>
            <a:endParaRPr lang="en-US" dirty="0"/>
          </a:p>
        </p:txBody>
      </p:sp>
      <p:sp>
        <p:nvSpPr>
          <p:cNvPr id="3" name="Content Placeholder 2">
            <a:extLst>
              <a:ext uri="{FF2B5EF4-FFF2-40B4-BE49-F238E27FC236}">
                <a16:creationId xmlns:a16="http://schemas.microsoft.com/office/drawing/2014/main" id="{F7989134-F312-1A22-436B-CB5CF1A8549A}"/>
              </a:ext>
            </a:extLst>
          </p:cNvPr>
          <p:cNvSpPr>
            <a:spLocks noGrp="1"/>
          </p:cNvSpPr>
          <p:nvPr>
            <p:ph idx="1"/>
          </p:nvPr>
        </p:nvSpPr>
        <p:spPr/>
        <p:txBody>
          <a:bodyPr>
            <a:normAutofit fontScale="92500" lnSpcReduction="10000"/>
          </a:bodyPr>
          <a:lstStyle/>
          <a:p>
            <a:pPr marL="0" indent="0">
              <a:buNone/>
            </a:pPr>
            <a:r>
              <a:rPr lang="en-US" b="1" dirty="0"/>
              <a:t>Tokenization</a:t>
            </a:r>
            <a:r>
              <a:rPr lang="en-US" dirty="0"/>
              <a:t>: Breaking text into tokens (words, </a:t>
            </a:r>
            <a:r>
              <a:rPr lang="en-US" dirty="0" err="1"/>
              <a:t>subwords</a:t>
            </a:r>
            <a:r>
              <a:rPr lang="en-US" dirty="0"/>
              <a:t>, or characters)</a:t>
            </a:r>
          </a:p>
          <a:p>
            <a:pPr marL="0" indent="0">
              <a:buNone/>
            </a:pPr>
            <a:r>
              <a:rPr lang="en-US" b="1" dirty="0"/>
              <a:t>Embeddings</a:t>
            </a:r>
            <a:r>
              <a:rPr lang="en-US" dirty="0"/>
              <a:t>: Dense vector representations of words/tokens </a:t>
            </a:r>
          </a:p>
          <a:p>
            <a:pPr lvl="1"/>
            <a:r>
              <a:rPr lang="en-US" dirty="0"/>
              <a:t>Word2Vec, </a:t>
            </a:r>
            <a:r>
              <a:rPr lang="en-US" dirty="0" err="1"/>
              <a:t>GloVe</a:t>
            </a:r>
            <a:r>
              <a:rPr lang="en-US" dirty="0"/>
              <a:t>: Context-independent embeddings</a:t>
            </a:r>
          </a:p>
          <a:p>
            <a:pPr lvl="1"/>
            <a:r>
              <a:rPr lang="en-US" dirty="0"/>
              <a:t>Contextual embeddings: Different representations based on context</a:t>
            </a:r>
          </a:p>
          <a:p>
            <a:pPr marL="0" indent="0">
              <a:buNone/>
            </a:pPr>
            <a:r>
              <a:rPr lang="en-US" b="1" dirty="0"/>
              <a:t>Perplexity</a:t>
            </a:r>
            <a:r>
              <a:rPr lang="en-US" dirty="0"/>
              <a:t>: Evaluation metric measuring how well a model predicts a sample </a:t>
            </a:r>
          </a:p>
          <a:p>
            <a:pPr lvl="1"/>
            <a:r>
              <a:rPr lang="en-US" dirty="0"/>
              <a:t>Lower perplexity = better prediction</a:t>
            </a:r>
          </a:p>
          <a:p>
            <a:pPr marL="0" indent="0">
              <a:buNone/>
            </a:pPr>
            <a:r>
              <a:rPr lang="en-US" b="1" dirty="0"/>
              <a:t>Fine-tuning</a:t>
            </a:r>
            <a:r>
              <a:rPr lang="en-US" dirty="0"/>
              <a:t>: Adapting pre-trained models to specific tasks</a:t>
            </a:r>
          </a:p>
          <a:p>
            <a:pPr>
              <a:buNone/>
            </a:pPr>
            <a:r>
              <a:rPr lang="en-US" b="1" dirty="0"/>
              <a:t>Applications:</a:t>
            </a:r>
          </a:p>
          <a:p>
            <a:pPr lvl="1"/>
            <a:r>
              <a:rPr lang="en-US" b="1" dirty="0"/>
              <a:t>Text Generation</a:t>
            </a:r>
            <a:r>
              <a:rPr lang="en-US" dirty="0"/>
              <a:t>: Writing assistance, content creation</a:t>
            </a:r>
          </a:p>
          <a:p>
            <a:pPr lvl="1"/>
            <a:r>
              <a:rPr lang="en-US" b="1" dirty="0"/>
              <a:t>Machine Translation</a:t>
            </a:r>
            <a:r>
              <a:rPr lang="en-US" dirty="0"/>
              <a:t>: Converting text between languages</a:t>
            </a:r>
          </a:p>
          <a:p>
            <a:pPr lvl="1"/>
            <a:r>
              <a:rPr lang="en-US" b="1" dirty="0"/>
              <a:t>Summarization</a:t>
            </a:r>
            <a:r>
              <a:rPr lang="en-US" dirty="0"/>
              <a:t>: Condensing documents while preserving meaning</a:t>
            </a:r>
          </a:p>
          <a:p>
            <a:pPr lvl="1"/>
            <a:r>
              <a:rPr lang="en-US" b="1" dirty="0"/>
              <a:t>Question Answering</a:t>
            </a:r>
            <a:r>
              <a:rPr lang="en-US" dirty="0"/>
              <a:t>: Understanding and responding to queries</a:t>
            </a:r>
          </a:p>
          <a:p>
            <a:pPr lvl="1"/>
            <a:r>
              <a:rPr lang="en-US" b="1" dirty="0"/>
              <a:t>Text Classification</a:t>
            </a:r>
            <a:r>
              <a:rPr lang="en-US" dirty="0"/>
              <a:t>: Sentiment analysis, topic categorization</a:t>
            </a:r>
          </a:p>
          <a:p>
            <a:pPr lvl="1"/>
            <a:r>
              <a:rPr lang="en-US" b="1" dirty="0"/>
              <a:t>Dialogue Systems</a:t>
            </a:r>
            <a:r>
              <a:rPr lang="en-US" dirty="0"/>
              <a:t>: Conversational agents and chatbots</a:t>
            </a:r>
          </a:p>
          <a:p>
            <a:endParaRPr lang="en-US" dirty="0"/>
          </a:p>
        </p:txBody>
      </p:sp>
    </p:spTree>
    <p:extLst>
      <p:ext uri="{BB962C8B-B14F-4D97-AF65-F5344CB8AC3E}">
        <p14:creationId xmlns:p14="http://schemas.microsoft.com/office/powerpoint/2010/main" val="474434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753B2-8577-073C-9D54-375F0C88BD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130C5D-F7A6-57A6-FC91-B22735582863}"/>
              </a:ext>
            </a:extLst>
          </p:cNvPr>
          <p:cNvSpPr>
            <a:spLocks noGrp="1"/>
          </p:cNvSpPr>
          <p:nvPr>
            <p:ph type="title"/>
          </p:nvPr>
        </p:nvSpPr>
        <p:spPr/>
        <p:txBody>
          <a:bodyPr/>
          <a:lstStyle/>
          <a:p>
            <a:r>
              <a:rPr lang="en-US" dirty="0"/>
              <a:t>Implementing N-grams</a:t>
            </a:r>
          </a:p>
        </p:txBody>
      </p:sp>
      <p:sp>
        <p:nvSpPr>
          <p:cNvPr id="3" name="Content Placeholder 2">
            <a:extLst>
              <a:ext uri="{FF2B5EF4-FFF2-40B4-BE49-F238E27FC236}">
                <a16:creationId xmlns:a16="http://schemas.microsoft.com/office/drawing/2014/main" id="{F2642ABB-E5EA-5E94-ECA2-1C5C13EC4A20}"/>
              </a:ext>
            </a:extLst>
          </p:cNvPr>
          <p:cNvSpPr>
            <a:spLocks noGrp="1"/>
          </p:cNvSpPr>
          <p:nvPr>
            <p:ph idx="1"/>
          </p:nvPr>
        </p:nvSpPr>
        <p:spPr>
          <a:xfrm>
            <a:off x="838200" y="1600200"/>
            <a:ext cx="4901514" cy="5257799"/>
          </a:xfrm>
        </p:spPr>
        <p:txBody>
          <a:bodyPr>
            <a:normAutofit fontScale="92500" lnSpcReduction="10000"/>
          </a:bodyPr>
          <a:lstStyle/>
          <a:p>
            <a:pPr marL="0" indent="0">
              <a:lnSpc>
                <a:spcPct val="120000"/>
              </a:lnSpc>
              <a:spcBef>
                <a:spcPts val="0"/>
              </a:spcBef>
              <a:buNone/>
            </a:pPr>
            <a:r>
              <a:rPr lang="en-US" sz="700" b="0" dirty="0">
                <a:solidFill>
                  <a:srgbClr val="0000FF"/>
                </a:solidFill>
                <a:effectLst/>
                <a:latin typeface="Consolas" panose="020B0609020204030204" pitchFamily="49" charset="0"/>
              </a:rPr>
              <a:t>import</a:t>
            </a:r>
            <a:r>
              <a:rPr lang="en-US" sz="700" b="0" dirty="0">
                <a:solidFill>
                  <a:srgbClr val="000000"/>
                </a:solidFill>
                <a:effectLst/>
                <a:latin typeface="Consolas" panose="020B0609020204030204" pitchFamily="49" charset="0"/>
              </a:rPr>
              <a:t> random</a:t>
            </a:r>
          </a:p>
          <a:p>
            <a:pPr marL="0" indent="0">
              <a:lnSpc>
                <a:spcPct val="120000"/>
              </a:lnSpc>
              <a:spcBef>
                <a:spcPts val="0"/>
              </a:spcBef>
              <a:buNone/>
            </a:pPr>
            <a:r>
              <a:rPr lang="en-US" sz="700" b="0" dirty="0">
                <a:solidFill>
                  <a:srgbClr val="0000FF"/>
                </a:solidFill>
                <a:effectLst/>
                <a:latin typeface="Consolas" panose="020B0609020204030204" pitchFamily="49" charset="0"/>
              </a:rPr>
              <a:t>from</a:t>
            </a:r>
            <a:r>
              <a:rPr lang="en-US" sz="700" b="0" dirty="0">
                <a:solidFill>
                  <a:srgbClr val="000000"/>
                </a:solidFill>
                <a:effectLst/>
                <a:latin typeface="Consolas" panose="020B0609020204030204" pitchFamily="49" charset="0"/>
              </a:rPr>
              <a:t> collections </a:t>
            </a:r>
            <a:r>
              <a:rPr lang="en-US" sz="700" b="0" dirty="0">
                <a:solidFill>
                  <a:srgbClr val="0000FF"/>
                </a:solidFill>
                <a:effectLst/>
                <a:latin typeface="Consolas" panose="020B0609020204030204" pitchFamily="49" charset="0"/>
              </a:rPr>
              <a:t>import</a:t>
            </a: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defaultdict</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br>
              <a:rPr lang="en-US" sz="700" b="0" dirty="0">
                <a:solidFill>
                  <a:srgbClr val="000000"/>
                </a:solidFill>
                <a:effectLst/>
                <a:latin typeface="Consolas" panose="020B0609020204030204" pitchFamily="49" charset="0"/>
              </a:rPr>
            </a:br>
            <a:r>
              <a:rPr lang="en-US" sz="700" b="0" dirty="0">
                <a:solidFill>
                  <a:srgbClr val="0000FF"/>
                </a:solidFill>
                <a:effectLst/>
                <a:latin typeface="Consolas" panose="020B0609020204030204" pitchFamily="49" charset="0"/>
              </a:rPr>
              <a:t>def</a:t>
            </a: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build_ngram_model</a:t>
            </a:r>
            <a:r>
              <a:rPr lang="en-US" sz="700" b="0" dirty="0">
                <a:solidFill>
                  <a:srgbClr val="000000"/>
                </a:solidFill>
                <a:effectLst/>
                <a:latin typeface="Consolas" panose="020B0609020204030204" pitchFamily="49" charset="0"/>
              </a:rPr>
              <a:t>(text, n=</a:t>
            </a:r>
            <a:r>
              <a:rPr lang="en-US" sz="700" b="0" dirty="0">
                <a:solidFill>
                  <a:srgbClr val="098658"/>
                </a:solidFill>
                <a:effectLst/>
                <a:latin typeface="Consolas" panose="020B0609020204030204" pitchFamily="49" charset="0"/>
              </a:rPr>
              <a:t>2</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A31515"/>
                </a:solidFill>
                <a:effectLst/>
                <a:latin typeface="Consolas" panose="020B0609020204030204" pitchFamily="49" charset="0"/>
              </a:rPr>
              <a:t>"""Build an n-gram language model from text."""</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    tokens = </a:t>
            </a:r>
            <a:r>
              <a:rPr lang="en-US" sz="700" b="0" dirty="0" err="1">
                <a:solidFill>
                  <a:srgbClr val="000000"/>
                </a:solidFill>
                <a:effectLst/>
                <a:latin typeface="Consolas" panose="020B0609020204030204" pitchFamily="49" charset="0"/>
              </a:rPr>
              <a:t>word_tokenize</a:t>
            </a:r>
            <a:r>
              <a:rPr lang="en-US" sz="700" b="0" dirty="0">
                <a:solidFill>
                  <a:srgbClr val="000000"/>
                </a:solidFill>
                <a:effectLst/>
                <a:latin typeface="Consolas" panose="020B0609020204030204" pitchFamily="49" charset="0"/>
              </a:rPr>
              <a:t>(</a:t>
            </a:r>
            <a:r>
              <a:rPr lang="en-US" sz="700" b="0" dirty="0" err="1">
                <a:solidFill>
                  <a:srgbClr val="000000"/>
                </a:solidFill>
                <a:effectLst/>
                <a:latin typeface="Consolas" panose="020B0609020204030204" pitchFamily="49" charset="0"/>
              </a:rPr>
              <a:t>text.lower</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ngrams_dict</a:t>
            </a:r>
            <a:r>
              <a:rPr lang="en-US" sz="700" b="0" dirty="0">
                <a:solidFill>
                  <a:srgbClr val="000000"/>
                </a:solidFill>
                <a:effectLst/>
                <a:latin typeface="Consolas" panose="020B0609020204030204" pitchFamily="49" charset="0"/>
              </a:rPr>
              <a:t> = </a:t>
            </a:r>
            <a:r>
              <a:rPr lang="en-US" sz="700" b="0" dirty="0" err="1">
                <a:solidFill>
                  <a:srgbClr val="000000"/>
                </a:solidFill>
                <a:effectLst/>
                <a:latin typeface="Consolas" panose="020B0609020204030204" pitchFamily="49" charset="0"/>
              </a:rPr>
              <a:t>defaultdict</a:t>
            </a:r>
            <a:r>
              <a:rPr lang="en-US" sz="700" b="0" dirty="0">
                <a:solidFill>
                  <a:srgbClr val="000000"/>
                </a:solidFill>
                <a:effectLst/>
                <a:latin typeface="Consolas" panose="020B0609020204030204" pitchFamily="49" charset="0"/>
              </a:rPr>
              <a:t>(list)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8000"/>
                </a:solidFill>
                <a:effectLst/>
                <a:latin typeface="Consolas" panose="020B0609020204030204" pitchFamily="49" charset="0"/>
              </a:rPr>
              <a:t># Create dictionary of n-grams and possible next words</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for</a:t>
            </a: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i</a:t>
            </a: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in</a:t>
            </a:r>
            <a:r>
              <a:rPr lang="en-US" sz="700" b="0" dirty="0">
                <a:solidFill>
                  <a:srgbClr val="000000"/>
                </a:solidFill>
                <a:effectLst/>
                <a:latin typeface="Consolas" panose="020B0609020204030204" pitchFamily="49" charset="0"/>
              </a:rPr>
              <a:t> range(</a:t>
            </a:r>
            <a:r>
              <a:rPr lang="en-US" sz="700" b="0" dirty="0" err="1">
                <a:solidFill>
                  <a:srgbClr val="000000"/>
                </a:solidFill>
                <a:effectLst/>
                <a:latin typeface="Consolas" panose="020B0609020204030204" pitchFamily="49" charset="0"/>
              </a:rPr>
              <a:t>len</a:t>
            </a:r>
            <a:r>
              <a:rPr lang="en-US" sz="700" b="0" dirty="0">
                <a:solidFill>
                  <a:srgbClr val="000000"/>
                </a:solidFill>
                <a:effectLst/>
                <a:latin typeface="Consolas" panose="020B0609020204030204" pitchFamily="49" charset="0"/>
              </a:rPr>
              <a:t>(tokens) - n):</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current_ngram</a:t>
            </a:r>
            <a:r>
              <a:rPr lang="en-US" sz="700" b="0" dirty="0">
                <a:solidFill>
                  <a:srgbClr val="000000"/>
                </a:solidFill>
                <a:effectLst/>
                <a:latin typeface="Consolas" panose="020B0609020204030204" pitchFamily="49" charset="0"/>
              </a:rPr>
              <a:t> = tuple(tokens[</a:t>
            </a:r>
            <a:r>
              <a:rPr lang="en-US" sz="700" b="0" dirty="0" err="1">
                <a:solidFill>
                  <a:srgbClr val="000000"/>
                </a:solidFill>
                <a:effectLst/>
                <a:latin typeface="Consolas" panose="020B0609020204030204" pitchFamily="49" charset="0"/>
              </a:rPr>
              <a:t>i:i+n</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next_word</a:t>
            </a:r>
            <a:r>
              <a:rPr lang="en-US" sz="700" b="0" dirty="0">
                <a:solidFill>
                  <a:srgbClr val="000000"/>
                </a:solidFill>
                <a:effectLst/>
                <a:latin typeface="Consolas" panose="020B0609020204030204" pitchFamily="49" charset="0"/>
              </a:rPr>
              <a:t> = tokens[</a:t>
            </a:r>
            <a:r>
              <a:rPr lang="en-US" sz="700" b="0" dirty="0" err="1">
                <a:solidFill>
                  <a:srgbClr val="000000"/>
                </a:solidFill>
                <a:effectLst/>
                <a:latin typeface="Consolas" panose="020B0609020204030204" pitchFamily="49" charset="0"/>
              </a:rPr>
              <a:t>i+n</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ngrams_dict</a:t>
            </a:r>
            <a:r>
              <a:rPr lang="en-US" sz="700" b="0" dirty="0">
                <a:solidFill>
                  <a:srgbClr val="000000"/>
                </a:solidFill>
                <a:effectLst/>
                <a:latin typeface="Consolas" panose="020B0609020204030204" pitchFamily="49" charset="0"/>
              </a:rPr>
              <a:t>[</a:t>
            </a:r>
            <a:r>
              <a:rPr lang="en-US" sz="700" b="0" dirty="0" err="1">
                <a:solidFill>
                  <a:srgbClr val="000000"/>
                </a:solidFill>
                <a:effectLst/>
                <a:latin typeface="Consolas" panose="020B0609020204030204" pitchFamily="49" charset="0"/>
              </a:rPr>
              <a:t>current_ngram</a:t>
            </a:r>
            <a:r>
              <a:rPr lang="en-US" sz="700" b="0" dirty="0">
                <a:solidFill>
                  <a:srgbClr val="000000"/>
                </a:solidFill>
                <a:effectLst/>
                <a:latin typeface="Consolas" panose="020B0609020204030204" pitchFamily="49" charset="0"/>
              </a:rPr>
              <a:t>].append(</a:t>
            </a:r>
            <a:r>
              <a:rPr lang="en-US" sz="700" b="0" dirty="0" err="1">
                <a:solidFill>
                  <a:srgbClr val="000000"/>
                </a:solidFill>
                <a:effectLst/>
                <a:latin typeface="Consolas" panose="020B0609020204030204" pitchFamily="49" charset="0"/>
              </a:rPr>
              <a:t>next_word</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return</a:t>
            </a: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ngrams_dict</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br>
              <a:rPr lang="en-US" sz="700" b="0" dirty="0">
                <a:solidFill>
                  <a:srgbClr val="000000"/>
                </a:solidFill>
                <a:effectLst/>
                <a:latin typeface="Consolas" panose="020B0609020204030204" pitchFamily="49" charset="0"/>
              </a:rPr>
            </a:br>
            <a:r>
              <a:rPr lang="en-US" sz="700" b="0" dirty="0">
                <a:solidFill>
                  <a:srgbClr val="0000FF"/>
                </a:solidFill>
                <a:effectLst/>
                <a:latin typeface="Consolas" panose="020B0609020204030204" pitchFamily="49" charset="0"/>
              </a:rPr>
              <a:t>def</a:t>
            </a: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generate_text</a:t>
            </a:r>
            <a:r>
              <a:rPr lang="en-US" sz="700" b="0" dirty="0">
                <a:solidFill>
                  <a:srgbClr val="000000"/>
                </a:solidFill>
                <a:effectLst/>
                <a:latin typeface="Consolas" panose="020B0609020204030204" pitchFamily="49" charset="0"/>
              </a:rPr>
              <a:t>(model, seed, length=</a:t>
            </a:r>
            <a:r>
              <a:rPr lang="en-US" sz="700" b="0" dirty="0">
                <a:solidFill>
                  <a:srgbClr val="098658"/>
                </a:solidFill>
                <a:effectLst/>
                <a:latin typeface="Consolas" panose="020B0609020204030204" pitchFamily="49" charset="0"/>
              </a:rPr>
              <a:t>20</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A31515"/>
                </a:solidFill>
                <a:effectLst/>
                <a:latin typeface="Consolas" panose="020B0609020204030204" pitchFamily="49" charset="0"/>
              </a:rPr>
              <a:t>"""Generate text using the n-gram model."""</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    current = seed</a:t>
            </a:r>
          </a:p>
          <a:p>
            <a:pPr marL="0" indent="0">
              <a:lnSpc>
                <a:spcPct val="120000"/>
              </a:lnSpc>
              <a:spcBef>
                <a:spcPts val="0"/>
              </a:spcBef>
              <a:buNone/>
            </a:pPr>
            <a:r>
              <a:rPr lang="en-US" sz="700" b="0" dirty="0">
                <a:solidFill>
                  <a:srgbClr val="000000"/>
                </a:solidFill>
                <a:effectLst/>
                <a:latin typeface="Consolas" panose="020B0609020204030204" pitchFamily="49" charset="0"/>
              </a:rPr>
              <a:t>    result = list(seed)</a:t>
            </a:r>
          </a:p>
          <a:p>
            <a:pPr marL="0" indent="0">
              <a:lnSpc>
                <a:spcPct val="120000"/>
              </a:lnSpc>
              <a:spcBef>
                <a:spcPts val="0"/>
              </a:spcBef>
              <a:buNone/>
            </a:pPr>
            <a:r>
              <a:rPr lang="en-US" sz="700" b="0" dirty="0">
                <a:solidFill>
                  <a:srgbClr val="000000"/>
                </a:solidFill>
                <a:effectLst/>
                <a:latin typeface="Consolas" panose="020B0609020204030204" pitchFamily="49" charset="0"/>
              </a:rPr>
              <a:t>    </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for</a:t>
            </a:r>
            <a:r>
              <a:rPr lang="en-US" sz="700" b="0" dirty="0">
                <a:solidFill>
                  <a:srgbClr val="000000"/>
                </a:solidFill>
                <a:effectLst/>
                <a:latin typeface="Consolas" panose="020B0609020204030204" pitchFamily="49" charset="0"/>
              </a:rPr>
              <a:t> _ </a:t>
            </a:r>
            <a:r>
              <a:rPr lang="en-US" sz="700" b="0" dirty="0">
                <a:solidFill>
                  <a:srgbClr val="0000FF"/>
                </a:solidFill>
                <a:effectLst/>
                <a:latin typeface="Consolas" panose="020B0609020204030204" pitchFamily="49" charset="0"/>
              </a:rPr>
              <a:t>in</a:t>
            </a:r>
            <a:r>
              <a:rPr lang="en-US" sz="700" b="0" dirty="0">
                <a:solidFill>
                  <a:srgbClr val="000000"/>
                </a:solidFill>
                <a:effectLst/>
                <a:latin typeface="Consolas" panose="020B0609020204030204" pitchFamily="49" charset="0"/>
              </a:rPr>
              <a:t> range(length):</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if</a:t>
            </a:r>
            <a:r>
              <a:rPr lang="en-US" sz="700" b="0" dirty="0">
                <a:solidFill>
                  <a:srgbClr val="000000"/>
                </a:solidFill>
                <a:effectLst/>
                <a:latin typeface="Consolas" panose="020B0609020204030204" pitchFamily="49" charset="0"/>
              </a:rPr>
              <a:t> current </a:t>
            </a:r>
            <a:r>
              <a:rPr lang="en-US" sz="700" b="0" dirty="0">
                <a:solidFill>
                  <a:srgbClr val="0000FF"/>
                </a:solidFill>
                <a:effectLst/>
                <a:latin typeface="Consolas" panose="020B0609020204030204" pitchFamily="49" charset="0"/>
              </a:rPr>
              <a:t>in</a:t>
            </a:r>
            <a:r>
              <a:rPr lang="en-US" sz="700" b="0" dirty="0">
                <a:solidFill>
                  <a:srgbClr val="000000"/>
                </a:solidFill>
                <a:effectLst/>
                <a:latin typeface="Consolas" panose="020B0609020204030204" pitchFamily="49" charset="0"/>
              </a:rPr>
              <a:t> model:</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8000"/>
                </a:solidFill>
                <a:effectLst/>
                <a:latin typeface="Consolas" panose="020B0609020204030204" pitchFamily="49" charset="0"/>
              </a:rPr>
              <a:t># Randomly select a possible next word</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next_word</a:t>
            </a:r>
            <a:r>
              <a:rPr lang="en-US" sz="700" b="0" dirty="0">
                <a:solidFill>
                  <a:srgbClr val="000000"/>
                </a:solidFill>
                <a:effectLst/>
                <a:latin typeface="Consolas" panose="020B0609020204030204" pitchFamily="49" charset="0"/>
              </a:rPr>
              <a:t> = </a:t>
            </a:r>
            <a:r>
              <a:rPr lang="en-US" sz="700" b="0" dirty="0" err="1">
                <a:solidFill>
                  <a:srgbClr val="000000"/>
                </a:solidFill>
                <a:effectLst/>
                <a:latin typeface="Consolas" panose="020B0609020204030204" pitchFamily="49" charset="0"/>
              </a:rPr>
              <a:t>random.choice</a:t>
            </a:r>
            <a:r>
              <a:rPr lang="en-US" sz="700" b="0" dirty="0">
                <a:solidFill>
                  <a:srgbClr val="000000"/>
                </a:solidFill>
                <a:effectLst/>
                <a:latin typeface="Consolas" panose="020B0609020204030204" pitchFamily="49" charset="0"/>
              </a:rPr>
              <a:t>(model[current])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result.append</a:t>
            </a:r>
            <a:r>
              <a:rPr lang="en-US" sz="700" b="0" dirty="0">
                <a:solidFill>
                  <a:srgbClr val="000000"/>
                </a:solidFill>
                <a:effectLst/>
                <a:latin typeface="Consolas" panose="020B0609020204030204" pitchFamily="49" charset="0"/>
              </a:rPr>
              <a:t>(</a:t>
            </a:r>
            <a:r>
              <a:rPr lang="en-US" sz="700" b="0" dirty="0" err="1">
                <a:solidFill>
                  <a:srgbClr val="000000"/>
                </a:solidFill>
                <a:effectLst/>
                <a:latin typeface="Consolas" panose="020B0609020204030204" pitchFamily="49" charset="0"/>
              </a:rPr>
              <a:t>next_word</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8000"/>
                </a:solidFill>
                <a:effectLst/>
                <a:latin typeface="Consolas" panose="020B0609020204030204" pitchFamily="49" charset="0"/>
              </a:rPr>
              <a:t># Update current n-gram</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            current = current[</a:t>
            </a:r>
            <a:r>
              <a:rPr lang="en-US" sz="700" b="0" dirty="0">
                <a:solidFill>
                  <a:srgbClr val="098658"/>
                </a:solidFill>
                <a:effectLst/>
                <a:latin typeface="Consolas" panose="020B0609020204030204" pitchFamily="49" charset="0"/>
              </a:rPr>
              <a:t>1</a:t>
            </a:r>
            <a:r>
              <a:rPr lang="en-US" sz="700" b="0" dirty="0">
                <a:solidFill>
                  <a:srgbClr val="000000"/>
                </a:solidFill>
                <a:effectLst/>
                <a:latin typeface="Consolas" panose="020B0609020204030204" pitchFamily="49" charset="0"/>
              </a:rPr>
              <a:t>:] + (</a:t>
            </a:r>
            <a:r>
              <a:rPr lang="en-US" sz="700" b="0" dirty="0" err="1">
                <a:solidFill>
                  <a:srgbClr val="000000"/>
                </a:solidFill>
                <a:effectLst/>
                <a:latin typeface="Consolas" panose="020B0609020204030204" pitchFamily="49" charset="0"/>
              </a:rPr>
              <a:t>next_word</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else</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8000"/>
                </a:solidFill>
                <a:effectLst/>
                <a:latin typeface="Consolas" panose="020B0609020204030204" pitchFamily="49" charset="0"/>
              </a:rPr>
              <a:t># If current n-gram is not in model, break</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break</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    </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return</a:t>
            </a:r>
            <a:r>
              <a:rPr lang="en-US" sz="700" b="0" dirty="0">
                <a:solidFill>
                  <a:srgbClr val="000000"/>
                </a:solidFill>
                <a:effectLst/>
                <a:latin typeface="Consolas" panose="020B0609020204030204" pitchFamily="49" charset="0"/>
              </a:rPr>
              <a:t> </a:t>
            </a:r>
            <a:r>
              <a:rPr lang="en-US" sz="700" b="0" dirty="0">
                <a:solidFill>
                  <a:srgbClr val="A31515"/>
                </a:solidFill>
                <a:effectLst/>
                <a:latin typeface="Consolas" panose="020B0609020204030204" pitchFamily="49" charset="0"/>
              </a:rPr>
              <a:t>' '</a:t>
            </a:r>
            <a:r>
              <a:rPr lang="en-US" sz="700" b="0" dirty="0">
                <a:solidFill>
                  <a:srgbClr val="000000"/>
                </a:solidFill>
                <a:effectLst/>
                <a:latin typeface="Consolas" panose="020B0609020204030204" pitchFamily="49" charset="0"/>
              </a:rPr>
              <a:t>.join(result)</a:t>
            </a:r>
          </a:p>
          <a:p>
            <a:pPr marL="0" indent="0">
              <a:lnSpc>
                <a:spcPct val="120000"/>
              </a:lnSpc>
              <a:spcBef>
                <a:spcPts val="0"/>
              </a:spcBef>
              <a:buNone/>
            </a:pPr>
            <a:br>
              <a:rPr lang="en-US" sz="700" b="0" dirty="0">
                <a:solidFill>
                  <a:srgbClr val="000000"/>
                </a:solidFill>
                <a:effectLst/>
                <a:latin typeface="Consolas" panose="020B0609020204030204" pitchFamily="49" charset="0"/>
              </a:rPr>
            </a:br>
            <a:r>
              <a:rPr lang="en-US" sz="700" b="0" dirty="0">
                <a:solidFill>
                  <a:srgbClr val="008000"/>
                </a:solidFill>
                <a:effectLst/>
                <a:latin typeface="Consolas" panose="020B0609020204030204" pitchFamily="49" charset="0"/>
              </a:rPr>
              <a:t># Sample text corpus</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corpus = </a:t>
            </a:r>
            <a:r>
              <a:rPr lang="en-US" sz="700" b="0" dirty="0">
                <a:solidFill>
                  <a:srgbClr val="A31515"/>
                </a:solidFill>
                <a:effectLst/>
                <a:latin typeface="Consolas" panose="020B0609020204030204" pitchFamily="49" charset="0"/>
              </a:rPr>
              <a:t>"""Large language models are transforming how businesses operate. </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A31515"/>
                </a:solidFill>
                <a:effectLst/>
                <a:latin typeface="Consolas" panose="020B0609020204030204" pitchFamily="49" charset="0"/>
              </a:rPr>
              <a:t>These models can understand language, generate text, and perform various tasks. </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A31515"/>
                </a:solidFill>
                <a:effectLst/>
                <a:latin typeface="Consolas" panose="020B0609020204030204" pitchFamily="49" charset="0"/>
              </a:rPr>
              <a:t>Businesses use language models for customer service, content creation, and data analysis.</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A31515"/>
                </a:solidFill>
                <a:effectLst/>
                <a:latin typeface="Consolas" panose="020B0609020204030204" pitchFamily="49" charset="0"/>
              </a:rPr>
              <a:t>Language models learn patterns from vast amounts of text data."""</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br>
              <a:rPr lang="en-US" sz="700" b="0" dirty="0">
                <a:solidFill>
                  <a:srgbClr val="000000"/>
                </a:solidFill>
                <a:effectLst/>
                <a:latin typeface="Consolas" panose="020B0609020204030204" pitchFamily="49" charset="0"/>
              </a:rPr>
            </a:br>
            <a:r>
              <a:rPr lang="en-US" sz="700" b="0" dirty="0">
                <a:solidFill>
                  <a:srgbClr val="008000"/>
                </a:solidFill>
                <a:effectLst/>
                <a:latin typeface="Consolas" panose="020B0609020204030204" pitchFamily="49" charset="0"/>
              </a:rPr>
              <a:t># Build a bigram model</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err="1">
                <a:solidFill>
                  <a:srgbClr val="000000"/>
                </a:solidFill>
                <a:effectLst/>
                <a:latin typeface="Consolas" panose="020B0609020204030204" pitchFamily="49" charset="0"/>
              </a:rPr>
              <a:t>bigram_model</a:t>
            </a:r>
            <a:r>
              <a:rPr lang="en-US" sz="700" b="0" dirty="0">
                <a:solidFill>
                  <a:srgbClr val="000000"/>
                </a:solidFill>
                <a:effectLst/>
                <a:latin typeface="Consolas" panose="020B0609020204030204" pitchFamily="49" charset="0"/>
              </a:rPr>
              <a:t> = </a:t>
            </a:r>
            <a:r>
              <a:rPr lang="en-US" sz="700" b="0" dirty="0" err="1">
                <a:solidFill>
                  <a:srgbClr val="000000"/>
                </a:solidFill>
                <a:effectLst/>
                <a:latin typeface="Consolas" panose="020B0609020204030204" pitchFamily="49" charset="0"/>
              </a:rPr>
              <a:t>build_ngram_model</a:t>
            </a:r>
            <a:r>
              <a:rPr lang="en-US" sz="700" b="0" dirty="0">
                <a:solidFill>
                  <a:srgbClr val="000000"/>
                </a:solidFill>
                <a:effectLst/>
                <a:latin typeface="Consolas" panose="020B0609020204030204" pitchFamily="49" charset="0"/>
              </a:rPr>
              <a:t>(corpus, </a:t>
            </a:r>
            <a:r>
              <a:rPr lang="en-US" sz="700" b="0" dirty="0">
                <a:solidFill>
                  <a:srgbClr val="098658"/>
                </a:solidFill>
                <a:effectLst/>
                <a:latin typeface="Consolas" panose="020B0609020204030204" pitchFamily="49" charset="0"/>
              </a:rPr>
              <a:t>2</a:t>
            </a:r>
            <a:r>
              <a:rPr lang="en-US" sz="700" b="0" dirty="0">
                <a:solidFill>
                  <a:srgbClr val="000000"/>
                </a:solidFill>
                <a:effectLst/>
                <a:latin typeface="Consolas" panose="020B0609020204030204" pitchFamily="49" charset="0"/>
              </a:rPr>
              <a:t>)</a:t>
            </a:r>
          </a:p>
          <a:p>
            <a:pPr marL="0" indent="0">
              <a:lnSpc>
                <a:spcPct val="120000"/>
              </a:lnSpc>
              <a:spcBef>
                <a:spcPts val="0"/>
              </a:spcBef>
              <a:buNone/>
            </a:pPr>
            <a:br>
              <a:rPr lang="en-US" sz="700" b="0" dirty="0">
                <a:solidFill>
                  <a:srgbClr val="000000"/>
                </a:solidFill>
                <a:effectLst/>
                <a:latin typeface="Consolas" panose="020B0609020204030204" pitchFamily="49" charset="0"/>
              </a:rPr>
            </a:br>
            <a:r>
              <a:rPr lang="en-US" sz="700" b="0" dirty="0">
                <a:solidFill>
                  <a:srgbClr val="008000"/>
                </a:solidFill>
                <a:effectLst/>
                <a:latin typeface="Consolas" panose="020B0609020204030204" pitchFamily="49" charset="0"/>
              </a:rPr>
              <a:t># Generate text using the model</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seed = (</a:t>
            </a:r>
            <a:r>
              <a:rPr lang="en-US" sz="700" b="0" dirty="0">
                <a:solidFill>
                  <a:srgbClr val="A31515"/>
                </a:solidFill>
                <a:effectLst/>
                <a:latin typeface="Consolas" panose="020B0609020204030204" pitchFamily="49" charset="0"/>
              </a:rPr>
              <a:t>'language'</a:t>
            </a:r>
            <a:r>
              <a:rPr lang="en-US" sz="700" b="0" dirty="0">
                <a:solidFill>
                  <a:srgbClr val="000000"/>
                </a:solidFill>
                <a:effectLst/>
                <a:latin typeface="Consolas" panose="020B0609020204030204" pitchFamily="49" charset="0"/>
              </a:rPr>
              <a:t>, </a:t>
            </a:r>
            <a:r>
              <a:rPr lang="en-US" sz="700" b="0" dirty="0">
                <a:solidFill>
                  <a:srgbClr val="A31515"/>
                </a:solidFill>
                <a:effectLst/>
                <a:latin typeface="Consolas" panose="020B0609020204030204" pitchFamily="49" charset="0"/>
              </a:rPr>
              <a:t>'models'</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err="1">
                <a:solidFill>
                  <a:srgbClr val="000000"/>
                </a:solidFill>
                <a:effectLst/>
                <a:latin typeface="Consolas" panose="020B0609020204030204" pitchFamily="49" charset="0"/>
              </a:rPr>
              <a:t>generated_text</a:t>
            </a:r>
            <a:r>
              <a:rPr lang="en-US" sz="700" b="0" dirty="0">
                <a:solidFill>
                  <a:srgbClr val="000000"/>
                </a:solidFill>
                <a:effectLst/>
                <a:latin typeface="Consolas" panose="020B0609020204030204" pitchFamily="49" charset="0"/>
              </a:rPr>
              <a:t> = </a:t>
            </a:r>
            <a:r>
              <a:rPr lang="en-US" sz="700" b="0" dirty="0" err="1">
                <a:solidFill>
                  <a:srgbClr val="000000"/>
                </a:solidFill>
                <a:effectLst/>
                <a:latin typeface="Consolas" panose="020B0609020204030204" pitchFamily="49" charset="0"/>
              </a:rPr>
              <a:t>generate_text</a:t>
            </a:r>
            <a:r>
              <a:rPr lang="en-US" sz="700" b="0" dirty="0">
                <a:solidFill>
                  <a:srgbClr val="000000"/>
                </a:solidFill>
                <a:effectLst/>
                <a:latin typeface="Consolas" panose="020B0609020204030204" pitchFamily="49" charset="0"/>
              </a:rPr>
              <a:t>(</a:t>
            </a:r>
            <a:r>
              <a:rPr lang="en-US" sz="700" b="0" dirty="0" err="1">
                <a:solidFill>
                  <a:srgbClr val="000000"/>
                </a:solidFill>
                <a:effectLst/>
                <a:latin typeface="Consolas" panose="020B0609020204030204" pitchFamily="49" charset="0"/>
              </a:rPr>
              <a:t>bigram_model</a:t>
            </a:r>
            <a:r>
              <a:rPr lang="en-US" sz="700" b="0" dirty="0">
                <a:solidFill>
                  <a:srgbClr val="000000"/>
                </a:solidFill>
                <a:effectLst/>
                <a:latin typeface="Consolas" panose="020B0609020204030204" pitchFamily="49" charset="0"/>
              </a:rPr>
              <a:t>, seed)</a:t>
            </a:r>
          </a:p>
          <a:p>
            <a:pPr marL="0" indent="0">
              <a:lnSpc>
                <a:spcPct val="120000"/>
              </a:lnSpc>
              <a:spcBef>
                <a:spcPts val="0"/>
              </a:spcBef>
              <a:buNone/>
            </a:pPr>
            <a:r>
              <a:rPr lang="en-US" sz="700" b="0" dirty="0">
                <a:solidFill>
                  <a:srgbClr val="000000"/>
                </a:solidFill>
                <a:effectLst/>
                <a:latin typeface="Consolas" panose="020B0609020204030204" pitchFamily="49" charset="0"/>
              </a:rPr>
              <a:t>print(</a:t>
            </a:r>
            <a:r>
              <a:rPr lang="en-US" sz="700" b="0" dirty="0" err="1">
                <a:solidFill>
                  <a:srgbClr val="000000"/>
                </a:solidFill>
                <a:effectLst/>
                <a:latin typeface="Consolas" panose="020B0609020204030204" pitchFamily="49" charset="0"/>
              </a:rPr>
              <a:t>generated_text</a:t>
            </a:r>
            <a:r>
              <a:rPr lang="en-US" sz="700" b="0" dirty="0">
                <a:solidFill>
                  <a:srgbClr val="000000"/>
                </a:solidFill>
                <a:effectLst/>
                <a:latin typeface="Consolas" panose="020B0609020204030204" pitchFamily="49" charset="0"/>
              </a:rPr>
              <a:t>)</a:t>
            </a:r>
          </a:p>
          <a:p>
            <a:pPr marL="0" indent="0">
              <a:lnSpc>
                <a:spcPct val="120000"/>
              </a:lnSpc>
              <a:spcBef>
                <a:spcPts val="0"/>
              </a:spcBef>
            </a:pPr>
            <a:r>
              <a:rPr lang="en-US" sz="700" b="0" dirty="0">
                <a:solidFill>
                  <a:srgbClr val="008000"/>
                </a:solidFill>
                <a:effectLst/>
                <a:latin typeface="Consolas" panose="020B0609020204030204" pitchFamily="49" charset="0"/>
              </a:rPr>
              <a:t># Output might be: "language models learn patterns from vast amounts of text data businesses use language models for customer service content creation and data analysis"</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endParaRPr lang="en-US" sz="700" dirty="0"/>
          </a:p>
        </p:txBody>
      </p:sp>
      <p:pic>
        <p:nvPicPr>
          <p:cNvPr id="1026" name="Picture 2" descr="N-grams - fastText Quick Start Guide [Book]">
            <a:extLst>
              <a:ext uri="{FF2B5EF4-FFF2-40B4-BE49-F238E27FC236}">
                <a16:creationId xmlns:a16="http://schemas.microsoft.com/office/drawing/2014/main" id="{9C123F94-BC05-DA2F-D744-F4CB2C79A93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58498" y="1755433"/>
            <a:ext cx="5195302" cy="22234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3214450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1FD281-A534-66DD-A1FD-4A9DBA92E8BE}"/>
              </a:ext>
            </a:extLst>
          </p:cNvPr>
          <p:cNvSpPr>
            <a:spLocks noGrp="1"/>
          </p:cNvSpPr>
          <p:nvPr>
            <p:ph type="title"/>
          </p:nvPr>
        </p:nvSpPr>
        <p:spPr/>
        <p:txBody>
          <a:bodyPr/>
          <a:lstStyle/>
          <a:p>
            <a:r>
              <a:rPr lang="en-US" dirty="0"/>
              <a:t>Perplexity</a:t>
            </a:r>
          </a:p>
        </p:txBody>
      </p:sp>
      <p:sp>
        <p:nvSpPr>
          <p:cNvPr id="3" name="Content Placeholder 2">
            <a:extLst>
              <a:ext uri="{FF2B5EF4-FFF2-40B4-BE49-F238E27FC236}">
                <a16:creationId xmlns:a16="http://schemas.microsoft.com/office/drawing/2014/main" id="{13B04378-246B-4FE4-2C64-C63653A45260}"/>
              </a:ext>
            </a:extLst>
          </p:cNvPr>
          <p:cNvSpPr>
            <a:spLocks noGrp="1"/>
          </p:cNvSpPr>
          <p:nvPr>
            <p:ph idx="1"/>
          </p:nvPr>
        </p:nvSpPr>
        <p:spPr/>
        <p:txBody>
          <a:bodyPr>
            <a:normAutofit fontScale="55000" lnSpcReduction="20000"/>
          </a:bodyPr>
          <a:lstStyle/>
          <a:p>
            <a:pPr>
              <a:buNone/>
            </a:pPr>
            <a:r>
              <a:rPr lang="en-US" dirty="0"/>
              <a:t>Perplexity measures how confused a language model is when predicting text.</a:t>
            </a:r>
          </a:p>
          <a:p>
            <a:pPr>
              <a:buNone/>
            </a:pPr>
            <a:r>
              <a:rPr lang="en-US" b="1" dirty="0"/>
              <a:t>What It Means</a:t>
            </a:r>
          </a:p>
          <a:p>
            <a:pPr>
              <a:buFont typeface="Arial" panose="020B0604020202020204" pitchFamily="34" charset="0"/>
              <a:buChar char="•"/>
            </a:pPr>
            <a:r>
              <a:rPr lang="en-US" b="1" dirty="0"/>
              <a:t>Lower perplexity</a:t>
            </a:r>
            <a:r>
              <a:rPr lang="en-US" dirty="0"/>
              <a:t> = Model is more confident and accurate</a:t>
            </a:r>
          </a:p>
          <a:p>
            <a:pPr>
              <a:buFont typeface="Arial" panose="020B0604020202020204" pitchFamily="34" charset="0"/>
              <a:buChar char="•"/>
            </a:pPr>
            <a:r>
              <a:rPr lang="en-US" b="1" dirty="0"/>
              <a:t>Higher perplexity</a:t>
            </a:r>
            <a:r>
              <a:rPr lang="en-US" dirty="0"/>
              <a:t> = Model is more uncertain and confused</a:t>
            </a:r>
          </a:p>
          <a:p>
            <a:pPr>
              <a:buNone/>
            </a:pPr>
            <a:r>
              <a:rPr lang="en-US" b="1" dirty="0"/>
              <a:t>Simple Example</a:t>
            </a:r>
          </a:p>
          <a:p>
            <a:pPr>
              <a:buNone/>
            </a:pPr>
            <a:r>
              <a:rPr lang="en-US" dirty="0"/>
              <a:t>Imagine you're trying to predict the next word in: "I went to the _____"</a:t>
            </a:r>
          </a:p>
          <a:p>
            <a:pPr>
              <a:buFont typeface="Arial" panose="020B0604020202020204" pitchFamily="34" charset="0"/>
              <a:buChar char="•"/>
            </a:pPr>
            <a:r>
              <a:rPr lang="en-US" dirty="0"/>
              <a:t>A good model might assign high probability to words like "store," "park," "beach"</a:t>
            </a:r>
          </a:p>
          <a:p>
            <a:pPr>
              <a:buFont typeface="Arial" panose="020B0604020202020204" pitchFamily="34" charset="0"/>
              <a:buChar char="•"/>
            </a:pPr>
            <a:r>
              <a:rPr lang="en-US" dirty="0"/>
              <a:t>A confused model might spread probabilities evenly across thousands of words</a:t>
            </a:r>
          </a:p>
          <a:p>
            <a:pPr>
              <a:buNone/>
            </a:pPr>
            <a:r>
              <a:rPr lang="en-US" dirty="0"/>
              <a:t>Perplexity essentially counts how many reasonable options the model is considering. If the model has a perplexity of 10, it's like the model is equally confused between 10 possible words.</a:t>
            </a:r>
          </a:p>
          <a:p>
            <a:pPr>
              <a:buNone/>
            </a:pPr>
            <a:r>
              <a:rPr lang="en-US" b="1" dirty="0"/>
              <a:t>Real-World Comparison</a:t>
            </a:r>
          </a:p>
          <a:p>
            <a:pPr>
              <a:buNone/>
            </a:pPr>
            <a:r>
              <a:rPr lang="en-US" dirty="0"/>
              <a:t>If your phone keyboard suggests 3 very likely next words, it has low perplexity. If it suggests random unrelated words, it has high perplexity.</a:t>
            </a:r>
          </a:p>
          <a:p>
            <a:pPr>
              <a:buNone/>
            </a:pPr>
            <a:r>
              <a:rPr lang="en-US" b="1" dirty="0"/>
              <a:t>Why It Matters</a:t>
            </a:r>
          </a:p>
          <a:p>
            <a:pPr>
              <a:buNone/>
            </a:pPr>
            <a:r>
              <a:rPr lang="en-US" dirty="0"/>
              <a:t>Think of perplexity as a "confusion score" that helps researchers:</a:t>
            </a:r>
          </a:p>
          <a:p>
            <a:pPr>
              <a:buFont typeface="Arial" panose="020B0604020202020204" pitchFamily="34" charset="0"/>
              <a:buChar char="•"/>
            </a:pPr>
            <a:r>
              <a:rPr lang="en-US" dirty="0"/>
              <a:t>Compare different language models</a:t>
            </a:r>
          </a:p>
          <a:p>
            <a:pPr>
              <a:buFont typeface="Arial" panose="020B0604020202020204" pitchFamily="34" charset="0"/>
              <a:buChar char="•"/>
            </a:pPr>
            <a:r>
              <a:rPr lang="en-US" dirty="0"/>
              <a:t>Check if a model is improving during training</a:t>
            </a:r>
          </a:p>
          <a:p>
            <a:pPr>
              <a:buFont typeface="Arial" panose="020B0604020202020204" pitchFamily="34" charset="0"/>
              <a:buChar char="•"/>
            </a:pPr>
            <a:r>
              <a:rPr lang="en-US" dirty="0"/>
              <a:t>Identify when a model works better for certain types of text</a:t>
            </a:r>
          </a:p>
          <a:p>
            <a:r>
              <a:rPr lang="en-US" dirty="0"/>
              <a:t>The best language models today have much lower perplexity than older models, which is why they produce more natural-sounding text.</a:t>
            </a:r>
          </a:p>
          <a:p>
            <a:endParaRPr lang="en-US" dirty="0"/>
          </a:p>
        </p:txBody>
      </p:sp>
    </p:spTree>
    <p:extLst>
      <p:ext uri="{BB962C8B-B14F-4D97-AF65-F5344CB8AC3E}">
        <p14:creationId xmlns:p14="http://schemas.microsoft.com/office/powerpoint/2010/main" val="42136715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E809B9-C541-93EC-3335-246077D074AB}"/>
              </a:ext>
            </a:extLst>
          </p:cNvPr>
          <p:cNvSpPr>
            <a:spLocks noGrp="1"/>
          </p:cNvSpPr>
          <p:nvPr>
            <p:ph type="title"/>
          </p:nvPr>
        </p:nvSpPr>
        <p:spPr/>
        <p:txBody>
          <a:bodyPr>
            <a:normAutofit/>
          </a:bodyPr>
          <a:lstStyle/>
          <a:p>
            <a:r>
              <a:rPr lang="en-US" dirty="0"/>
              <a:t>Limitations of N-gram Models</a:t>
            </a:r>
          </a:p>
        </p:txBody>
      </p:sp>
      <p:sp>
        <p:nvSpPr>
          <p:cNvPr id="3" name="Content Placeholder 2">
            <a:extLst>
              <a:ext uri="{FF2B5EF4-FFF2-40B4-BE49-F238E27FC236}">
                <a16:creationId xmlns:a16="http://schemas.microsoft.com/office/drawing/2014/main" id="{69D30B70-3D40-0B59-B5B7-CE324493CD2A}"/>
              </a:ext>
            </a:extLst>
          </p:cNvPr>
          <p:cNvSpPr>
            <a:spLocks noGrp="1"/>
          </p:cNvSpPr>
          <p:nvPr>
            <p:ph idx="1"/>
          </p:nvPr>
        </p:nvSpPr>
        <p:spPr/>
        <p:txBody>
          <a:bodyPr/>
          <a:lstStyle/>
          <a:p>
            <a:r>
              <a:rPr lang="en-US" dirty="0"/>
              <a:t>Limited context: Only consider a fixed number of previous words</a:t>
            </a:r>
          </a:p>
          <a:p>
            <a:r>
              <a:rPr lang="en-US" dirty="0"/>
              <a:t>No long-range dependencies: Cannot capture relationships between distant words</a:t>
            </a:r>
          </a:p>
          <a:p>
            <a:r>
              <a:rPr lang="en-US" dirty="0"/>
              <a:t>No semantic understanding: Model captures statistical patterns but not meaning</a:t>
            </a:r>
          </a:p>
          <a:p>
            <a:r>
              <a:rPr lang="en-US" dirty="0"/>
              <a:t>Memory intensive: Storing all possible n-grams requires significant space</a:t>
            </a:r>
          </a:p>
          <a:p>
            <a:r>
              <a:rPr lang="en-US" dirty="0"/>
              <a:t>Data sparsity: Many valid word combinations don't appear in training data</a:t>
            </a:r>
          </a:p>
          <a:p>
            <a:endParaRPr lang="en-US" dirty="0"/>
          </a:p>
        </p:txBody>
      </p:sp>
    </p:spTree>
    <p:extLst>
      <p:ext uri="{BB962C8B-B14F-4D97-AF65-F5344CB8AC3E}">
        <p14:creationId xmlns:p14="http://schemas.microsoft.com/office/powerpoint/2010/main" val="29537602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7531</TotalTime>
  <Words>5076</Words>
  <Application>Microsoft Office PowerPoint</Application>
  <PresentationFormat>Widescreen</PresentationFormat>
  <Paragraphs>564</Paragraphs>
  <Slides>35</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35</vt:i4>
      </vt:variant>
    </vt:vector>
  </HeadingPairs>
  <TitlesOfParts>
    <vt:vector size="44" baseType="lpstr">
      <vt:lpstr>Aptos Narrow</vt:lpstr>
      <vt:lpstr>Arial</vt:lpstr>
      <vt:lpstr>Calibri</vt:lpstr>
      <vt:lpstr>Calibri Light</vt:lpstr>
      <vt:lpstr>Consolas</vt:lpstr>
      <vt:lpstr>TimesNewRomanPS-ItalicMT</vt:lpstr>
      <vt:lpstr>var(--font-tiempos)</vt:lpstr>
      <vt:lpstr>var(--notebook-cell-output-font-family)</vt:lpstr>
      <vt:lpstr>Office Theme</vt:lpstr>
      <vt:lpstr>307307 Introduction to Text Mining and  Natural Language Processing</vt:lpstr>
      <vt:lpstr>What is Natural Language Processing?</vt:lpstr>
      <vt:lpstr>Historical Development of NLP</vt:lpstr>
      <vt:lpstr>Why is NLP Challenging?</vt:lpstr>
      <vt:lpstr>Common NLP Applications</vt:lpstr>
      <vt:lpstr>Fundamental NLP Techniques</vt:lpstr>
      <vt:lpstr>NLTK (Natural Language Toolkit)</vt:lpstr>
      <vt:lpstr>Tokenization</vt:lpstr>
      <vt:lpstr>Tokenize text using NLTK package</vt:lpstr>
      <vt:lpstr>Normalization</vt:lpstr>
      <vt:lpstr>Stopwords Removal</vt:lpstr>
      <vt:lpstr>Stemming and Lemmatization</vt:lpstr>
      <vt:lpstr>Stemming</vt:lpstr>
      <vt:lpstr>Lemmatization</vt:lpstr>
      <vt:lpstr>PowerPoint Presentation</vt:lpstr>
      <vt:lpstr>Representing Text – Converting Text into Numbers</vt:lpstr>
      <vt:lpstr>Representing Text - Bag of Words (BoW)</vt:lpstr>
      <vt:lpstr>Representing Text - Bag of Words (BoW)</vt:lpstr>
      <vt:lpstr>BoW Example</vt:lpstr>
      <vt:lpstr>Representing Text - TF-IDF (Term Frequency-Inverse Document Frequency)</vt:lpstr>
      <vt:lpstr>Example – Word A vs. Word B</vt:lpstr>
      <vt:lpstr>TF-IDF (Term Frequency-Inverse Document Frequency)</vt:lpstr>
      <vt:lpstr>TF-IDF (Term Frequency-Inverse Document Frequency)</vt:lpstr>
      <vt:lpstr>Practical Example</vt:lpstr>
      <vt:lpstr>Sentiment Analysis of Movie Reviews</vt:lpstr>
      <vt:lpstr>PowerPoint Presentation</vt:lpstr>
      <vt:lpstr>PowerPoint Presentation</vt:lpstr>
      <vt:lpstr>PowerPoint Presentation</vt:lpstr>
      <vt:lpstr>PowerPoint Presentation</vt:lpstr>
      <vt:lpstr>Language Models</vt:lpstr>
      <vt:lpstr>Language Models: N-grams</vt:lpstr>
      <vt:lpstr>Core Concepts</vt:lpstr>
      <vt:lpstr>Implementing N-grams</vt:lpstr>
      <vt:lpstr>Perplexity</vt:lpstr>
      <vt:lpstr>Limitations of N-gram Models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Probability Distribution Functions</dc:title>
  <dc:creator>Mohammed Fasha</dc:creator>
  <cp:lastModifiedBy>Mohammed Fasha</cp:lastModifiedBy>
  <cp:revision>1115</cp:revision>
  <dcterms:created xsi:type="dcterms:W3CDTF">2023-03-26T11:17:23Z</dcterms:created>
  <dcterms:modified xsi:type="dcterms:W3CDTF">2025-03-21T12:04:04Z</dcterms:modified>
</cp:coreProperties>
</file>