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455" r:id="rId2"/>
    <p:sldId id="497" r:id="rId3"/>
    <p:sldId id="498" r:id="rId4"/>
    <p:sldId id="519" r:id="rId5"/>
    <p:sldId id="499" r:id="rId6"/>
    <p:sldId id="500" r:id="rId7"/>
    <p:sldId id="501" r:id="rId8"/>
    <p:sldId id="502" r:id="rId9"/>
    <p:sldId id="503" r:id="rId10"/>
    <p:sldId id="504" r:id="rId11"/>
    <p:sldId id="505" r:id="rId12"/>
    <p:sldId id="506" r:id="rId13"/>
    <p:sldId id="507" r:id="rId14"/>
    <p:sldId id="508" r:id="rId15"/>
    <p:sldId id="509" r:id="rId16"/>
    <p:sldId id="510" r:id="rId17"/>
    <p:sldId id="511" r:id="rId18"/>
    <p:sldId id="512" r:id="rId19"/>
    <p:sldId id="513" r:id="rId20"/>
    <p:sldId id="514" r:id="rId21"/>
    <p:sldId id="515" r:id="rId22"/>
    <p:sldId id="516" r:id="rId23"/>
    <p:sldId id="517" r:id="rId24"/>
    <p:sldId id="51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AE7373-BC78-49F1-9262-209B991CDE28}" v="21" dt="2025-03-13T04:05:14.4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8" autoAdjust="0"/>
    <p:restoredTop sz="94660"/>
  </p:normalViewPr>
  <p:slideViewPr>
    <p:cSldViewPr snapToGrid="0">
      <p:cViewPr varScale="1">
        <p:scale>
          <a:sx n="107" d="100"/>
          <a:sy n="107" d="100"/>
        </p:scale>
        <p:origin x="70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1BAE7373-BC78-49F1-9262-209B991CDE28}"/>
    <pc:docChg chg="undo custSel addSld delSld modSld">
      <pc:chgData name="Mohammed Fasha" userId="cc64f42d-a1a6-4f08-b97b-0c37f877119f" providerId="ADAL" clId="{1BAE7373-BC78-49F1-9262-209B991CDE28}" dt="2025-03-13T04:12:33.221" v="234" actId="20577"/>
      <pc:docMkLst>
        <pc:docMk/>
      </pc:docMkLst>
      <pc:sldChg chg="del">
        <pc:chgData name="Mohammed Fasha" userId="cc64f42d-a1a6-4f08-b97b-0c37f877119f" providerId="ADAL" clId="{1BAE7373-BC78-49F1-9262-209B991CDE28}" dt="2025-03-13T04:04:55.107" v="2" actId="47"/>
        <pc:sldMkLst>
          <pc:docMk/>
          <pc:sldMk cId="89912501" sldId="274"/>
        </pc:sldMkLst>
      </pc:sldChg>
      <pc:sldChg chg="del">
        <pc:chgData name="Mohammed Fasha" userId="cc64f42d-a1a6-4f08-b97b-0c37f877119f" providerId="ADAL" clId="{1BAE7373-BC78-49F1-9262-209B991CDE28}" dt="2025-03-13T04:04:55.107" v="2" actId="47"/>
        <pc:sldMkLst>
          <pc:docMk/>
          <pc:sldMk cId="1847087325" sldId="283"/>
        </pc:sldMkLst>
      </pc:sldChg>
      <pc:sldChg chg="del">
        <pc:chgData name="Mohammed Fasha" userId="cc64f42d-a1a6-4f08-b97b-0c37f877119f" providerId="ADAL" clId="{1BAE7373-BC78-49F1-9262-209B991CDE28}" dt="2025-03-13T04:04:55.107" v="2" actId="47"/>
        <pc:sldMkLst>
          <pc:docMk/>
          <pc:sldMk cId="771290671" sldId="284"/>
        </pc:sldMkLst>
      </pc:sldChg>
      <pc:sldChg chg="del">
        <pc:chgData name="Mohammed Fasha" userId="cc64f42d-a1a6-4f08-b97b-0c37f877119f" providerId="ADAL" clId="{1BAE7373-BC78-49F1-9262-209B991CDE28}" dt="2025-03-13T04:04:55.107" v="2" actId="47"/>
        <pc:sldMkLst>
          <pc:docMk/>
          <pc:sldMk cId="1234327519" sldId="287"/>
        </pc:sldMkLst>
      </pc:sldChg>
      <pc:sldChg chg="del">
        <pc:chgData name="Mohammed Fasha" userId="cc64f42d-a1a6-4f08-b97b-0c37f877119f" providerId="ADAL" clId="{1BAE7373-BC78-49F1-9262-209B991CDE28}" dt="2025-03-13T04:04:55.107" v="2" actId="47"/>
        <pc:sldMkLst>
          <pc:docMk/>
          <pc:sldMk cId="3304405524" sldId="292"/>
        </pc:sldMkLst>
      </pc:sldChg>
      <pc:sldChg chg="del">
        <pc:chgData name="Mohammed Fasha" userId="cc64f42d-a1a6-4f08-b97b-0c37f877119f" providerId="ADAL" clId="{1BAE7373-BC78-49F1-9262-209B991CDE28}" dt="2025-03-13T04:04:55.107" v="2" actId="47"/>
        <pc:sldMkLst>
          <pc:docMk/>
          <pc:sldMk cId="1217643332" sldId="294"/>
        </pc:sldMkLst>
      </pc:sldChg>
      <pc:sldChg chg="del">
        <pc:chgData name="Mohammed Fasha" userId="cc64f42d-a1a6-4f08-b97b-0c37f877119f" providerId="ADAL" clId="{1BAE7373-BC78-49F1-9262-209B991CDE28}" dt="2025-03-13T04:04:55.107" v="2" actId="47"/>
        <pc:sldMkLst>
          <pc:docMk/>
          <pc:sldMk cId="3526654973" sldId="295"/>
        </pc:sldMkLst>
      </pc:sldChg>
      <pc:sldChg chg="del">
        <pc:chgData name="Mohammed Fasha" userId="cc64f42d-a1a6-4f08-b97b-0c37f877119f" providerId="ADAL" clId="{1BAE7373-BC78-49F1-9262-209B991CDE28}" dt="2025-03-13T04:04:55.107" v="2" actId="47"/>
        <pc:sldMkLst>
          <pc:docMk/>
          <pc:sldMk cId="0" sldId="300"/>
        </pc:sldMkLst>
      </pc:sldChg>
      <pc:sldChg chg="del">
        <pc:chgData name="Mohammed Fasha" userId="cc64f42d-a1a6-4f08-b97b-0c37f877119f" providerId="ADAL" clId="{1BAE7373-BC78-49F1-9262-209B991CDE28}" dt="2025-03-13T04:04:55.107" v="2" actId="47"/>
        <pc:sldMkLst>
          <pc:docMk/>
          <pc:sldMk cId="0" sldId="301"/>
        </pc:sldMkLst>
      </pc:sldChg>
      <pc:sldChg chg="del">
        <pc:chgData name="Mohammed Fasha" userId="cc64f42d-a1a6-4f08-b97b-0c37f877119f" providerId="ADAL" clId="{1BAE7373-BC78-49F1-9262-209B991CDE28}" dt="2025-03-13T04:04:55.107" v="2" actId="47"/>
        <pc:sldMkLst>
          <pc:docMk/>
          <pc:sldMk cId="0" sldId="304"/>
        </pc:sldMkLst>
      </pc:sldChg>
      <pc:sldChg chg="del">
        <pc:chgData name="Mohammed Fasha" userId="cc64f42d-a1a6-4f08-b97b-0c37f877119f" providerId="ADAL" clId="{1BAE7373-BC78-49F1-9262-209B991CDE28}" dt="2025-03-13T04:04:55.107" v="2" actId="47"/>
        <pc:sldMkLst>
          <pc:docMk/>
          <pc:sldMk cId="0" sldId="314"/>
        </pc:sldMkLst>
      </pc:sldChg>
      <pc:sldChg chg="del">
        <pc:chgData name="Mohammed Fasha" userId="cc64f42d-a1a6-4f08-b97b-0c37f877119f" providerId="ADAL" clId="{1BAE7373-BC78-49F1-9262-209B991CDE28}" dt="2025-03-13T04:04:55.107" v="2" actId="47"/>
        <pc:sldMkLst>
          <pc:docMk/>
          <pc:sldMk cId="2362708721" sldId="321"/>
        </pc:sldMkLst>
      </pc:sldChg>
      <pc:sldChg chg="del">
        <pc:chgData name="Mohammed Fasha" userId="cc64f42d-a1a6-4f08-b97b-0c37f877119f" providerId="ADAL" clId="{1BAE7373-BC78-49F1-9262-209B991CDE28}" dt="2025-03-13T04:04:55.107" v="2" actId="47"/>
        <pc:sldMkLst>
          <pc:docMk/>
          <pc:sldMk cId="1477953107" sldId="324"/>
        </pc:sldMkLst>
      </pc:sldChg>
      <pc:sldChg chg="del">
        <pc:chgData name="Mohammed Fasha" userId="cc64f42d-a1a6-4f08-b97b-0c37f877119f" providerId="ADAL" clId="{1BAE7373-BC78-49F1-9262-209B991CDE28}" dt="2025-03-13T04:04:55.107" v="2" actId="47"/>
        <pc:sldMkLst>
          <pc:docMk/>
          <pc:sldMk cId="1624740157" sldId="346"/>
        </pc:sldMkLst>
      </pc:sldChg>
      <pc:sldChg chg="del">
        <pc:chgData name="Mohammed Fasha" userId="cc64f42d-a1a6-4f08-b97b-0c37f877119f" providerId="ADAL" clId="{1BAE7373-BC78-49F1-9262-209B991CDE28}" dt="2025-03-13T04:04:55.107" v="2" actId="47"/>
        <pc:sldMkLst>
          <pc:docMk/>
          <pc:sldMk cId="1093295885" sldId="365"/>
        </pc:sldMkLst>
      </pc:sldChg>
      <pc:sldChg chg="del">
        <pc:chgData name="Mohammed Fasha" userId="cc64f42d-a1a6-4f08-b97b-0c37f877119f" providerId="ADAL" clId="{1BAE7373-BC78-49F1-9262-209B991CDE28}" dt="2025-03-13T04:04:55.107" v="2" actId="47"/>
        <pc:sldMkLst>
          <pc:docMk/>
          <pc:sldMk cId="3638528156" sldId="366"/>
        </pc:sldMkLst>
      </pc:sldChg>
      <pc:sldChg chg="del">
        <pc:chgData name="Mohammed Fasha" userId="cc64f42d-a1a6-4f08-b97b-0c37f877119f" providerId="ADAL" clId="{1BAE7373-BC78-49F1-9262-209B991CDE28}" dt="2025-03-13T04:04:55.107" v="2" actId="47"/>
        <pc:sldMkLst>
          <pc:docMk/>
          <pc:sldMk cId="2714000580" sldId="367"/>
        </pc:sldMkLst>
      </pc:sldChg>
      <pc:sldChg chg="del">
        <pc:chgData name="Mohammed Fasha" userId="cc64f42d-a1a6-4f08-b97b-0c37f877119f" providerId="ADAL" clId="{1BAE7373-BC78-49F1-9262-209B991CDE28}" dt="2025-03-13T04:04:55.107" v="2" actId="47"/>
        <pc:sldMkLst>
          <pc:docMk/>
          <pc:sldMk cId="4103125789" sldId="368"/>
        </pc:sldMkLst>
      </pc:sldChg>
      <pc:sldChg chg="del">
        <pc:chgData name="Mohammed Fasha" userId="cc64f42d-a1a6-4f08-b97b-0c37f877119f" providerId="ADAL" clId="{1BAE7373-BC78-49F1-9262-209B991CDE28}" dt="2025-03-13T04:04:55.107" v="2" actId="47"/>
        <pc:sldMkLst>
          <pc:docMk/>
          <pc:sldMk cId="3243173744" sldId="369"/>
        </pc:sldMkLst>
      </pc:sldChg>
      <pc:sldChg chg="del">
        <pc:chgData name="Mohammed Fasha" userId="cc64f42d-a1a6-4f08-b97b-0c37f877119f" providerId="ADAL" clId="{1BAE7373-BC78-49F1-9262-209B991CDE28}" dt="2025-03-13T04:04:55.107" v="2" actId="47"/>
        <pc:sldMkLst>
          <pc:docMk/>
          <pc:sldMk cId="533099717" sldId="370"/>
        </pc:sldMkLst>
      </pc:sldChg>
      <pc:sldChg chg="del">
        <pc:chgData name="Mohammed Fasha" userId="cc64f42d-a1a6-4f08-b97b-0c37f877119f" providerId="ADAL" clId="{1BAE7373-BC78-49F1-9262-209B991CDE28}" dt="2025-03-13T04:04:55.107" v="2" actId="47"/>
        <pc:sldMkLst>
          <pc:docMk/>
          <pc:sldMk cId="403304745" sldId="371"/>
        </pc:sldMkLst>
      </pc:sldChg>
      <pc:sldChg chg="del">
        <pc:chgData name="Mohammed Fasha" userId="cc64f42d-a1a6-4f08-b97b-0c37f877119f" providerId="ADAL" clId="{1BAE7373-BC78-49F1-9262-209B991CDE28}" dt="2025-03-13T04:04:55.107" v="2" actId="47"/>
        <pc:sldMkLst>
          <pc:docMk/>
          <pc:sldMk cId="1274929313" sldId="372"/>
        </pc:sldMkLst>
      </pc:sldChg>
      <pc:sldChg chg="del">
        <pc:chgData name="Mohammed Fasha" userId="cc64f42d-a1a6-4f08-b97b-0c37f877119f" providerId="ADAL" clId="{1BAE7373-BC78-49F1-9262-209B991CDE28}" dt="2025-03-13T04:04:55.107" v="2" actId="47"/>
        <pc:sldMkLst>
          <pc:docMk/>
          <pc:sldMk cId="3412111298" sldId="376"/>
        </pc:sldMkLst>
      </pc:sldChg>
      <pc:sldChg chg="del">
        <pc:chgData name="Mohammed Fasha" userId="cc64f42d-a1a6-4f08-b97b-0c37f877119f" providerId="ADAL" clId="{1BAE7373-BC78-49F1-9262-209B991CDE28}" dt="2025-03-13T04:04:55.107" v="2" actId="47"/>
        <pc:sldMkLst>
          <pc:docMk/>
          <pc:sldMk cId="3601872685" sldId="382"/>
        </pc:sldMkLst>
      </pc:sldChg>
      <pc:sldChg chg="del">
        <pc:chgData name="Mohammed Fasha" userId="cc64f42d-a1a6-4f08-b97b-0c37f877119f" providerId="ADAL" clId="{1BAE7373-BC78-49F1-9262-209B991CDE28}" dt="2025-03-13T04:04:55.107" v="2" actId="47"/>
        <pc:sldMkLst>
          <pc:docMk/>
          <pc:sldMk cId="215899539" sldId="384"/>
        </pc:sldMkLst>
      </pc:sldChg>
      <pc:sldChg chg="del">
        <pc:chgData name="Mohammed Fasha" userId="cc64f42d-a1a6-4f08-b97b-0c37f877119f" providerId="ADAL" clId="{1BAE7373-BC78-49F1-9262-209B991CDE28}" dt="2025-03-13T04:04:55.107" v="2" actId="47"/>
        <pc:sldMkLst>
          <pc:docMk/>
          <pc:sldMk cId="2001631854" sldId="390"/>
        </pc:sldMkLst>
      </pc:sldChg>
      <pc:sldChg chg="del">
        <pc:chgData name="Mohammed Fasha" userId="cc64f42d-a1a6-4f08-b97b-0c37f877119f" providerId="ADAL" clId="{1BAE7373-BC78-49F1-9262-209B991CDE28}" dt="2025-03-13T04:04:55.107" v="2" actId="47"/>
        <pc:sldMkLst>
          <pc:docMk/>
          <pc:sldMk cId="2976191511" sldId="393"/>
        </pc:sldMkLst>
      </pc:sldChg>
      <pc:sldChg chg="del">
        <pc:chgData name="Mohammed Fasha" userId="cc64f42d-a1a6-4f08-b97b-0c37f877119f" providerId="ADAL" clId="{1BAE7373-BC78-49F1-9262-209B991CDE28}" dt="2025-03-13T04:04:55.107" v="2" actId="47"/>
        <pc:sldMkLst>
          <pc:docMk/>
          <pc:sldMk cId="3942416368" sldId="394"/>
        </pc:sldMkLst>
      </pc:sldChg>
      <pc:sldChg chg="del">
        <pc:chgData name="Mohammed Fasha" userId="cc64f42d-a1a6-4f08-b97b-0c37f877119f" providerId="ADAL" clId="{1BAE7373-BC78-49F1-9262-209B991CDE28}" dt="2025-03-13T04:04:55.107" v="2" actId="47"/>
        <pc:sldMkLst>
          <pc:docMk/>
          <pc:sldMk cId="2455239288" sldId="398"/>
        </pc:sldMkLst>
      </pc:sldChg>
      <pc:sldChg chg="del">
        <pc:chgData name="Mohammed Fasha" userId="cc64f42d-a1a6-4f08-b97b-0c37f877119f" providerId="ADAL" clId="{1BAE7373-BC78-49F1-9262-209B991CDE28}" dt="2025-03-13T04:04:55.107" v="2" actId="47"/>
        <pc:sldMkLst>
          <pc:docMk/>
          <pc:sldMk cId="322630100" sldId="401"/>
        </pc:sldMkLst>
      </pc:sldChg>
      <pc:sldChg chg="del">
        <pc:chgData name="Mohammed Fasha" userId="cc64f42d-a1a6-4f08-b97b-0c37f877119f" providerId="ADAL" clId="{1BAE7373-BC78-49F1-9262-209B991CDE28}" dt="2025-03-13T04:04:55.107" v="2" actId="47"/>
        <pc:sldMkLst>
          <pc:docMk/>
          <pc:sldMk cId="2446723419" sldId="402"/>
        </pc:sldMkLst>
      </pc:sldChg>
      <pc:sldChg chg="del">
        <pc:chgData name="Mohammed Fasha" userId="cc64f42d-a1a6-4f08-b97b-0c37f877119f" providerId="ADAL" clId="{1BAE7373-BC78-49F1-9262-209B991CDE28}" dt="2025-03-13T04:04:55.107" v="2" actId="47"/>
        <pc:sldMkLst>
          <pc:docMk/>
          <pc:sldMk cId="2708838154" sldId="405"/>
        </pc:sldMkLst>
      </pc:sldChg>
      <pc:sldChg chg="del">
        <pc:chgData name="Mohammed Fasha" userId="cc64f42d-a1a6-4f08-b97b-0c37f877119f" providerId="ADAL" clId="{1BAE7373-BC78-49F1-9262-209B991CDE28}" dt="2025-03-13T04:04:55.107" v="2" actId="47"/>
        <pc:sldMkLst>
          <pc:docMk/>
          <pc:sldMk cId="711859222" sldId="406"/>
        </pc:sldMkLst>
      </pc:sldChg>
      <pc:sldChg chg="del">
        <pc:chgData name="Mohammed Fasha" userId="cc64f42d-a1a6-4f08-b97b-0c37f877119f" providerId="ADAL" clId="{1BAE7373-BC78-49F1-9262-209B991CDE28}" dt="2025-03-13T04:04:55.107" v="2" actId="47"/>
        <pc:sldMkLst>
          <pc:docMk/>
          <pc:sldMk cId="430192280" sldId="409"/>
        </pc:sldMkLst>
      </pc:sldChg>
      <pc:sldChg chg="del">
        <pc:chgData name="Mohammed Fasha" userId="cc64f42d-a1a6-4f08-b97b-0c37f877119f" providerId="ADAL" clId="{1BAE7373-BC78-49F1-9262-209B991CDE28}" dt="2025-03-13T04:04:55.107" v="2" actId="47"/>
        <pc:sldMkLst>
          <pc:docMk/>
          <pc:sldMk cId="1261728788" sldId="410"/>
        </pc:sldMkLst>
      </pc:sldChg>
      <pc:sldChg chg="del">
        <pc:chgData name="Mohammed Fasha" userId="cc64f42d-a1a6-4f08-b97b-0c37f877119f" providerId="ADAL" clId="{1BAE7373-BC78-49F1-9262-209B991CDE28}" dt="2025-03-13T04:04:55.107" v="2" actId="47"/>
        <pc:sldMkLst>
          <pc:docMk/>
          <pc:sldMk cId="465427976" sldId="414"/>
        </pc:sldMkLst>
      </pc:sldChg>
      <pc:sldChg chg="del">
        <pc:chgData name="Mohammed Fasha" userId="cc64f42d-a1a6-4f08-b97b-0c37f877119f" providerId="ADAL" clId="{1BAE7373-BC78-49F1-9262-209B991CDE28}" dt="2025-03-13T04:04:55.107" v="2" actId="47"/>
        <pc:sldMkLst>
          <pc:docMk/>
          <pc:sldMk cId="4222832899" sldId="419"/>
        </pc:sldMkLst>
      </pc:sldChg>
      <pc:sldChg chg="del">
        <pc:chgData name="Mohammed Fasha" userId="cc64f42d-a1a6-4f08-b97b-0c37f877119f" providerId="ADAL" clId="{1BAE7373-BC78-49F1-9262-209B991CDE28}" dt="2025-03-13T04:04:55.107" v="2" actId="47"/>
        <pc:sldMkLst>
          <pc:docMk/>
          <pc:sldMk cId="3168225218" sldId="422"/>
        </pc:sldMkLst>
      </pc:sldChg>
      <pc:sldChg chg="del">
        <pc:chgData name="Mohammed Fasha" userId="cc64f42d-a1a6-4f08-b97b-0c37f877119f" providerId="ADAL" clId="{1BAE7373-BC78-49F1-9262-209B991CDE28}" dt="2025-03-13T04:04:55.107" v="2" actId="47"/>
        <pc:sldMkLst>
          <pc:docMk/>
          <pc:sldMk cId="2310344807" sldId="423"/>
        </pc:sldMkLst>
      </pc:sldChg>
      <pc:sldChg chg="del">
        <pc:chgData name="Mohammed Fasha" userId="cc64f42d-a1a6-4f08-b97b-0c37f877119f" providerId="ADAL" clId="{1BAE7373-BC78-49F1-9262-209B991CDE28}" dt="2025-03-13T04:04:55.107" v="2" actId="47"/>
        <pc:sldMkLst>
          <pc:docMk/>
          <pc:sldMk cId="707737036" sldId="425"/>
        </pc:sldMkLst>
      </pc:sldChg>
      <pc:sldChg chg="del">
        <pc:chgData name="Mohammed Fasha" userId="cc64f42d-a1a6-4f08-b97b-0c37f877119f" providerId="ADAL" clId="{1BAE7373-BC78-49F1-9262-209B991CDE28}" dt="2025-03-13T04:04:55.107" v="2" actId="47"/>
        <pc:sldMkLst>
          <pc:docMk/>
          <pc:sldMk cId="232656594" sldId="429"/>
        </pc:sldMkLst>
      </pc:sldChg>
      <pc:sldChg chg="del">
        <pc:chgData name="Mohammed Fasha" userId="cc64f42d-a1a6-4f08-b97b-0c37f877119f" providerId="ADAL" clId="{1BAE7373-BC78-49F1-9262-209B991CDE28}" dt="2025-03-13T04:04:55.107" v="2" actId="47"/>
        <pc:sldMkLst>
          <pc:docMk/>
          <pc:sldMk cId="404333880" sldId="433"/>
        </pc:sldMkLst>
      </pc:sldChg>
      <pc:sldChg chg="del">
        <pc:chgData name="Mohammed Fasha" userId="cc64f42d-a1a6-4f08-b97b-0c37f877119f" providerId="ADAL" clId="{1BAE7373-BC78-49F1-9262-209B991CDE28}" dt="2025-03-13T04:04:55.107" v="2" actId="47"/>
        <pc:sldMkLst>
          <pc:docMk/>
          <pc:sldMk cId="2523349106" sldId="442"/>
        </pc:sldMkLst>
      </pc:sldChg>
      <pc:sldChg chg="del">
        <pc:chgData name="Mohammed Fasha" userId="cc64f42d-a1a6-4f08-b97b-0c37f877119f" providerId="ADAL" clId="{1BAE7373-BC78-49F1-9262-209B991CDE28}" dt="2025-03-13T04:04:55.107" v="2" actId="47"/>
        <pc:sldMkLst>
          <pc:docMk/>
          <pc:sldMk cId="2515022167" sldId="443"/>
        </pc:sldMkLst>
      </pc:sldChg>
      <pc:sldChg chg="del">
        <pc:chgData name="Mohammed Fasha" userId="cc64f42d-a1a6-4f08-b97b-0c37f877119f" providerId="ADAL" clId="{1BAE7373-BC78-49F1-9262-209B991CDE28}" dt="2025-03-13T04:04:55.107" v="2" actId="47"/>
        <pc:sldMkLst>
          <pc:docMk/>
          <pc:sldMk cId="1977389857" sldId="445"/>
        </pc:sldMkLst>
      </pc:sldChg>
      <pc:sldChg chg="del">
        <pc:chgData name="Mohammed Fasha" userId="cc64f42d-a1a6-4f08-b97b-0c37f877119f" providerId="ADAL" clId="{1BAE7373-BC78-49F1-9262-209B991CDE28}" dt="2025-03-13T04:04:55.107" v="2" actId="47"/>
        <pc:sldMkLst>
          <pc:docMk/>
          <pc:sldMk cId="2140515002" sldId="446"/>
        </pc:sldMkLst>
      </pc:sldChg>
      <pc:sldChg chg="del">
        <pc:chgData name="Mohammed Fasha" userId="cc64f42d-a1a6-4f08-b97b-0c37f877119f" providerId="ADAL" clId="{1BAE7373-BC78-49F1-9262-209B991CDE28}" dt="2025-03-13T04:04:55.107" v="2" actId="47"/>
        <pc:sldMkLst>
          <pc:docMk/>
          <pc:sldMk cId="1932795151" sldId="448"/>
        </pc:sldMkLst>
      </pc:sldChg>
      <pc:sldChg chg="del">
        <pc:chgData name="Mohammed Fasha" userId="cc64f42d-a1a6-4f08-b97b-0c37f877119f" providerId="ADAL" clId="{1BAE7373-BC78-49F1-9262-209B991CDE28}" dt="2025-03-13T04:04:55.107" v="2" actId="47"/>
        <pc:sldMkLst>
          <pc:docMk/>
          <pc:sldMk cId="1837964685" sldId="451"/>
        </pc:sldMkLst>
      </pc:sldChg>
      <pc:sldChg chg="del">
        <pc:chgData name="Mohammed Fasha" userId="cc64f42d-a1a6-4f08-b97b-0c37f877119f" providerId="ADAL" clId="{1BAE7373-BC78-49F1-9262-209B991CDE28}" dt="2025-03-13T04:04:55.107" v="2" actId="47"/>
        <pc:sldMkLst>
          <pc:docMk/>
          <pc:sldMk cId="1229244997" sldId="452"/>
        </pc:sldMkLst>
      </pc:sldChg>
      <pc:sldChg chg="del">
        <pc:chgData name="Mohammed Fasha" userId="cc64f42d-a1a6-4f08-b97b-0c37f877119f" providerId="ADAL" clId="{1BAE7373-BC78-49F1-9262-209B991CDE28}" dt="2025-03-13T04:04:55.107" v="2" actId="47"/>
        <pc:sldMkLst>
          <pc:docMk/>
          <pc:sldMk cId="1789205401" sldId="453"/>
        </pc:sldMkLst>
      </pc:sldChg>
      <pc:sldChg chg="modSp mod">
        <pc:chgData name="Mohammed Fasha" userId="cc64f42d-a1a6-4f08-b97b-0c37f877119f" providerId="ADAL" clId="{1BAE7373-BC78-49F1-9262-209B991CDE28}" dt="2025-03-13T04:05:10.584" v="53" actId="20577"/>
        <pc:sldMkLst>
          <pc:docMk/>
          <pc:sldMk cId="1489447582" sldId="455"/>
        </pc:sldMkLst>
        <pc:spChg chg="mod">
          <ac:chgData name="Mohammed Fasha" userId="cc64f42d-a1a6-4f08-b97b-0c37f877119f" providerId="ADAL" clId="{1BAE7373-BC78-49F1-9262-209B991CDE28}" dt="2025-03-13T04:05:10.584" v="53" actId="20577"/>
          <ac:spMkLst>
            <pc:docMk/>
            <pc:sldMk cId="1489447582" sldId="455"/>
            <ac:spMk id="8" creationId="{107CF054-390C-DCFC-C9A6-9E95C859A175}"/>
          </ac:spMkLst>
        </pc:spChg>
      </pc:sldChg>
      <pc:sldChg chg="del">
        <pc:chgData name="Mohammed Fasha" userId="cc64f42d-a1a6-4f08-b97b-0c37f877119f" providerId="ADAL" clId="{1BAE7373-BC78-49F1-9262-209B991CDE28}" dt="2025-03-13T04:04:55.107" v="2" actId="47"/>
        <pc:sldMkLst>
          <pc:docMk/>
          <pc:sldMk cId="2921402285" sldId="457"/>
        </pc:sldMkLst>
      </pc:sldChg>
      <pc:sldChg chg="del">
        <pc:chgData name="Mohammed Fasha" userId="cc64f42d-a1a6-4f08-b97b-0c37f877119f" providerId="ADAL" clId="{1BAE7373-BC78-49F1-9262-209B991CDE28}" dt="2025-03-13T04:04:55.107" v="2" actId="47"/>
        <pc:sldMkLst>
          <pc:docMk/>
          <pc:sldMk cId="1912979039" sldId="458"/>
        </pc:sldMkLst>
      </pc:sldChg>
      <pc:sldChg chg="del">
        <pc:chgData name="Mohammed Fasha" userId="cc64f42d-a1a6-4f08-b97b-0c37f877119f" providerId="ADAL" clId="{1BAE7373-BC78-49F1-9262-209B991CDE28}" dt="2025-03-13T04:04:55.107" v="2" actId="47"/>
        <pc:sldMkLst>
          <pc:docMk/>
          <pc:sldMk cId="484589733" sldId="459"/>
        </pc:sldMkLst>
      </pc:sldChg>
      <pc:sldChg chg="del">
        <pc:chgData name="Mohammed Fasha" userId="cc64f42d-a1a6-4f08-b97b-0c37f877119f" providerId="ADAL" clId="{1BAE7373-BC78-49F1-9262-209B991CDE28}" dt="2025-03-13T04:04:55.107" v="2" actId="47"/>
        <pc:sldMkLst>
          <pc:docMk/>
          <pc:sldMk cId="1770736122" sldId="460"/>
        </pc:sldMkLst>
      </pc:sldChg>
      <pc:sldChg chg="del">
        <pc:chgData name="Mohammed Fasha" userId="cc64f42d-a1a6-4f08-b97b-0c37f877119f" providerId="ADAL" clId="{1BAE7373-BC78-49F1-9262-209B991CDE28}" dt="2025-03-13T04:04:55.107" v="2" actId="47"/>
        <pc:sldMkLst>
          <pc:docMk/>
          <pc:sldMk cId="2965647848" sldId="463"/>
        </pc:sldMkLst>
      </pc:sldChg>
      <pc:sldChg chg="del">
        <pc:chgData name="Mohammed Fasha" userId="cc64f42d-a1a6-4f08-b97b-0c37f877119f" providerId="ADAL" clId="{1BAE7373-BC78-49F1-9262-209B991CDE28}" dt="2025-03-13T04:04:55.107" v="2" actId="47"/>
        <pc:sldMkLst>
          <pc:docMk/>
          <pc:sldMk cId="109379533" sldId="464"/>
        </pc:sldMkLst>
      </pc:sldChg>
      <pc:sldChg chg="del">
        <pc:chgData name="Mohammed Fasha" userId="cc64f42d-a1a6-4f08-b97b-0c37f877119f" providerId="ADAL" clId="{1BAE7373-BC78-49F1-9262-209B991CDE28}" dt="2025-03-13T04:04:55.107" v="2" actId="47"/>
        <pc:sldMkLst>
          <pc:docMk/>
          <pc:sldMk cId="719424402" sldId="467"/>
        </pc:sldMkLst>
      </pc:sldChg>
      <pc:sldChg chg="del">
        <pc:chgData name="Mohammed Fasha" userId="cc64f42d-a1a6-4f08-b97b-0c37f877119f" providerId="ADAL" clId="{1BAE7373-BC78-49F1-9262-209B991CDE28}" dt="2025-03-13T04:04:55.107" v="2" actId="47"/>
        <pc:sldMkLst>
          <pc:docMk/>
          <pc:sldMk cId="3168600941" sldId="471"/>
        </pc:sldMkLst>
      </pc:sldChg>
      <pc:sldChg chg="del">
        <pc:chgData name="Mohammed Fasha" userId="cc64f42d-a1a6-4f08-b97b-0c37f877119f" providerId="ADAL" clId="{1BAE7373-BC78-49F1-9262-209B991CDE28}" dt="2025-03-13T04:04:55.107" v="2" actId="47"/>
        <pc:sldMkLst>
          <pc:docMk/>
          <pc:sldMk cId="2302099845" sldId="472"/>
        </pc:sldMkLst>
      </pc:sldChg>
      <pc:sldChg chg="del">
        <pc:chgData name="Mohammed Fasha" userId="cc64f42d-a1a6-4f08-b97b-0c37f877119f" providerId="ADAL" clId="{1BAE7373-BC78-49F1-9262-209B991CDE28}" dt="2025-03-13T04:04:55.107" v="2" actId="47"/>
        <pc:sldMkLst>
          <pc:docMk/>
          <pc:sldMk cId="118211851" sldId="473"/>
        </pc:sldMkLst>
      </pc:sldChg>
      <pc:sldChg chg="del">
        <pc:chgData name="Mohammed Fasha" userId="cc64f42d-a1a6-4f08-b97b-0c37f877119f" providerId="ADAL" clId="{1BAE7373-BC78-49F1-9262-209B991CDE28}" dt="2025-03-13T04:04:55.107" v="2" actId="47"/>
        <pc:sldMkLst>
          <pc:docMk/>
          <pc:sldMk cId="1150689950" sldId="474"/>
        </pc:sldMkLst>
      </pc:sldChg>
      <pc:sldChg chg="del">
        <pc:chgData name="Mohammed Fasha" userId="cc64f42d-a1a6-4f08-b97b-0c37f877119f" providerId="ADAL" clId="{1BAE7373-BC78-49F1-9262-209B991CDE28}" dt="2025-03-13T04:04:55.107" v="2" actId="47"/>
        <pc:sldMkLst>
          <pc:docMk/>
          <pc:sldMk cId="942593251" sldId="475"/>
        </pc:sldMkLst>
      </pc:sldChg>
      <pc:sldChg chg="del">
        <pc:chgData name="Mohammed Fasha" userId="cc64f42d-a1a6-4f08-b97b-0c37f877119f" providerId="ADAL" clId="{1BAE7373-BC78-49F1-9262-209B991CDE28}" dt="2025-03-13T04:04:55.107" v="2" actId="47"/>
        <pc:sldMkLst>
          <pc:docMk/>
          <pc:sldMk cId="94366255" sldId="476"/>
        </pc:sldMkLst>
      </pc:sldChg>
      <pc:sldChg chg="del">
        <pc:chgData name="Mohammed Fasha" userId="cc64f42d-a1a6-4f08-b97b-0c37f877119f" providerId="ADAL" clId="{1BAE7373-BC78-49F1-9262-209B991CDE28}" dt="2025-03-13T04:04:55.107" v="2" actId="47"/>
        <pc:sldMkLst>
          <pc:docMk/>
          <pc:sldMk cId="3109107256" sldId="477"/>
        </pc:sldMkLst>
      </pc:sldChg>
      <pc:sldChg chg="del">
        <pc:chgData name="Mohammed Fasha" userId="cc64f42d-a1a6-4f08-b97b-0c37f877119f" providerId="ADAL" clId="{1BAE7373-BC78-49F1-9262-209B991CDE28}" dt="2025-03-13T04:04:55.107" v="2" actId="47"/>
        <pc:sldMkLst>
          <pc:docMk/>
          <pc:sldMk cId="408884363" sldId="483"/>
        </pc:sldMkLst>
      </pc:sldChg>
      <pc:sldChg chg="del">
        <pc:chgData name="Mohammed Fasha" userId="cc64f42d-a1a6-4f08-b97b-0c37f877119f" providerId="ADAL" clId="{1BAE7373-BC78-49F1-9262-209B991CDE28}" dt="2025-03-13T04:04:55.107" v="2" actId="47"/>
        <pc:sldMkLst>
          <pc:docMk/>
          <pc:sldMk cId="994101439" sldId="484"/>
        </pc:sldMkLst>
      </pc:sldChg>
      <pc:sldChg chg="del">
        <pc:chgData name="Mohammed Fasha" userId="cc64f42d-a1a6-4f08-b97b-0c37f877119f" providerId="ADAL" clId="{1BAE7373-BC78-49F1-9262-209B991CDE28}" dt="2025-03-13T04:04:55.107" v="2" actId="47"/>
        <pc:sldMkLst>
          <pc:docMk/>
          <pc:sldMk cId="1440183149" sldId="485"/>
        </pc:sldMkLst>
      </pc:sldChg>
      <pc:sldChg chg="del">
        <pc:chgData name="Mohammed Fasha" userId="cc64f42d-a1a6-4f08-b97b-0c37f877119f" providerId="ADAL" clId="{1BAE7373-BC78-49F1-9262-209B991CDE28}" dt="2025-03-13T04:04:55.107" v="2" actId="47"/>
        <pc:sldMkLst>
          <pc:docMk/>
          <pc:sldMk cId="3841714060" sldId="486"/>
        </pc:sldMkLst>
      </pc:sldChg>
      <pc:sldChg chg="del">
        <pc:chgData name="Mohammed Fasha" userId="cc64f42d-a1a6-4f08-b97b-0c37f877119f" providerId="ADAL" clId="{1BAE7373-BC78-49F1-9262-209B991CDE28}" dt="2025-03-13T04:04:55.107" v="2" actId="47"/>
        <pc:sldMkLst>
          <pc:docMk/>
          <pc:sldMk cId="833725597" sldId="488"/>
        </pc:sldMkLst>
      </pc:sldChg>
      <pc:sldChg chg="del">
        <pc:chgData name="Mohammed Fasha" userId="cc64f42d-a1a6-4f08-b97b-0c37f877119f" providerId="ADAL" clId="{1BAE7373-BC78-49F1-9262-209B991CDE28}" dt="2025-03-13T04:04:55.107" v="2" actId="47"/>
        <pc:sldMkLst>
          <pc:docMk/>
          <pc:sldMk cId="4123470834" sldId="489"/>
        </pc:sldMkLst>
      </pc:sldChg>
      <pc:sldChg chg="del">
        <pc:chgData name="Mohammed Fasha" userId="cc64f42d-a1a6-4f08-b97b-0c37f877119f" providerId="ADAL" clId="{1BAE7373-BC78-49F1-9262-209B991CDE28}" dt="2025-03-13T04:04:55.107" v="2" actId="47"/>
        <pc:sldMkLst>
          <pc:docMk/>
          <pc:sldMk cId="4022017735" sldId="490"/>
        </pc:sldMkLst>
      </pc:sldChg>
      <pc:sldChg chg="del">
        <pc:chgData name="Mohammed Fasha" userId="cc64f42d-a1a6-4f08-b97b-0c37f877119f" providerId="ADAL" clId="{1BAE7373-BC78-49F1-9262-209B991CDE28}" dt="2025-03-13T04:04:55.107" v="2" actId="47"/>
        <pc:sldMkLst>
          <pc:docMk/>
          <pc:sldMk cId="2225061527" sldId="491"/>
        </pc:sldMkLst>
      </pc:sldChg>
      <pc:sldChg chg="del">
        <pc:chgData name="Mohammed Fasha" userId="cc64f42d-a1a6-4f08-b97b-0c37f877119f" providerId="ADAL" clId="{1BAE7373-BC78-49F1-9262-209B991CDE28}" dt="2025-03-13T04:04:55.107" v="2" actId="47"/>
        <pc:sldMkLst>
          <pc:docMk/>
          <pc:sldMk cId="673932695" sldId="492"/>
        </pc:sldMkLst>
      </pc:sldChg>
      <pc:sldChg chg="del">
        <pc:chgData name="Mohammed Fasha" userId="cc64f42d-a1a6-4f08-b97b-0c37f877119f" providerId="ADAL" clId="{1BAE7373-BC78-49F1-9262-209B991CDE28}" dt="2025-03-13T04:04:55.107" v="2" actId="47"/>
        <pc:sldMkLst>
          <pc:docMk/>
          <pc:sldMk cId="2512069021" sldId="493"/>
        </pc:sldMkLst>
      </pc:sldChg>
      <pc:sldChg chg="del">
        <pc:chgData name="Mohammed Fasha" userId="cc64f42d-a1a6-4f08-b97b-0c37f877119f" providerId="ADAL" clId="{1BAE7373-BC78-49F1-9262-209B991CDE28}" dt="2025-03-13T04:04:55.107" v="2" actId="47"/>
        <pc:sldMkLst>
          <pc:docMk/>
          <pc:sldMk cId="3290660304" sldId="494"/>
        </pc:sldMkLst>
      </pc:sldChg>
      <pc:sldChg chg="del">
        <pc:chgData name="Mohammed Fasha" userId="cc64f42d-a1a6-4f08-b97b-0c37f877119f" providerId="ADAL" clId="{1BAE7373-BC78-49F1-9262-209B991CDE28}" dt="2025-03-13T04:04:55.107" v="2" actId="47"/>
        <pc:sldMkLst>
          <pc:docMk/>
          <pc:sldMk cId="4079654275" sldId="495"/>
        </pc:sldMkLst>
      </pc:sldChg>
      <pc:sldChg chg="del">
        <pc:chgData name="Mohammed Fasha" userId="cc64f42d-a1a6-4f08-b97b-0c37f877119f" providerId="ADAL" clId="{1BAE7373-BC78-49F1-9262-209B991CDE28}" dt="2025-03-13T04:04:55.107" v="2" actId="47"/>
        <pc:sldMkLst>
          <pc:docMk/>
          <pc:sldMk cId="1501311303" sldId="496"/>
        </pc:sldMkLst>
      </pc:sldChg>
      <pc:sldChg chg="modSp new mod">
        <pc:chgData name="Mohammed Fasha" userId="cc64f42d-a1a6-4f08-b97b-0c37f877119f" providerId="ADAL" clId="{1BAE7373-BC78-49F1-9262-209B991CDE28}" dt="2025-03-13T04:10:14.044" v="122" actId="6549"/>
        <pc:sldMkLst>
          <pc:docMk/>
          <pc:sldMk cId="2022598249" sldId="497"/>
        </pc:sldMkLst>
        <pc:spChg chg="mod">
          <ac:chgData name="Mohammed Fasha" userId="cc64f42d-a1a6-4f08-b97b-0c37f877119f" providerId="ADAL" clId="{1BAE7373-BC78-49F1-9262-209B991CDE28}" dt="2025-03-13T04:09:06.644" v="84" actId="207"/>
          <ac:spMkLst>
            <pc:docMk/>
            <pc:sldMk cId="2022598249" sldId="497"/>
            <ac:spMk id="2" creationId="{E474E9DA-5B05-F88D-33A2-F0B0838F2B5F}"/>
          </ac:spMkLst>
        </pc:spChg>
        <pc:spChg chg="mod">
          <ac:chgData name="Mohammed Fasha" userId="cc64f42d-a1a6-4f08-b97b-0c37f877119f" providerId="ADAL" clId="{1BAE7373-BC78-49F1-9262-209B991CDE28}" dt="2025-03-13T04:10:14.044" v="122" actId="6549"/>
          <ac:spMkLst>
            <pc:docMk/>
            <pc:sldMk cId="2022598249" sldId="497"/>
            <ac:spMk id="3" creationId="{A5195869-3520-9DAA-D835-4CA6C4C9E68B}"/>
          </ac:spMkLst>
        </pc:spChg>
      </pc:sldChg>
      <pc:sldChg chg="del">
        <pc:chgData name="Mohammed Fasha" userId="cc64f42d-a1a6-4f08-b97b-0c37f877119f" providerId="ADAL" clId="{1BAE7373-BC78-49F1-9262-209B991CDE28}" dt="2025-03-13T04:04:46.913" v="0" actId="47"/>
        <pc:sldMkLst>
          <pc:docMk/>
          <pc:sldMk cId="2557217836" sldId="497"/>
        </pc:sldMkLst>
      </pc:sldChg>
      <pc:sldChg chg="modSp add mod modClrScheme chgLayout">
        <pc:chgData name="Mohammed Fasha" userId="cc64f42d-a1a6-4f08-b97b-0c37f877119f" providerId="ADAL" clId="{1BAE7373-BC78-49F1-9262-209B991CDE28}" dt="2025-03-13T04:12:19.831" v="212" actId="700"/>
        <pc:sldMkLst>
          <pc:docMk/>
          <pc:sldMk cId="1069860255" sldId="498"/>
        </pc:sldMkLst>
        <pc:spChg chg="mod ord">
          <ac:chgData name="Mohammed Fasha" userId="cc64f42d-a1a6-4f08-b97b-0c37f877119f" providerId="ADAL" clId="{1BAE7373-BC78-49F1-9262-209B991CDE28}" dt="2025-03-13T04:12:19.831" v="212" actId="700"/>
          <ac:spMkLst>
            <pc:docMk/>
            <pc:sldMk cId="1069860255" sldId="498"/>
            <ac:spMk id="2" creationId="{3EB79A38-E483-2C48-B58F-0A43622EEF83}"/>
          </ac:spMkLst>
        </pc:spChg>
        <pc:spChg chg="mod ord">
          <ac:chgData name="Mohammed Fasha" userId="cc64f42d-a1a6-4f08-b97b-0c37f877119f" providerId="ADAL" clId="{1BAE7373-BC78-49F1-9262-209B991CDE28}" dt="2025-03-13T04:12:19.831" v="212" actId="700"/>
          <ac:spMkLst>
            <pc:docMk/>
            <pc:sldMk cId="1069860255" sldId="498"/>
            <ac:spMk id="3" creationId="{306865F1-D513-D066-6583-CF84E56B65E3}"/>
          </ac:spMkLst>
        </pc:spChg>
      </pc:sldChg>
      <pc:sldChg chg="addSp modSp add mod">
        <pc:chgData name="Mohammed Fasha" userId="cc64f42d-a1a6-4f08-b97b-0c37f877119f" providerId="ADAL" clId="{1BAE7373-BC78-49F1-9262-209B991CDE28}" dt="2025-03-13T04:12:07.800" v="210" actId="1076"/>
        <pc:sldMkLst>
          <pc:docMk/>
          <pc:sldMk cId="808794033" sldId="499"/>
        </pc:sldMkLst>
        <pc:spChg chg="mod">
          <ac:chgData name="Mohammed Fasha" userId="cc64f42d-a1a6-4f08-b97b-0c37f877119f" providerId="ADAL" clId="{1BAE7373-BC78-49F1-9262-209B991CDE28}" dt="2025-03-13T04:10:59.228" v="157" actId="20577"/>
          <ac:spMkLst>
            <pc:docMk/>
            <pc:sldMk cId="808794033" sldId="499"/>
            <ac:spMk id="2" creationId="{AA041F71-1A5D-34D7-6875-2AB1809D6471}"/>
          </ac:spMkLst>
        </pc:spChg>
        <pc:spChg chg="mod">
          <ac:chgData name="Mohammed Fasha" userId="cc64f42d-a1a6-4f08-b97b-0c37f877119f" providerId="ADAL" clId="{1BAE7373-BC78-49F1-9262-209B991CDE28}" dt="2025-03-13T04:12:00.579" v="205" actId="27636"/>
          <ac:spMkLst>
            <pc:docMk/>
            <pc:sldMk cId="808794033" sldId="499"/>
            <ac:spMk id="3" creationId="{5216FE16-5F04-F6D2-90D3-1692FD39084B}"/>
          </ac:spMkLst>
        </pc:spChg>
        <pc:picChg chg="add mod">
          <ac:chgData name="Mohammed Fasha" userId="cc64f42d-a1a6-4f08-b97b-0c37f877119f" providerId="ADAL" clId="{1BAE7373-BC78-49F1-9262-209B991CDE28}" dt="2025-03-13T04:12:07.800" v="210" actId="1076"/>
          <ac:picMkLst>
            <pc:docMk/>
            <pc:sldMk cId="808794033" sldId="499"/>
            <ac:picMk id="5" creationId="{BAB45DFA-FB74-3664-2D26-94486F6AB43B}"/>
          </ac:picMkLst>
        </pc:picChg>
      </pc:sldChg>
      <pc:sldChg chg="add">
        <pc:chgData name="Mohammed Fasha" userId="cc64f42d-a1a6-4f08-b97b-0c37f877119f" providerId="ADAL" clId="{1BAE7373-BC78-49F1-9262-209B991CDE28}" dt="2025-03-13T04:05:13.860" v="56"/>
        <pc:sldMkLst>
          <pc:docMk/>
          <pc:sldMk cId="1222037191" sldId="500"/>
        </pc:sldMkLst>
      </pc:sldChg>
      <pc:sldChg chg="add">
        <pc:chgData name="Mohammed Fasha" userId="cc64f42d-a1a6-4f08-b97b-0c37f877119f" providerId="ADAL" clId="{1BAE7373-BC78-49F1-9262-209B991CDE28}" dt="2025-03-13T04:05:13.893" v="57"/>
        <pc:sldMkLst>
          <pc:docMk/>
          <pc:sldMk cId="857394022" sldId="501"/>
        </pc:sldMkLst>
      </pc:sldChg>
      <pc:sldChg chg="add">
        <pc:chgData name="Mohammed Fasha" userId="cc64f42d-a1a6-4f08-b97b-0c37f877119f" providerId="ADAL" clId="{1BAE7373-BC78-49F1-9262-209B991CDE28}" dt="2025-03-13T04:05:13.923" v="58"/>
        <pc:sldMkLst>
          <pc:docMk/>
          <pc:sldMk cId="1290001230" sldId="502"/>
        </pc:sldMkLst>
      </pc:sldChg>
      <pc:sldChg chg="add">
        <pc:chgData name="Mohammed Fasha" userId="cc64f42d-a1a6-4f08-b97b-0c37f877119f" providerId="ADAL" clId="{1BAE7373-BC78-49F1-9262-209B991CDE28}" dt="2025-03-13T04:05:13.952" v="59"/>
        <pc:sldMkLst>
          <pc:docMk/>
          <pc:sldMk cId="1880244627" sldId="503"/>
        </pc:sldMkLst>
      </pc:sldChg>
      <pc:sldChg chg="add">
        <pc:chgData name="Mohammed Fasha" userId="cc64f42d-a1a6-4f08-b97b-0c37f877119f" providerId="ADAL" clId="{1BAE7373-BC78-49F1-9262-209B991CDE28}" dt="2025-03-13T04:05:13.984" v="60"/>
        <pc:sldMkLst>
          <pc:docMk/>
          <pc:sldMk cId="14264792" sldId="504"/>
        </pc:sldMkLst>
      </pc:sldChg>
      <pc:sldChg chg="add">
        <pc:chgData name="Mohammed Fasha" userId="cc64f42d-a1a6-4f08-b97b-0c37f877119f" providerId="ADAL" clId="{1BAE7373-BC78-49F1-9262-209B991CDE28}" dt="2025-03-13T04:05:14.012" v="61"/>
        <pc:sldMkLst>
          <pc:docMk/>
          <pc:sldMk cId="1313527025" sldId="505"/>
        </pc:sldMkLst>
      </pc:sldChg>
      <pc:sldChg chg="add">
        <pc:chgData name="Mohammed Fasha" userId="cc64f42d-a1a6-4f08-b97b-0c37f877119f" providerId="ADAL" clId="{1BAE7373-BC78-49F1-9262-209B991CDE28}" dt="2025-03-13T04:05:14.043" v="62"/>
        <pc:sldMkLst>
          <pc:docMk/>
          <pc:sldMk cId="1033311027" sldId="506"/>
        </pc:sldMkLst>
      </pc:sldChg>
      <pc:sldChg chg="add">
        <pc:chgData name="Mohammed Fasha" userId="cc64f42d-a1a6-4f08-b97b-0c37f877119f" providerId="ADAL" clId="{1BAE7373-BC78-49F1-9262-209B991CDE28}" dt="2025-03-13T04:05:14.077" v="63"/>
        <pc:sldMkLst>
          <pc:docMk/>
          <pc:sldMk cId="1936933421" sldId="507"/>
        </pc:sldMkLst>
      </pc:sldChg>
      <pc:sldChg chg="add">
        <pc:chgData name="Mohammed Fasha" userId="cc64f42d-a1a6-4f08-b97b-0c37f877119f" providerId="ADAL" clId="{1BAE7373-BC78-49F1-9262-209B991CDE28}" dt="2025-03-13T04:05:14.112" v="64"/>
        <pc:sldMkLst>
          <pc:docMk/>
          <pc:sldMk cId="1634562995" sldId="508"/>
        </pc:sldMkLst>
      </pc:sldChg>
      <pc:sldChg chg="add">
        <pc:chgData name="Mohammed Fasha" userId="cc64f42d-a1a6-4f08-b97b-0c37f877119f" providerId="ADAL" clId="{1BAE7373-BC78-49F1-9262-209B991CDE28}" dt="2025-03-13T04:05:14.139" v="65"/>
        <pc:sldMkLst>
          <pc:docMk/>
          <pc:sldMk cId="1060241704" sldId="509"/>
        </pc:sldMkLst>
      </pc:sldChg>
      <pc:sldChg chg="add">
        <pc:chgData name="Mohammed Fasha" userId="cc64f42d-a1a6-4f08-b97b-0c37f877119f" providerId="ADAL" clId="{1BAE7373-BC78-49F1-9262-209B991CDE28}" dt="2025-03-13T04:05:14.175" v="66"/>
        <pc:sldMkLst>
          <pc:docMk/>
          <pc:sldMk cId="1837881519" sldId="510"/>
        </pc:sldMkLst>
      </pc:sldChg>
      <pc:sldChg chg="add">
        <pc:chgData name="Mohammed Fasha" userId="cc64f42d-a1a6-4f08-b97b-0c37f877119f" providerId="ADAL" clId="{1BAE7373-BC78-49F1-9262-209B991CDE28}" dt="2025-03-13T04:05:14.205" v="67"/>
        <pc:sldMkLst>
          <pc:docMk/>
          <pc:sldMk cId="3389893482" sldId="511"/>
        </pc:sldMkLst>
      </pc:sldChg>
      <pc:sldChg chg="add">
        <pc:chgData name="Mohammed Fasha" userId="cc64f42d-a1a6-4f08-b97b-0c37f877119f" providerId="ADAL" clId="{1BAE7373-BC78-49F1-9262-209B991CDE28}" dt="2025-03-13T04:05:14.252" v="68"/>
        <pc:sldMkLst>
          <pc:docMk/>
          <pc:sldMk cId="3114818070" sldId="512"/>
        </pc:sldMkLst>
      </pc:sldChg>
      <pc:sldChg chg="add">
        <pc:chgData name="Mohammed Fasha" userId="cc64f42d-a1a6-4f08-b97b-0c37f877119f" providerId="ADAL" clId="{1BAE7373-BC78-49F1-9262-209B991CDE28}" dt="2025-03-13T04:05:14.275" v="69"/>
        <pc:sldMkLst>
          <pc:docMk/>
          <pc:sldMk cId="896186770" sldId="513"/>
        </pc:sldMkLst>
      </pc:sldChg>
      <pc:sldChg chg="add">
        <pc:chgData name="Mohammed Fasha" userId="cc64f42d-a1a6-4f08-b97b-0c37f877119f" providerId="ADAL" clId="{1BAE7373-BC78-49F1-9262-209B991CDE28}" dt="2025-03-13T04:05:14.317" v="70"/>
        <pc:sldMkLst>
          <pc:docMk/>
          <pc:sldMk cId="889666672" sldId="514"/>
        </pc:sldMkLst>
      </pc:sldChg>
      <pc:sldChg chg="add">
        <pc:chgData name="Mohammed Fasha" userId="cc64f42d-a1a6-4f08-b97b-0c37f877119f" providerId="ADAL" clId="{1BAE7373-BC78-49F1-9262-209B991CDE28}" dt="2025-03-13T04:05:14.338" v="71"/>
        <pc:sldMkLst>
          <pc:docMk/>
          <pc:sldMk cId="3300467340" sldId="515"/>
        </pc:sldMkLst>
      </pc:sldChg>
      <pc:sldChg chg="add">
        <pc:chgData name="Mohammed Fasha" userId="cc64f42d-a1a6-4f08-b97b-0c37f877119f" providerId="ADAL" clId="{1BAE7373-BC78-49F1-9262-209B991CDE28}" dt="2025-03-13T04:05:14.378" v="72"/>
        <pc:sldMkLst>
          <pc:docMk/>
          <pc:sldMk cId="3151833208" sldId="516"/>
        </pc:sldMkLst>
      </pc:sldChg>
      <pc:sldChg chg="add">
        <pc:chgData name="Mohammed Fasha" userId="cc64f42d-a1a6-4f08-b97b-0c37f877119f" providerId="ADAL" clId="{1BAE7373-BC78-49F1-9262-209B991CDE28}" dt="2025-03-13T04:05:14.403" v="73"/>
        <pc:sldMkLst>
          <pc:docMk/>
          <pc:sldMk cId="548966014" sldId="517"/>
        </pc:sldMkLst>
      </pc:sldChg>
      <pc:sldChg chg="add">
        <pc:chgData name="Mohammed Fasha" userId="cc64f42d-a1a6-4f08-b97b-0c37f877119f" providerId="ADAL" clId="{1BAE7373-BC78-49F1-9262-209B991CDE28}" dt="2025-03-13T04:05:14.435" v="74"/>
        <pc:sldMkLst>
          <pc:docMk/>
          <pc:sldMk cId="1395976649" sldId="518"/>
        </pc:sldMkLst>
      </pc:sldChg>
      <pc:sldChg chg="addSp delSp modSp new mod modClrScheme chgLayout">
        <pc:chgData name="Mohammed Fasha" userId="cc64f42d-a1a6-4f08-b97b-0c37f877119f" providerId="ADAL" clId="{1BAE7373-BC78-49F1-9262-209B991CDE28}" dt="2025-03-13T04:12:33.221" v="234" actId="20577"/>
        <pc:sldMkLst>
          <pc:docMk/>
          <pc:sldMk cId="2829698932" sldId="519"/>
        </pc:sldMkLst>
        <pc:spChg chg="del mod ord">
          <ac:chgData name="Mohammed Fasha" userId="cc64f42d-a1a6-4f08-b97b-0c37f877119f" providerId="ADAL" clId="{1BAE7373-BC78-49F1-9262-209B991CDE28}" dt="2025-03-13T04:12:27.325" v="214" actId="700"/>
          <ac:spMkLst>
            <pc:docMk/>
            <pc:sldMk cId="2829698932" sldId="519"/>
            <ac:spMk id="2" creationId="{94AAA0BD-00F0-E5CC-CCDB-FC5AAB340402}"/>
          </ac:spMkLst>
        </pc:spChg>
        <pc:spChg chg="del mod ord">
          <ac:chgData name="Mohammed Fasha" userId="cc64f42d-a1a6-4f08-b97b-0c37f877119f" providerId="ADAL" clId="{1BAE7373-BC78-49F1-9262-209B991CDE28}" dt="2025-03-13T04:12:27.325" v="214" actId="700"/>
          <ac:spMkLst>
            <pc:docMk/>
            <pc:sldMk cId="2829698932" sldId="519"/>
            <ac:spMk id="3" creationId="{0420B6CE-665E-545E-9177-B11B8F1C5D63}"/>
          </ac:spMkLst>
        </pc:spChg>
        <pc:spChg chg="add mod ord">
          <ac:chgData name="Mohammed Fasha" userId="cc64f42d-a1a6-4f08-b97b-0c37f877119f" providerId="ADAL" clId="{1BAE7373-BC78-49F1-9262-209B991CDE28}" dt="2025-03-13T04:12:33.221" v="234" actId="20577"/>
          <ac:spMkLst>
            <pc:docMk/>
            <pc:sldMk cId="2829698932" sldId="519"/>
            <ac:spMk id="4" creationId="{3AEF5832-2CBD-FEC5-FF6A-5DDF91E0D23C}"/>
          </ac:spMkLst>
        </pc:spChg>
        <pc:spChg chg="add mod ord">
          <ac:chgData name="Mohammed Fasha" userId="cc64f42d-a1a6-4f08-b97b-0c37f877119f" providerId="ADAL" clId="{1BAE7373-BC78-49F1-9262-209B991CDE28}" dt="2025-03-13T04:12:27.325" v="214" actId="700"/>
          <ac:spMkLst>
            <pc:docMk/>
            <pc:sldMk cId="2829698932" sldId="519"/>
            <ac:spMk id="5" creationId="{5A0E9AE2-7E21-798D-35FC-59815E884D5A}"/>
          </ac:spMkLst>
        </pc:spChg>
      </pc:sld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3/13/2025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3/13/2025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3/13/2025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307307</a:t>
            </a:r>
            <a:br>
              <a:rPr lang="en-US" sz="3600" dirty="0"/>
            </a:br>
            <a:r>
              <a:rPr lang="en-US" sz="3600" dirty="0"/>
              <a:t>Introduction to Natural Language Processing</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4E9DA-5B05-F88D-33A2-F0B0838F2B5F}"/>
              </a:ext>
            </a:extLst>
          </p:cNvPr>
          <p:cNvSpPr>
            <a:spLocks noGrp="1"/>
          </p:cNvSpPr>
          <p:nvPr>
            <p:ph type="title"/>
          </p:nvPr>
        </p:nvSpPr>
        <p:spPr/>
        <p:txBody>
          <a:bodyPr/>
          <a:lstStyle/>
          <a:p>
            <a:r>
              <a:rPr lang="en-US" b="1" dirty="0">
                <a:effectLst/>
                <a:latin typeface="Consolas" panose="020B0609020204030204" pitchFamily="49" charset="0"/>
              </a:rPr>
              <a:t>NLTK (Natural Language Toolkit)</a:t>
            </a:r>
            <a:endParaRPr lang="en-US" dirty="0"/>
          </a:p>
        </p:txBody>
      </p:sp>
      <p:sp>
        <p:nvSpPr>
          <p:cNvPr id="3" name="Content Placeholder 2">
            <a:extLst>
              <a:ext uri="{FF2B5EF4-FFF2-40B4-BE49-F238E27FC236}">
                <a16:creationId xmlns:a16="http://schemas.microsoft.com/office/drawing/2014/main" id="{A5195869-3520-9DAA-D835-4CA6C4C9E68B}"/>
              </a:ext>
            </a:extLst>
          </p:cNvPr>
          <p:cNvSpPr>
            <a:spLocks noGrp="1"/>
          </p:cNvSpPr>
          <p:nvPr>
            <p:ph idx="1"/>
          </p:nvPr>
        </p:nvSpPr>
        <p:spPr/>
        <p:txBody>
          <a:bodyPr>
            <a:normAutofit fontScale="55000" lnSpcReduction="20000"/>
          </a:bodyPr>
          <a:lstStyle/>
          <a:p>
            <a:pPr marL="0" indent="0">
              <a:buNone/>
            </a:pPr>
            <a:r>
              <a:rPr lang="en-US" dirty="0"/>
              <a:t>NLTK (Natural Language Toolkit) is a leading platform for building Python programs that work with human language data. Developed by Steven Bird and Edward Loper at the University of Pennsylvania, NLTK has become one of the most widely used libraries for natural language processing (NLP) in Python since its initial release in 2001.</a:t>
            </a:r>
          </a:p>
          <a:p>
            <a:pPr marL="0" indent="0">
              <a:buNone/>
            </a:pPr>
            <a:r>
              <a:rPr lang="en-US" dirty="0"/>
              <a:t>Key Features of NLTK</a:t>
            </a:r>
          </a:p>
          <a:p>
            <a:r>
              <a:rPr lang="en-US" dirty="0"/>
              <a:t>Comprehensive Toolkit: NLTK provides easy-to-use interfaces to over 50 corpora and lexical resources, along with a suite of text processing libraries for classification, tokenization, stemming, tagging, parsing, and semantic reasoning.</a:t>
            </a:r>
          </a:p>
          <a:p>
            <a:r>
              <a:rPr lang="en-US" dirty="0"/>
              <a:t>Educational Purpose: NLTK was designed with education in mind. It comes with comprehensive documentation and a book ("Natural Language Processing with Python") that makes it accessible for beginners.</a:t>
            </a:r>
          </a:p>
          <a:p>
            <a:r>
              <a:rPr lang="en-US" dirty="0"/>
              <a:t>Built-in Datasets: NLTK includes various pre-loaded corpora like the Brown Corpus, WordNet, and many others that are useful for training and testing NLP algorithms.</a:t>
            </a:r>
          </a:p>
          <a:p>
            <a:r>
              <a:rPr lang="en-US" dirty="0"/>
              <a:t>Modular Architecture: The library is organized into modules focused on specific NLP tasks, making it easy to use just the components you need.</a:t>
            </a:r>
          </a:p>
          <a:p>
            <a:pPr marL="0" indent="0">
              <a:buNone/>
            </a:pPr>
            <a:r>
              <a:rPr lang="en-US" dirty="0"/>
              <a:t>Core Functionality</a:t>
            </a:r>
          </a:p>
          <a:p>
            <a:r>
              <a:rPr lang="en-US" dirty="0"/>
              <a:t>NLTK supports many essential NLP tasks:</a:t>
            </a:r>
          </a:p>
          <a:p>
            <a:r>
              <a:rPr lang="en-US" dirty="0"/>
              <a:t>Tokenization: Breaking text into words, sentences, or other meaningful elements</a:t>
            </a:r>
          </a:p>
          <a:p>
            <a:r>
              <a:rPr lang="en-US" dirty="0"/>
              <a:t>Part-of-speech tagging: Identifying the grammatical parts of speech for words</a:t>
            </a:r>
          </a:p>
          <a:p>
            <a:r>
              <a:rPr lang="en-US" dirty="0"/>
              <a:t>Named entity recognition: Identifying names of people, organizations, locations, etc.</a:t>
            </a:r>
          </a:p>
          <a:p>
            <a:r>
              <a:rPr lang="en-US" dirty="0"/>
              <a:t>Stemming and lemmatization: Reducing words to their base or root form</a:t>
            </a:r>
          </a:p>
          <a:p>
            <a:r>
              <a:rPr lang="en-US" dirty="0"/>
              <a:t>Parsing: Analyzing syntactic structures of sentences</a:t>
            </a:r>
          </a:p>
          <a:p>
            <a:r>
              <a:rPr lang="en-US" dirty="0"/>
              <a:t>Semantic analysis: Working with meaning representations</a:t>
            </a:r>
          </a:p>
          <a:p>
            <a:r>
              <a:rPr lang="en-US" dirty="0"/>
              <a:t>Sentiment analysis: Determining positive, negative, or neutral sentiment in text</a:t>
            </a:r>
          </a:p>
          <a:p>
            <a:endParaRPr lang="en-US" dirty="0"/>
          </a:p>
        </p:txBody>
      </p:sp>
    </p:spTree>
    <p:extLst>
      <p:ext uri="{BB962C8B-B14F-4D97-AF65-F5344CB8AC3E}">
        <p14:creationId xmlns:p14="http://schemas.microsoft.com/office/powerpoint/2010/main" val="2022598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BEC24-AB83-B869-E31A-698391794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79A38-E483-2C48-B58F-0A43622EEF83}"/>
              </a:ext>
            </a:extLst>
          </p:cNvPr>
          <p:cNvSpPr>
            <a:spLocks noGrp="1"/>
          </p:cNvSpPr>
          <p:nvPr>
            <p:ph type="title"/>
          </p:nvPr>
        </p:nvSpPr>
        <p:spPr/>
        <p:txBody>
          <a:bodyPr/>
          <a:lstStyle/>
          <a:p>
            <a:r>
              <a:rPr lang="en-US" dirty="0"/>
              <a:t>Install NLTK</a:t>
            </a:r>
          </a:p>
        </p:txBody>
      </p:sp>
      <p:sp>
        <p:nvSpPr>
          <p:cNvPr id="3" name="Content Placeholder 2">
            <a:extLst>
              <a:ext uri="{FF2B5EF4-FFF2-40B4-BE49-F238E27FC236}">
                <a16:creationId xmlns:a16="http://schemas.microsoft.com/office/drawing/2014/main" id="{306865F1-D513-D066-6583-CF84E56B65E3}"/>
              </a:ext>
            </a:extLst>
          </p:cNvPr>
          <p:cNvSpPr>
            <a:spLocks noGrp="1"/>
          </p:cNvSpPr>
          <p:nvPr>
            <p:ph idx="1"/>
          </p:nvPr>
        </p:nvSpPr>
        <p:spPr/>
        <p:txBody>
          <a:bodyPr/>
          <a:lstStyle/>
          <a:p>
            <a:pPr>
              <a:lnSpc>
                <a:spcPts val="1425"/>
              </a:lnSpc>
              <a:buNone/>
            </a:pPr>
            <a:r>
              <a:rPr lang="en-US" b="0" dirty="0">
                <a:solidFill>
                  <a:srgbClr val="000000"/>
                </a:solidFill>
                <a:effectLst/>
                <a:latin typeface="Consolas" panose="020B0609020204030204" pitchFamily="49" charset="0"/>
              </a:rPr>
              <a:t>pip install </a:t>
            </a:r>
            <a:r>
              <a:rPr lang="en-US" b="0" dirty="0" err="1">
                <a:solidFill>
                  <a:srgbClr val="000000"/>
                </a:solidFill>
                <a:effectLst/>
                <a:latin typeface="Consolas" panose="020B0609020204030204" pitchFamily="49" charset="0"/>
              </a:rPr>
              <a:t>nltk</a:t>
            </a:r>
            <a:endParaRPr lang="en-US" b="0" dirty="0">
              <a:solidFill>
                <a:srgbClr val="000000"/>
              </a:solidFill>
              <a:effectLst/>
              <a:latin typeface="Consolas" panose="020B0609020204030204" pitchFamily="49" charset="0"/>
            </a:endParaRPr>
          </a:p>
          <a:p>
            <a:pPr marL="0" indent="0">
              <a:lnSpc>
                <a:spcPts val="1425"/>
              </a:lnSpc>
              <a:buNone/>
            </a:pPr>
            <a:r>
              <a:rPr lang="en-US" b="0" dirty="0">
                <a:solidFill>
                  <a:srgbClr val="000000"/>
                </a:solidFill>
                <a:effectLst/>
                <a:latin typeface="Consolas" panose="020B0609020204030204" pitchFamily="49" charset="0"/>
              </a:rPr>
              <a:t>python -m </a:t>
            </a:r>
            <a:r>
              <a:rPr lang="en-US" b="0" dirty="0" err="1">
                <a:solidFill>
                  <a:srgbClr val="000000"/>
                </a:solidFill>
                <a:effectLst/>
                <a:latin typeface="Consolas" panose="020B0609020204030204" pitchFamily="49" charset="0"/>
              </a:rPr>
              <a:t>nltk.downloader</a:t>
            </a:r>
            <a:r>
              <a:rPr lang="en-US" b="0" dirty="0">
                <a:solidFill>
                  <a:srgbClr val="000000"/>
                </a:solidFill>
                <a:effectLst/>
                <a:latin typeface="Consolas" panose="020B0609020204030204" pitchFamily="49" charset="0"/>
              </a:rPr>
              <a:t> all</a:t>
            </a:r>
          </a:p>
          <a:p>
            <a:endParaRPr lang="en-US" dirty="0"/>
          </a:p>
        </p:txBody>
      </p:sp>
    </p:spTree>
    <p:extLst>
      <p:ext uri="{BB962C8B-B14F-4D97-AF65-F5344CB8AC3E}">
        <p14:creationId xmlns:p14="http://schemas.microsoft.com/office/powerpoint/2010/main" val="1069860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EF5832-2CBD-FEC5-FF6A-5DDF91E0D23C}"/>
              </a:ext>
            </a:extLst>
          </p:cNvPr>
          <p:cNvSpPr>
            <a:spLocks noGrp="1"/>
          </p:cNvSpPr>
          <p:nvPr>
            <p:ph type="title"/>
          </p:nvPr>
        </p:nvSpPr>
        <p:spPr/>
        <p:txBody>
          <a:bodyPr/>
          <a:lstStyle/>
          <a:p>
            <a:r>
              <a:rPr lang="en-US" dirty="0"/>
              <a:t>Basic </a:t>
            </a:r>
            <a:r>
              <a:rPr lang="en-US"/>
              <a:t>NLP Techniques</a:t>
            </a:r>
          </a:p>
        </p:txBody>
      </p:sp>
      <p:sp>
        <p:nvSpPr>
          <p:cNvPr id="5" name="Text Placeholder 4">
            <a:extLst>
              <a:ext uri="{FF2B5EF4-FFF2-40B4-BE49-F238E27FC236}">
                <a16:creationId xmlns:a16="http://schemas.microsoft.com/office/drawing/2014/main" id="{5A0E9AE2-7E21-798D-35FC-59815E884D5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29698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0CB38-AB31-D0C3-8E98-C7D037F5D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41F71-1A5D-34D7-6875-2AB1809D6471}"/>
              </a:ext>
            </a:extLst>
          </p:cNvPr>
          <p:cNvSpPr>
            <a:spLocks noGrp="1"/>
          </p:cNvSpPr>
          <p:nvPr>
            <p:ph type="title"/>
          </p:nvPr>
        </p:nvSpPr>
        <p:spPr/>
        <p:txBody>
          <a:bodyPr/>
          <a:lstStyle/>
          <a:p>
            <a:r>
              <a:rPr lang="en-US" dirty="0"/>
              <a:t>Tokenization</a:t>
            </a:r>
          </a:p>
        </p:txBody>
      </p:sp>
      <p:sp>
        <p:nvSpPr>
          <p:cNvPr id="3" name="Content Placeholder 2">
            <a:extLst>
              <a:ext uri="{FF2B5EF4-FFF2-40B4-BE49-F238E27FC236}">
                <a16:creationId xmlns:a16="http://schemas.microsoft.com/office/drawing/2014/main" id="{5216FE16-5F04-F6D2-90D3-1692FD39084B}"/>
              </a:ext>
            </a:extLst>
          </p:cNvPr>
          <p:cNvSpPr>
            <a:spLocks noGrp="1"/>
          </p:cNvSpPr>
          <p:nvPr>
            <p:ph idx="1"/>
          </p:nvPr>
        </p:nvSpPr>
        <p:spPr>
          <a:xfrm>
            <a:off x="838200" y="1706008"/>
            <a:ext cx="10515600" cy="2166746"/>
          </a:xfrm>
        </p:spPr>
        <p:txBody>
          <a:bodyPr>
            <a:normAutofit fontScale="92500" lnSpcReduction="10000"/>
          </a:bodyPr>
          <a:lstStyle/>
          <a:p>
            <a:pPr marL="0" indent="0">
              <a:buNone/>
            </a:pPr>
            <a:r>
              <a:rPr lang="en-US" dirty="0"/>
              <a:t>Tokenization is the process of breaking text into words, phrases, or other meaningful elements</a:t>
            </a:r>
          </a:p>
          <a:p>
            <a:r>
              <a:rPr lang="en-US" dirty="0"/>
              <a:t>   Word tokenization: Splitting "I love NLP." into ["I", "love", "NLP", "."]</a:t>
            </a:r>
          </a:p>
          <a:p>
            <a:r>
              <a:rPr lang="en-US" dirty="0"/>
              <a:t>   </a:t>
            </a:r>
            <a:r>
              <a:rPr lang="en-US" dirty="0" err="1"/>
              <a:t>Subword</a:t>
            </a:r>
            <a:r>
              <a:rPr lang="en-US" dirty="0"/>
              <a:t> tokenization: Breaking words into meaningful pieces (e.g., "playing" → ["play", "##</a:t>
            </a:r>
            <a:r>
              <a:rPr lang="en-US" dirty="0" err="1"/>
              <a:t>ing</a:t>
            </a:r>
            <a:r>
              <a:rPr lang="en-US" dirty="0"/>
              <a:t>"])</a:t>
            </a:r>
          </a:p>
          <a:p>
            <a:r>
              <a:rPr lang="en-US" dirty="0"/>
              <a:t>   Character tokenization: Splitting text into individual characters</a:t>
            </a:r>
          </a:p>
          <a:p>
            <a:endParaRPr lang="en-US" dirty="0"/>
          </a:p>
          <a:p>
            <a:endParaRPr lang="en-US" dirty="0"/>
          </a:p>
        </p:txBody>
      </p:sp>
      <p:pic>
        <p:nvPicPr>
          <p:cNvPr id="5" name="Picture 4">
            <a:extLst>
              <a:ext uri="{FF2B5EF4-FFF2-40B4-BE49-F238E27FC236}">
                <a16:creationId xmlns:a16="http://schemas.microsoft.com/office/drawing/2014/main" id="{BAB45DFA-FB74-3664-2D26-94486F6AB43B}"/>
              </a:ext>
            </a:extLst>
          </p:cNvPr>
          <p:cNvPicPr>
            <a:picLocks noChangeAspect="1"/>
          </p:cNvPicPr>
          <p:nvPr/>
        </p:nvPicPr>
        <p:blipFill>
          <a:blip r:embed="rId2"/>
          <a:stretch>
            <a:fillRect/>
          </a:stretch>
        </p:blipFill>
        <p:spPr>
          <a:xfrm>
            <a:off x="4004649" y="4033031"/>
            <a:ext cx="3669746" cy="2461661"/>
          </a:xfrm>
          <a:prstGeom prst="rect">
            <a:avLst/>
          </a:prstGeom>
        </p:spPr>
      </p:pic>
    </p:spTree>
    <p:extLst>
      <p:ext uri="{BB962C8B-B14F-4D97-AF65-F5344CB8AC3E}">
        <p14:creationId xmlns:p14="http://schemas.microsoft.com/office/powerpoint/2010/main" val="808794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0A173-8BA6-179F-108C-D36135544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5E0E6-A112-51BA-8EE3-AE257A291A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2ACDB7-98AA-1A67-77DC-008FA71F970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22037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C1398-148D-7236-1602-B75E6616E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62B24-601A-E8E7-2E4C-5DC579F1BA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1645CC-DB33-5DB7-C1C7-517888DBDE6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57394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1800-8C52-1D8D-DE1F-96CB458A6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DB23D-4E7F-B0BF-6F5E-DFBCE7E838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A5E450-533C-6A3A-3922-5F60798E6A3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90001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2113B-E61D-A6CA-4DBC-216FB76E5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5BA88-19A8-FB16-73E4-C64A662066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B8FC32-59BB-B480-4193-94BDF306C76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80244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AB244-ED63-A359-873F-47C463A28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0F48C-D316-69CF-01D1-1E9251B134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2D1576-3D4C-18D8-5055-D08E60FB47B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264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B6EEE-C6E8-985E-AA56-9A64C815E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A4106-AD85-6276-005A-E100F98FEB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5471BA-FE8F-E986-88A2-0EEBB520077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13527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F9A7-7C6C-338E-B0B0-F9369591D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7F5F1-7AC6-7F07-6620-39C860E8C1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DCB988-3D81-C477-D2E6-3E808013DB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33311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06B4F-0754-BE73-44F7-161314503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4A444-C406-AE1A-0E19-6831C73026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9E1307-D425-9715-0BCD-3B56F117F16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36933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85A51-A2C1-4755-EB30-80F9F992D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82491-567D-38ED-4E1D-1C3658363A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F38C62-1122-DC83-A5A6-B7C5C50A9C4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34562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9BFE3-4D9C-336C-59F1-ACC46A26B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20FD3-A84C-4843-8D53-C9EC313C91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62B1A3-60AD-1409-4AE1-81B82862235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60241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DE0BC-2B07-7AAC-54FB-F4F7DCC8C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DD782-CADA-F04A-8C84-456BECF80C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3AC174-B5D5-BECD-CE38-B4D5DB8EF8C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37881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DD5C-2224-0F12-8DD6-F4B20AD93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770DF-61E4-17C5-4B0E-5540783593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E03BE6-4DE9-5D20-E6F3-4B67789367A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89893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326DB-A922-2956-B4E7-5883E2B6F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6B4D59-07BE-A9DD-0692-EC772A4E0B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38E09D-51E0-F7F6-5854-7BE65F254A9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14818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5EC32-2E3C-AAB5-181C-20B841064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583CC-8165-D557-86CD-574964BA30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CA4A66-F1DD-1807-7AA0-98C520C9AC2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96186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08E73-6C56-07AE-C18D-B0C751C20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B6961-9F96-804A-F9F5-53F2318C82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7F348B-3B87-7171-9519-284465609E4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89666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8EE60-FAE2-B376-BD3B-E5074742B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C8526-EA19-D496-D2A1-8D386020A5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F4AA43-7D0A-EF9B-DB0B-C05F37EFA58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00467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4A662-EC4C-D6F3-7BE0-7E72204D5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E62E9-7464-D6B5-F361-B99F85462E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CFA692-3499-B92C-C74C-1BFBBFCD049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51833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E55FB-975B-D0EA-0326-29A3C2F97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2D7EC-CEDF-8100-7DB4-85AFBE3123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608F54-0D15-B6D6-65DE-A4A4EE5166F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48966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E5583-A056-B5F2-3818-219F89AAD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3154D-526B-9484-C7CB-D653899B4A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B0957F-5112-B091-749E-1200DFFA67F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95976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7349</TotalTime>
  <Words>375</Words>
  <Application>Microsoft Office PowerPoint</Application>
  <PresentationFormat>Widescreen</PresentationFormat>
  <Paragraphs>26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Consolas</vt:lpstr>
      <vt:lpstr>Office Theme</vt:lpstr>
      <vt:lpstr>307307 Introduction to Natural Language Processing</vt:lpstr>
      <vt:lpstr>NLTK (Natural Language Toolkit)</vt:lpstr>
      <vt:lpstr>Install NLTK</vt:lpstr>
      <vt:lpstr>Basic NLP Techniques</vt:lpstr>
      <vt:lpstr>Tokenization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1115</cp:revision>
  <dcterms:created xsi:type="dcterms:W3CDTF">2023-03-26T11:17:23Z</dcterms:created>
  <dcterms:modified xsi:type="dcterms:W3CDTF">2025-03-13T04:12:33Z</dcterms:modified>
</cp:coreProperties>
</file>