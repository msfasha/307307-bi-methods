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455" r:id="rId2"/>
    <p:sldId id="520" r:id="rId3"/>
    <p:sldId id="560" r:id="rId4"/>
    <p:sldId id="521" r:id="rId5"/>
    <p:sldId id="530" r:id="rId6"/>
    <p:sldId id="561" r:id="rId7"/>
    <p:sldId id="531" r:id="rId8"/>
    <p:sldId id="497" r:id="rId9"/>
    <p:sldId id="525" r:id="rId10"/>
    <p:sldId id="532" r:id="rId11"/>
    <p:sldId id="533" r:id="rId12"/>
    <p:sldId id="534" r:id="rId13"/>
    <p:sldId id="535" r:id="rId14"/>
    <p:sldId id="536" r:id="rId15"/>
    <p:sldId id="537" r:id="rId16"/>
    <p:sldId id="538" r:id="rId17"/>
    <p:sldId id="559" r:id="rId18"/>
    <p:sldId id="539" r:id="rId19"/>
    <p:sldId id="542" r:id="rId20"/>
    <p:sldId id="540" r:id="rId21"/>
    <p:sldId id="543" r:id="rId22"/>
    <p:sldId id="544" r:id="rId23"/>
    <p:sldId id="545" r:id="rId24"/>
    <p:sldId id="546" r:id="rId25"/>
    <p:sldId id="551" r:id="rId26"/>
    <p:sldId id="550" r:id="rId27"/>
    <p:sldId id="552" r:id="rId28"/>
    <p:sldId id="553" r:id="rId29"/>
    <p:sldId id="554" r:id="rId30"/>
    <p:sldId id="555" r:id="rId31"/>
    <p:sldId id="549" r:id="rId32"/>
    <p:sldId id="547" r:id="rId33"/>
    <p:sldId id="557" r:id="rId34"/>
    <p:sldId id="548" r:id="rId35"/>
    <p:sldId id="558" r:id="rId36"/>
    <p:sldId id="556"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4F862C-5423-415F-8625-CCE86B4944CE}" v="63" dt="2025-03-18T02:15:42.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55" d="100"/>
          <a:sy n="155" d="100"/>
        </p:scale>
        <p:origin x="51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ldChg>
      <pc:sldChg chg="addSp modSp add del mod">
        <pc:chgData name="Mohammed Fasha" userId="cc64f42d-a1a6-4f08-b97b-0c37f877119f" providerId="ADAL" clId="{1BAE7373-BC78-49F1-9262-209B991CDE28}" dt="2025-03-15T11:51:40.292" v="882" actId="47"/>
        <pc:sldMkLst>
          <pc:docMk/>
          <pc:sldMk cId="808794033" sldId="499"/>
        </pc:sldMkLst>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ldChg>
      <pc:sldChg chg="addSp delSp modSp new del">
        <pc:chgData name="Mohammed Fasha" userId="cc64f42d-a1a6-4f08-b97b-0c37f877119f" providerId="ADAL" clId="{1BAE7373-BC78-49F1-9262-209B991CDE28}" dt="2025-03-15T11:51:57" v="904" actId="47"/>
        <pc:sldMkLst>
          <pc:docMk/>
          <pc:sldMk cId="3883453810" sldId="526"/>
        </pc:sldMkLst>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docChg>
  </pc:docChgLst>
  <pc:docChgLst>
    <pc:chgData name="Mohammed Fasha" userId="cc64f42d-a1a6-4f08-b97b-0c37f877119f" providerId="ADAL" clId="{534F862C-5423-415F-8625-CCE86B4944CE}"/>
    <pc:docChg chg="undo redo custSel addSld delSld modSld sldOrd">
      <pc:chgData name="Mohammed Fasha" userId="cc64f42d-a1a6-4f08-b97b-0c37f877119f" providerId="ADAL" clId="{534F862C-5423-415F-8625-CCE86B4944CE}" dt="2025-03-18T02:15:54.293" v="1292" actId="21"/>
      <pc:docMkLst>
        <pc:docMk/>
      </pc:docMkLst>
      <pc:sldChg chg="modSp mod">
        <pc:chgData name="Mohammed Fasha" userId="cc64f42d-a1a6-4f08-b97b-0c37f877119f" providerId="ADAL" clId="{534F862C-5423-415F-8625-CCE86B4944CE}" dt="2025-03-15T15:25:49.352" v="1061" actId="20577"/>
        <pc:sldMkLst>
          <pc:docMk/>
          <pc:sldMk cId="1489447582" sldId="455"/>
        </pc:sldMkLst>
        <pc:spChg chg="mod">
          <ac:chgData name="Mohammed Fasha" userId="cc64f42d-a1a6-4f08-b97b-0c37f877119f" providerId="ADAL" clId="{534F862C-5423-415F-8625-CCE86B4944CE}" dt="2025-03-15T15:25:49.352" v="1061" actId="20577"/>
          <ac:spMkLst>
            <pc:docMk/>
            <pc:sldMk cId="1489447582" sldId="455"/>
            <ac:spMk id="8" creationId="{107CF054-390C-DCFC-C9A6-9E95C859A175}"/>
          </ac:spMkLst>
        </pc:spChg>
      </pc:sldChg>
      <pc:sldChg chg="ord">
        <pc:chgData name="Mohammed Fasha" userId="cc64f42d-a1a6-4f08-b97b-0c37f877119f" providerId="ADAL" clId="{534F862C-5423-415F-8625-CCE86B4944CE}" dt="2025-03-15T14:27:50.277" v="74"/>
        <pc:sldMkLst>
          <pc:docMk/>
          <pc:sldMk cId="2022598249" sldId="497"/>
        </pc:sldMkLst>
      </pc:sldChg>
      <pc:sldChg chg="delSp mod">
        <pc:chgData name="Mohammed Fasha" userId="cc64f42d-a1a6-4f08-b97b-0c37f877119f" providerId="ADAL" clId="{534F862C-5423-415F-8625-CCE86B4944CE}" dt="2025-03-18T02:06:45.389" v="1268" actId="21"/>
        <pc:sldMkLst>
          <pc:docMk/>
          <pc:sldMk cId="3509923534" sldId="520"/>
        </pc:sldMkLst>
        <pc:picChg chg="del">
          <ac:chgData name="Mohammed Fasha" userId="cc64f42d-a1a6-4f08-b97b-0c37f877119f" providerId="ADAL" clId="{534F862C-5423-415F-8625-CCE86B4944CE}" dt="2025-03-18T02:06:45.389" v="1268" actId="21"/>
          <ac:picMkLst>
            <pc:docMk/>
            <pc:sldMk cId="3509923534" sldId="520"/>
            <ac:picMk id="5" creationId="{77EFD2CD-E234-52A1-28F0-23DD6EDC2473}"/>
          </ac:picMkLst>
        </pc:picChg>
      </pc:sldChg>
      <pc:sldChg chg="addSp delSp modSp new mod">
        <pc:chgData name="Mohammed Fasha" userId="cc64f42d-a1a6-4f08-b97b-0c37f877119f" providerId="ADAL" clId="{534F862C-5423-415F-8625-CCE86B4944CE}" dt="2025-03-15T14:27:40.922" v="72" actId="14100"/>
        <pc:sldMkLst>
          <pc:docMk/>
          <pc:sldMk cId="3162735116" sldId="532"/>
        </pc:sldMkLst>
        <pc:spChg chg="mod">
          <ac:chgData name="Mohammed Fasha" userId="cc64f42d-a1a6-4f08-b97b-0c37f877119f" providerId="ADAL" clId="{534F862C-5423-415F-8625-CCE86B4944CE}" dt="2025-03-15T14:27:09.727" v="56" actId="27636"/>
          <ac:spMkLst>
            <pc:docMk/>
            <pc:sldMk cId="3162735116" sldId="532"/>
            <ac:spMk id="2" creationId="{D5521587-682C-AB8B-AEEC-95AEEF6B44B7}"/>
          </ac:spMkLst>
        </pc:spChg>
        <pc:spChg chg="add mod">
          <ac:chgData name="Mohammed Fasha" userId="cc64f42d-a1a6-4f08-b97b-0c37f877119f" providerId="ADAL" clId="{534F862C-5423-415F-8625-CCE86B4944CE}" dt="2025-03-15T14:27:40.922" v="72" actId="14100"/>
          <ac:spMkLst>
            <pc:docMk/>
            <pc:sldMk cId="3162735116" sldId="532"/>
            <ac:spMk id="6" creationId="{1B5F427B-5A38-BC23-AAF5-9DB0E6087E63}"/>
          </ac:spMkLst>
        </pc:spChg>
        <pc:spChg chg="add mod">
          <ac:chgData name="Mohammed Fasha" userId="cc64f42d-a1a6-4f08-b97b-0c37f877119f" providerId="ADAL" clId="{534F862C-5423-415F-8625-CCE86B4944CE}" dt="2025-03-15T14:27:37.699" v="71" actId="20577"/>
          <ac:spMkLst>
            <pc:docMk/>
            <pc:sldMk cId="3162735116" sldId="532"/>
            <ac:spMk id="11" creationId="{6E835F34-494B-6B04-2CA4-3234ED3663B0}"/>
          </ac:spMkLst>
        </pc:spChg>
      </pc:sldChg>
      <pc:sldChg chg="addSp modSp new mod">
        <pc:chgData name="Mohammed Fasha" userId="cc64f42d-a1a6-4f08-b97b-0c37f877119f" providerId="ADAL" clId="{534F862C-5423-415F-8625-CCE86B4944CE}" dt="2025-03-15T14:30:46.915" v="123" actId="1076"/>
        <pc:sldMkLst>
          <pc:docMk/>
          <pc:sldMk cId="601496234" sldId="533"/>
        </pc:sldMkLst>
        <pc:spChg chg="mod">
          <ac:chgData name="Mohammed Fasha" userId="cc64f42d-a1a6-4f08-b97b-0c37f877119f" providerId="ADAL" clId="{534F862C-5423-415F-8625-CCE86B4944CE}" dt="2025-03-15T14:28:30.115" v="90"/>
          <ac:spMkLst>
            <pc:docMk/>
            <pc:sldMk cId="601496234" sldId="533"/>
            <ac:spMk id="2" creationId="{91029C9F-0A38-A846-9AF9-7AA426997374}"/>
          </ac:spMkLst>
        </pc:spChg>
        <pc:spChg chg="mod">
          <ac:chgData name="Mohammed Fasha" userId="cc64f42d-a1a6-4f08-b97b-0c37f877119f" providerId="ADAL" clId="{534F862C-5423-415F-8625-CCE86B4944CE}" dt="2025-03-15T14:28:54.709" v="100" actId="14100"/>
          <ac:spMkLst>
            <pc:docMk/>
            <pc:sldMk cId="601496234" sldId="533"/>
            <ac:spMk id="3" creationId="{A33A7CDC-7FBB-C0C1-952D-4A7F6B5C8037}"/>
          </ac:spMkLst>
        </pc:spChg>
        <pc:spChg chg="add mod">
          <ac:chgData name="Mohammed Fasha" userId="cc64f42d-a1a6-4f08-b97b-0c37f877119f" providerId="ADAL" clId="{534F862C-5423-415F-8625-CCE86B4944CE}" dt="2025-03-15T14:30:36.436" v="122"/>
          <ac:spMkLst>
            <pc:docMk/>
            <pc:sldMk cId="601496234" sldId="533"/>
            <ac:spMk id="4" creationId="{DF4240B0-0DC1-0861-78F7-C2EDD932B078}"/>
          </ac:spMkLst>
        </pc:spChg>
        <pc:spChg chg="add mod">
          <ac:chgData name="Mohammed Fasha" userId="cc64f42d-a1a6-4f08-b97b-0c37f877119f" providerId="ADAL" clId="{534F862C-5423-415F-8625-CCE86B4944CE}" dt="2025-03-15T14:30:46.915" v="123" actId="1076"/>
          <ac:spMkLst>
            <pc:docMk/>
            <pc:sldMk cId="601496234" sldId="533"/>
            <ac:spMk id="1044" creationId="{75470B80-147E-475F-A4A3-BAFF5796EB38}"/>
          </ac:spMkLst>
        </pc:spChg>
      </pc:sldChg>
      <pc:sldChg chg="addSp modSp add mod">
        <pc:chgData name="Mohammed Fasha" userId="cc64f42d-a1a6-4f08-b97b-0c37f877119f" providerId="ADAL" clId="{534F862C-5423-415F-8625-CCE86B4944CE}" dt="2025-03-15T14:33:08.707" v="170" actId="1076"/>
        <pc:sldMkLst>
          <pc:docMk/>
          <pc:sldMk cId="3351610192" sldId="534"/>
        </pc:sldMkLst>
        <pc:spChg chg="mod">
          <ac:chgData name="Mohammed Fasha" userId="cc64f42d-a1a6-4f08-b97b-0c37f877119f" providerId="ADAL" clId="{534F862C-5423-415F-8625-CCE86B4944CE}" dt="2025-03-15T14:31:30.043" v="143" actId="20577"/>
          <ac:spMkLst>
            <pc:docMk/>
            <pc:sldMk cId="3351610192" sldId="534"/>
            <ac:spMk id="2" creationId="{3FFA6123-CDB4-7E27-3375-92C08E5000BA}"/>
          </ac:spMkLst>
        </pc:spChg>
        <pc:spChg chg="mod">
          <ac:chgData name="Mohammed Fasha" userId="cc64f42d-a1a6-4f08-b97b-0c37f877119f" providerId="ADAL" clId="{534F862C-5423-415F-8625-CCE86B4944CE}" dt="2025-03-15T14:32:00.954" v="153" actId="14100"/>
          <ac:spMkLst>
            <pc:docMk/>
            <pc:sldMk cId="3351610192" sldId="534"/>
            <ac:spMk id="3" creationId="{BED8C89C-D76A-1D92-8860-3D838AB4F186}"/>
          </ac:spMkLst>
        </pc:spChg>
        <pc:spChg chg="add mod">
          <ac:chgData name="Mohammed Fasha" userId="cc64f42d-a1a6-4f08-b97b-0c37f877119f" providerId="ADAL" clId="{534F862C-5423-415F-8625-CCE86B4944CE}" dt="2025-03-15T14:33:04.277" v="169"/>
          <ac:spMkLst>
            <pc:docMk/>
            <pc:sldMk cId="3351610192" sldId="534"/>
            <ac:spMk id="5" creationId="{35B22B7C-080F-A564-15A8-40D9FB2F4406}"/>
          </ac:spMkLst>
        </pc:spChg>
        <pc:spChg chg="add mod">
          <ac:chgData name="Mohammed Fasha" userId="cc64f42d-a1a6-4f08-b97b-0c37f877119f" providerId="ADAL" clId="{534F862C-5423-415F-8625-CCE86B4944CE}" dt="2025-03-15T14:33:08.707" v="170" actId="1076"/>
          <ac:spMkLst>
            <pc:docMk/>
            <pc:sldMk cId="3351610192" sldId="534"/>
            <ac:spMk id="7" creationId="{0A3E680B-D9E3-CA6E-43A7-77F7BEDD827F}"/>
          </ac:spMkLst>
        </pc:spChg>
      </pc:sldChg>
      <pc:sldChg chg="addSp modSp add mod">
        <pc:chgData name="Mohammed Fasha" userId="cc64f42d-a1a6-4f08-b97b-0c37f877119f" providerId="ADAL" clId="{534F862C-5423-415F-8625-CCE86B4944CE}" dt="2025-03-15T14:34:06.997" v="215" actId="1076"/>
        <pc:sldMkLst>
          <pc:docMk/>
          <pc:sldMk cId="3357827608" sldId="535"/>
        </pc:sldMkLst>
        <pc:spChg chg="mod">
          <ac:chgData name="Mohammed Fasha" userId="cc64f42d-a1a6-4f08-b97b-0c37f877119f" providerId="ADAL" clId="{534F862C-5423-415F-8625-CCE86B4944CE}" dt="2025-03-15T14:33:57.292" v="213" actId="20577"/>
          <ac:spMkLst>
            <pc:docMk/>
            <pc:sldMk cId="3357827608" sldId="535"/>
            <ac:spMk id="2" creationId="{989BE917-EDDC-CF40-5295-E6459D450AF1}"/>
          </ac:spMkLst>
        </pc:spChg>
        <pc:spChg chg="mod">
          <ac:chgData name="Mohammed Fasha" userId="cc64f42d-a1a6-4f08-b97b-0c37f877119f" providerId="ADAL" clId="{534F862C-5423-415F-8625-CCE86B4944CE}" dt="2025-03-15T14:34:02.468" v="214" actId="20577"/>
          <ac:spMkLst>
            <pc:docMk/>
            <pc:sldMk cId="3357827608" sldId="535"/>
            <ac:spMk id="3" creationId="{AC179B1D-2E74-63EA-0B58-D09B966076DE}"/>
          </ac:spMkLst>
        </pc:spChg>
        <pc:picChg chg="add mod">
          <ac:chgData name="Mohammed Fasha" userId="cc64f42d-a1a6-4f08-b97b-0c37f877119f" providerId="ADAL" clId="{534F862C-5423-415F-8625-CCE86B4944CE}" dt="2025-03-15T14:34:06.997" v="215" actId="1076"/>
          <ac:picMkLst>
            <pc:docMk/>
            <pc:sldMk cId="3357827608" sldId="535"/>
            <ac:picMk id="5" creationId="{662CCD9F-F91E-63A0-DB12-C0C98E9CC19F}"/>
          </ac:picMkLst>
        </pc:picChg>
      </pc:sldChg>
      <pc:sldChg chg="modSp add mod">
        <pc:chgData name="Mohammed Fasha" userId="cc64f42d-a1a6-4f08-b97b-0c37f877119f" providerId="ADAL" clId="{534F862C-5423-415F-8625-CCE86B4944CE}" dt="2025-03-15T14:35:09.404" v="268" actId="6549"/>
        <pc:sldMkLst>
          <pc:docMk/>
          <pc:sldMk cId="3356275138" sldId="536"/>
        </pc:sldMkLst>
        <pc:spChg chg="mod">
          <ac:chgData name="Mohammed Fasha" userId="cc64f42d-a1a6-4f08-b97b-0c37f877119f" providerId="ADAL" clId="{534F862C-5423-415F-8625-CCE86B4944CE}" dt="2025-03-15T14:34:42.925" v="230" actId="20577"/>
          <ac:spMkLst>
            <pc:docMk/>
            <pc:sldMk cId="3356275138" sldId="536"/>
            <ac:spMk id="2" creationId="{CF7AD4C6-0555-4622-F18C-68D2874A845E}"/>
          </ac:spMkLst>
        </pc:spChg>
        <pc:spChg chg="mod">
          <ac:chgData name="Mohammed Fasha" userId="cc64f42d-a1a6-4f08-b97b-0c37f877119f" providerId="ADAL" clId="{534F862C-5423-415F-8625-CCE86B4944CE}" dt="2025-03-15T14:35:09.404" v="268" actId="6549"/>
          <ac:spMkLst>
            <pc:docMk/>
            <pc:sldMk cId="3356275138" sldId="536"/>
            <ac:spMk id="3" creationId="{12A31F46-3974-4606-C4DF-CECBD7D1F16E}"/>
          </ac:spMkLst>
        </pc:spChg>
      </pc:sldChg>
      <pc:sldChg chg="modSp add mod">
        <pc:chgData name="Mohammed Fasha" userId="cc64f42d-a1a6-4f08-b97b-0c37f877119f" providerId="ADAL" clId="{534F862C-5423-415F-8625-CCE86B4944CE}" dt="2025-03-15T14:38:14.008" v="349" actId="20577"/>
        <pc:sldMkLst>
          <pc:docMk/>
          <pc:sldMk cId="626811451" sldId="537"/>
        </pc:sldMkLst>
        <pc:spChg chg="mod">
          <ac:chgData name="Mohammed Fasha" userId="cc64f42d-a1a6-4f08-b97b-0c37f877119f" providerId="ADAL" clId="{534F862C-5423-415F-8625-CCE86B4944CE}" dt="2025-03-15T14:35:35.706" v="273"/>
          <ac:spMkLst>
            <pc:docMk/>
            <pc:sldMk cId="626811451" sldId="537"/>
            <ac:spMk id="2" creationId="{8B72E584-BFDF-DCB0-E436-EF13954327C0}"/>
          </ac:spMkLst>
        </pc:spChg>
        <pc:spChg chg="mod">
          <ac:chgData name="Mohammed Fasha" userId="cc64f42d-a1a6-4f08-b97b-0c37f877119f" providerId="ADAL" clId="{534F862C-5423-415F-8625-CCE86B4944CE}" dt="2025-03-15T14:38:14.008" v="349" actId="20577"/>
          <ac:spMkLst>
            <pc:docMk/>
            <pc:sldMk cId="626811451" sldId="537"/>
            <ac:spMk id="3" creationId="{77253A4D-68FE-C3BD-B2D4-06ABB4B11C79}"/>
          </ac:spMkLst>
        </pc:spChg>
      </pc:sldChg>
      <pc:sldChg chg="addSp delSp modSp add mod modClrScheme chgLayout">
        <pc:chgData name="Mohammed Fasha" userId="cc64f42d-a1a6-4f08-b97b-0c37f877119f" providerId="ADAL" clId="{534F862C-5423-415F-8625-CCE86B4944CE}" dt="2025-03-15T14:39:54.524" v="469" actId="14100"/>
        <pc:sldMkLst>
          <pc:docMk/>
          <pc:sldMk cId="514683601" sldId="538"/>
        </pc:sldMkLst>
        <pc:spChg chg="add mod">
          <ac:chgData name="Mohammed Fasha" userId="cc64f42d-a1a6-4f08-b97b-0c37f877119f" providerId="ADAL" clId="{534F862C-5423-415F-8625-CCE86B4944CE}" dt="2025-03-15T14:39:54.524" v="469" actId="14100"/>
          <ac:spMkLst>
            <pc:docMk/>
            <pc:sldMk cId="514683601" sldId="538"/>
            <ac:spMk id="5" creationId="{D5706353-12D3-6E82-C709-F6F9EA9D7B29}"/>
          </ac:spMkLst>
        </pc:spChg>
        <pc:spChg chg="add mod">
          <ac:chgData name="Mohammed Fasha" userId="cc64f42d-a1a6-4f08-b97b-0c37f877119f" providerId="ADAL" clId="{534F862C-5423-415F-8625-CCE86B4944CE}" dt="2025-03-15T14:39:51.071" v="468" actId="14100"/>
          <ac:spMkLst>
            <pc:docMk/>
            <pc:sldMk cId="514683601" sldId="538"/>
            <ac:spMk id="7" creationId="{D235BB42-7EA4-B34D-96F0-1B2C1AB2AA74}"/>
          </ac:spMkLst>
        </pc:spChg>
        <pc:spChg chg="add mod">
          <ac:chgData name="Mohammed Fasha" userId="cc64f42d-a1a6-4f08-b97b-0c37f877119f" providerId="ADAL" clId="{534F862C-5423-415F-8625-CCE86B4944CE}" dt="2025-03-15T14:39:13.006" v="380" actId="2711"/>
          <ac:spMkLst>
            <pc:docMk/>
            <pc:sldMk cId="514683601" sldId="538"/>
            <ac:spMk id="8" creationId="{FB510071-0488-E5B2-7480-5D6BE0C0FEB8}"/>
          </ac:spMkLst>
        </pc:spChg>
        <pc:spChg chg="add mod">
          <ac:chgData name="Mohammed Fasha" userId="cc64f42d-a1a6-4f08-b97b-0c37f877119f" providerId="ADAL" clId="{534F862C-5423-415F-8625-CCE86B4944CE}" dt="2025-03-15T14:39:41.703" v="453" actId="20577"/>
          <ac:spMkLst>
            <pc:docMk/>
            <pc:sldMk cId="514683601" sldId="538"/>
            <ac:spMk id="9" creationId="{75B9AF69-3646-8E91-9453-C8E6CB2B3637}"/>
          </ac:spMkLst>
        </pc:spChg>
      </pc:sldChg>
      <pc:sldChg chg="addSp delSp modSp new mod modClrScheme chgLayout">
        <pc:chgData name="Mohammed Fasha" userId="cc64f42d-a1a6-4f08-b97b-0c37f877119f" providerId="ADAL" clId="{534F862C-5423-415F-8625-CCE86B4944CE}" dt="2025-03-15T15:03:01.459" v="821" actId="27636"/>
        <pc:sldMkLst>
          <pc:docMk/>
          <pc:sldMk cId="2711506933" sldId="539"/>
        </pc:sldMkLst>
        <pc:spChg chg="add mod ord">
          <ac:chgData name="Mohammed Fasha" userId="cc64f42d-a1a6-4f08-b97b-0c37f877119f" providerId="ADAL" clId="{534F862C-5423-415F-8625-CCE86B4944CE}" dt="2025-03-15T15:03:01.459" v="821" actId="27636"/>
          <ac:spMkLst>
            <pc:docMk/>
            <pc:sldMk cId="2711506933" sldId="539"/>
            <ac:spMk id="4" creationId="{F25A1EB7-D40C-B625-AFB4-8394BE551BEA}"/>
          </ac:spMkLst>
        </pc:spChg>
        <pc:spChg chg="add mod ord">
          <ac:chgData name="Mohammed Fasha" userId="cc64f42d-a1a6-4f08-b97b-0c37f877119f" providerId="ADAL" clId="{534F862C-5423-415F-8625-CCE86B4944CE}" dt="2025-03-15T14:43:59.612" v="571" actId="15"/>
          <ac:spMkLst>
            <pc:docMk/>
            <pc:sldMk cId="2711506933" sldId="539"/>
            <ac:spMk id="5" creationId="{2FB81DB4-B6A3-092F-D836-C7A4C6021F60}"/>
          </ac:spMkLst>
        </pc:spChg>
      </pc:sldChg>
      <pc:sldChg chg="addSp delSp modSp add mod">
        <pc:chgData name="Mohammed Fasha" userId="cc64f42d-a1a6-4f08-b97b-0c37f877119f" providerId="ADAL" clId="{534F862C-5423-415F-8625-CCE86B4944CE}" dt="2025-03-15T14:44:27.871" v="584" actId="1076"/>
        <pc:sldMkLst>
          <pc:docMk/>
          <pc:sldMk cId="1314172448" sldId="540"/>
        </pc:sldMkLst>
        <pc:spChg chg="add mod">
          <ac:chgData name="Mohammed Fasha" userId="cc64f42d-a1a6-4f08-b97b-0c37f877119f" providerId="ADAL" clId="{534F862C-5423-415F-8625-CCE86B4944CE}" dt="2025-03-15T14:44:27.871" v="584" actId="1076"/>
          <ac:spMkLst>
            <pc:docMk/>
            <pc:sldMk cId="1314172448" sldId="540"/>
            <ac:spMk id="3" creationId="{1AF4753F-59A7-EED5-D386-B6A6DB20562D}"/>
          </ac:spMkLst>
        </pc:spChg>
        <pc:spChg chg="mod">
          <ac:chgData name="Mohammed Fasha" userId="cc64f42d-a1a6-4f08-b97b-0c37f877119f" providerId="ADAL" clId="{534F862C-5423-415F-8625-CCE86B4944CE}" dt="2025-03-15T14:44:23.537" v="583" actId="20577"/>
          <ac:spMkLst>
            <pc:docMk/>
            <pc:sldMk cId="1314172448" sldId="540"/>
            <ac:spMk id="4" creationId="{4E06737A-DE4A-EA9B-F4E7-17C4DD7C966B}"/>
          </ac:spMkLst>
        </pc:spChg>
        <pc:spChg chg="mod">
          <ac:chgData name="Mohammed Fasha" userId="cc64f42d-a1a6-4f08-b97b-0c37f877119f" providerId="ADAL" clId="{534F862C-5423-415F-8625-CCE86B4944CE}" dt="2025-03-15T14:41:11.196" v="525" actId="27636"/>
          <ac:spMkLst>
            <pc:docMk/>
            <pc:sldMk cId="1314172448" sldId="540"/>
            <ac:spMk id="5" creationId="{B3E2DD2C-FC6F-5E35-7761-75734B27494E}"/>
          </ac:spMkLst>
        </pc:spChg>
        <pc:spChg chg="add mod">
          <ac:chgData name="Mohammed Fasha" userId="cc64f42d-a1a6-4f08-b97b-0c37f877119f" providerId="ADAL" clId="{534F862C-5423-415F-8625-CCE86B4944CE}" dt="2025-03-15T14:41:45.163" v="537" actId="20577"/>
          <ac:spMkLst>
            <pc:docMk/>
            <pc:sldMk cId="1314172448" sldId="540"/>
            <ac:spMk id="9" creationId="{963B9F29-7D58-0123-A6FF-C0BD1D88DED2}"/>
          </ac:spMkLst>
        </pc:spChg>
      </pc:sldChg>
      <pc:sldChg chg="add del">
        <pc:chgData name="Mohammed Fasha" userId="cc64f42d-a1a6-4f08-b97b-0c37f877119f" providerId="ADAL" clId="{534F862C-5423-415F-8625-CCE86B4944CE}" dt="2025-03-15T14:40:27.508" v="476" actId="47"/>
        <pc:sldMkLst>
          <pc:docMk/>
          <pc:sldMk cId="4292545263" sldId="540"/>
        </pc:sldMkLst>
      </pc:sldChg>
      <pc:sldChg chg="modSp add del mod">
        <pc:chgData name="Mohammed Fasha" userId="cc64f42d-a1a6-4f08-b97b-0c37f877119f" providerId="ADAL" clId="{534F862C-5423-415F-8625-CCE86B4944CE}" dt="2025-03-15T14:49:28.046" v="638" actId="2696"/>
        <pc:sldMkLst>
          <pc:docMk/>
          <pc:sldMk cId="2326721154" sldId="541"/>
        </pc:sldMkLst>
      </pc:sldChg>
      <pc:sldChg chg="add del">
        <pc:chgData name="Mohammed Fasha" userId="cc64f42d-a1a6-4f08-b97b-0c37f877119f" providerId="ADAL" clId="{534F862C-5423-415F-8625-CCE86B4944CE}" dt="2025-03-15T14:40:27.804" v="477" actId="47"/>
        <pc:sldMkLst>
          <pc:docMk/>
          <pc:sldMk cId="3176123026" sldId="541"/>
        </pc:sldMkLst>
      </pc:sldChg>
      <pc:sldChg chg="modSp new mod ord">
        <pc:chgData name="Mohammed Fasha" userId="cc64f42d-a1a6-4f08-b97b-0c37f877119f" providerId="ADAL" clId="{534F862C-5423-415F-8625-CCE86B4944CE}" dt="2025-03-15T14:47:31.124" v="635"/>
        <pc:sldMkLst>
          <pc:docMk/>
          <pc:sldMk cId="168241686" sldId="542"/>
        </pc:sldMkLst>
        <pc:spChg chg="mod">
          <ac:chgData name="Mohammed Fasha" userId="cc64f42d-a1a6-4f08-b97b-0c37f877119f" providerId="ADAL" clId="{534F862C-5423-415F-8625-CCE86B4944CE}" dt="2025-03-15T14:47:31.124" v="635"/>
          <ac:spMkLst>
            <pc:docMk/>
            <pc:sldMk cId="168241686" sldId="542"/>
            <ac:spMk id="2" creationId="{DF979533-AF66-32BF-1409-FEBD4F130E13}"/>
          </ac:spMkLst>
        </pc:spChg>
        <pc:spChg chg="mod">
          <ac:chgData name="Mohammed Fasha" userId="cc64f42d-a1a6-4f08-b97b-0c37f877119f" providerId="ADAL" clId="{534F862C-5423-415F-8625-CCE86B4944CE}" dt="2025-03-15T14:47:11.033" v="625" actId="27636"/>
          <ac:spMkLst>
            <pc:docMk/>
            <pc:sldMk cId="168241686" sldId="542"/>
            <ac:spMk id="3" creationId="{EE8383E5-A059-19BE-F4A5-3112E96BD82B}"/>
          </ac:spMkLst>
        </pc:spChg>
      </pc:sldChg>
      <pc:sldChg chg="add del">
        <pc:chgData name="Mohammed Fasha" userId="cc64f42d-a1a6-4f08-b97b-0c37f877119f" providerId="ADAL" clId="{534F862C-5423-415F-8625-CCE86B4944CE}" dt="2025-03-15T14:40:28.325" v="478" actId="47"/>
        <pc:sldMkLst>
          <pc:docMk/>
          <pc:sldMk cId="2546536073" sldId="542"/>
        </pc:sldMkLst>
      </pc:sldChg>
      <pc:sldChg chg="add del">
        <pc:chgData name="Mohammed Fasha" userId="cc64f42d-a1a6-4f08-b97b-0c37f877119f" providerId="ADAL" clId="{534F862C-5423-415F-8625-CCE86B4944CE}" dt="2025-03-15T14:40:29.140" v="479" actId="47"/>
        <pc:sldMkLst>
          <pc:docMk/>
          <pc:sldMk cId="55886376" sldId="543"/>
        </pc:sldMkLst>
      </pc:sldChg>
      <pc:sldChg chg="modSp new mod">
        <pc:chgData name="Mohammed Fasha" userId="cc64f42d-a1a6-4f08-b97b-0c37f877119f" providerId="ADAL" clId="{534F862C-5423-415F-8625-CCE86B4944CE}" dt="2025-03-15T15:02:55.676" v="816" actId="20577"/>
        <pc:sldMkLst>
          <pc:docMk/>
          <pc:sldMk cId="3088397267" sldId="543"/>
        </pc:sldMkLst>
        <pc:spChg chg="mod">
          <ac:chgData name="Mohammed Fasha" userId="cc64f42d-a1a6-4f08-b97b-0c37f877119f" providerId="ADAL" clId="{534F862C-5423-415F-8625-CCE86B4944CE}" dt="2025-03-15T15:02:55.676" v="816" actId="20577"/>
          <ac:spMkLst>
            <pc:docMk/>
            <pc:sldMk cId="3088397267" sldId="543"/>
            <ac:spMk id="2" creationId="{E9C280EE-865C-D7D4-DFE1-0BC32081155C}"/>
          </ac:spMkLst>
        </pc:spChg>
        <pc:spChg chg="mod">
          <ac:chgData name="Mohammed Fasha" userId="cc64f42d-a1a6-4f08-b97b-0c37f877119f" providerId="ADAL" clId="{534F862C-5423-415F-8625-CCE86B4944CE}" dt="2025-03-15T14:53:37.070" v="687" actId="20577"/>
          <ac:spMkLst>
            <pc:docMk/>
            <pc:sldMk cId="3088397267" sldId="543"/>
            <ac:spMk id="3" creationId="{6A705A9E-F80F-555B-0D7F-85673DABD754}"/>
          </ac:spMkLst>
        </pc:spChg>
      </pc:sldChg>
      <pc:sldChg chg="modSp new mod">
        <pc:chgData name="Mohammed Fasha" userId="cc64f42d-a1a6-4f08-b97b-0c37f877119f" providerId="ADAL" clId="{534F862C-5423-415F-8625-CCE86B4944CE}" dt="2025-03-15T14:51:36.717" v="683" actId="179"/>
        <pc:sldMkLst>
          <pc:docMk/>
          <pc:sldMk cId="3439562204" sldId="544"/>
        </pc:sldMkLst>
        <pc:spChg chg="mod">
          <ac:chgData name="Mohammed Fasha" userId="cc64f42d-a1a6-4f08-b97b-0c37f877119f" providerId="ADAL" clId="{534F862C-5423-415F-8625-CCE86B4944CE}" dt="2025-03-15T14:50:35.379" v="661"/>
          <ac:spMkLst>
            <pc:docMk/>
            <pc:sldMk cId="3439562204" sldId="544"/>
            <ac:spMk id="2" creationId="{6D6CD322-7C4B-DC57-D26A-F5E7F2BC26F0}"/>
          </ac:spMkLst>
        </pc:spChg>
        <pc:spChg chg="mod">
          <ac:chgData name="Mohammed Fasha" userId="cc64f42d-a1a6-4f08-b97b-0c37f877119f" providerId="ADAL" clId="{534F862C-5423-415F-8625-CCE86B4944CE}" dt="2025-03-15T14:51:36.717" v="683" actId="179"/>
          <ac:spMkLst>
            <pc:docMk/>
            <pc:sldMk cId="3439562204" sldId="544"/>
            <ac:spMk id="3" creationId="{5DDC1007-FCCB-A791-C158-E92A75DD215B}"/>
          </ac:spMkLst>
        </pc:spChg>
      </pc:sldChg>
      <pc:sldChg chg="modSp add mod">
        <pc:chgData name="Mohammed Fasha" userId="cc64f42d-a1a6-4f08-b97b-0c37f877119f" providerId="ADAL" clId="{534F862C-5423-415F-8625-CCE86B4944CE}" dt="2025-03-15T14:51:49.834" v="686"/>
        <pc:sldMkLst>
          <pc:docMk/>
          <pc:sldMk cId="721038307" sldId="545"/>
        </pc:sldMkLst>
        <pc:spChg chg="mod">
          <ac:chgData name="Mohammed Fasha" userId="cc64f42d-a1a6-4f08-b97b-0c37f877119f" providerId="ADAL" clId="{534F862C-5423-415F-8625-CCE86B4944CE}" dt="2025-03-15T14:51:49.834" v="686"/>
          <ac:spMkLst>
            <pc:docMk/>
            <pc:sldMk cId="721038307" sldId="545"/>
            <ac:spMk id="2" creationId="{30A51292-9F21-C1D3-8C61-6F054544798A}"/>
          </ac:spMkLst>
        </pc:spChg>
        <pc:spChg chg="mod">
          <ac:chgData name="Mohammed Fasha" userId="cc64f42d-a1a6-4f08-b97b-0c37f877119f" providerId="ADAL" clId="{534F862C-5423-415F-8625-CCE86B4944CE}" dt="2025-03-15T14:51:45.300" v="685" actId="27636"/>
          <ac:spMkLst>
            <pc:docMk/>
            <pc:sldMk cId="721038307" sldId="545"/>
            <ac:spMk id="3" creationId="{B5ACBF7D-9AC9-F6B7-2EA7-CD7F1B1C37DC}"/>
          </ac:spMkLst>
        </pc:spChg>
      </pc:sldChg>
      <pc:sldChg chg="addSp modSp add mod">
        <pc:chgData name="Mohammed Fasha" userId="cc64f42d-a1a6-4f08-b97b-0c37f877119f" providerId="ADAL" clId="{534F862C-5423-415F-8625-CCE86B4944CE}" dt="2025-03-15T14:55:20.333" v="739"/>
        <pc:sldMkLst>
          <pc:docMk/>
          <pc:sldMk cId="796139841" sldId="546"/>
        </pc:sldMkLst>
        <pc:spChg chg="mod">
          <ac:chgData name="Mohammed Fasha" userId="cc64f42d-a1a6-4f08-b97b-0c37f877119f" providerId="ADAL" clId="{534F862C-5423-415F-8625-CCE86B4944CE}" dt="2025-03-15T14:55:20.333" v="739"/>
          <ac:spMkLst>
            <pc:docMk/>
            <pc:sldMk cId="796139841" sldId="546"/>
            <ac:spMk id="2" creationId="{A4DB6612-07C5-884A-E81D-57A159903950}"/>
          </ac:spMkLst>
        </pc:spChg>
        <pc:spChg chg="mod">
          <ac:chgData name="Mohammed Fasha" userId="cc64f42d-a1a6-4f08-b97b-0c37f877119f" providerId="ADAL" clId="{534F862C-5423-415F-8625-CCE86B4944CE}" dt="2025-03-15T14:55:10.562" v="738" actId="20577"/>
          <ac:spMkLst>
            <pc:docMk/>
            <pc:sldMk cId="796139841" sldId="546"/>
            <ac:spMk id="3" creationId="{F3AA6F84-9450-8F80-2BDB-3003328DD37D}"/>
          </ac:spMkLst>
        </pc:spChg>
        <pc:spChg chg="add mod">
          <ac:chgData name="Mohammed Fasha" userId="cc64f42d-a1a6-4f08-b97b-0c37f877119f" providerId="ADAL" clId="{534F862C-5423-415F-8625-CCE86B4944CE}" dt="2025-03-15T14:54:20.785" v="712" actId="6549"/>
          <ac:spMkLst>
            <pc:docMk/>
            <pc:sldMk cId="796139841" sldId="546"/>
            <ac:spMk id="5" creationId="{4E3C961B-7D16-B068-876E-B82720BEAA1B}"/>
          </ac:spMkLst>
        </pc:spChg>
      </pc:sldChg>
      <pc:sldChg chg="modSp add mod">
        <pc:chgData name="Mohammed Fasha" userId="cc64f42d-a1a6-4f08-b97b-0c37f877119f" providerId="ADAL" clId="{534F862C-5423-415F-8625-CCE86B4944CE}" dt="2025-03-15T15:37:47.199" v="1107" actId="20577"/>
        <pc:sldMkLst>
          <pc:docMk/>
          <pc:sldMk cId="184126415" sldId="547"/>
        </pc:sldMkLst>
        <pc:spChg chg="mod">
          <ac:chgData name="Mohammed Fasha" userId="cc64f42d-a1a6-4f08-b97b-0c37f877119f" providerId="ADAL" clId="{534F862C-5423-415F-8625-CCE86B4944CE}" dt="2025-03-15T15:37:32.307" v="1099" actId="21"/>
          <ac:spMkLst>
            <pc:docMk/>
            <pc:sldMk cId="184126415" sldId="547"/>
            <ac:spMk id="2" creationId="{52903DAF-5696-AC19-F8F3-CD988D3057AE}"/>
          </ac:spMkLst>
        </pc:spChg>
        <pc:spChg chg="mod">
          <ac:chgData name="Mohammed Fasha" userId="cc64f42d-a1a6-4f08-b97b-0c37f877119f" providerId="ADAL" clId="{534F862C-5423-415F-8625-CCE86B4944CE}" dt="2025-03-15T15:37:47.199" v="1107" actId="20577"/>
          <ac:spMkLst>
            <pc:docMk/>
            <pc:sldMk cId="184126415" sldId="547"/>
            <ac:spMk id="3" creationId="{7D988BEA-61D0-FF52-BEAC-D65E0B8CE8A1}"/>
          </ac:spMkLst>
        </pc:spChg>
      </pc:sldChg>
      <pc:sldChg chg="addSp modSp add mod">
        <pc:chgData name="Mohammed Fasha" userId="cc64f42d-a1a6-4f08-b97b-0c37f877119f" providerId="ADAL" clId="{534F862C-5423-415F-8625-CCE86B4944CE}" dt="2025-03-18T02:04:15.822" v="1241" actId="1076"/>
        <pc:sldMkLst>
          <pc:docMk/>
          <pc:sldMk cId="1532144506" sldId="548"/>
        </pc:sldMkLst>
        <pc:spChg chg="mod">
          <ac:chgData name="Mohammed Fasha" userId="cc64f42d-a1a6-4f08-b97b-0c37f877119f" providerId="ADAL" clId="{534F862C-5423-415F-8625-CCE86B4944CE}" dt="2025-03-15T14:56:55.833" v="778"/>
          <ac:spMkLst>
            <pc:docMk/>
            <pc:sldMk cId="1532144506" sldId="548"/>
            <ac:spMk id="2" creationId="{37130C5D-F7A6-57A6-FC91-B22735582863}"/>
          </ac:spMkLst>
        </pc:spChg>
        <pc:spChg chg="mod">
          <ac:chgData name="Mohammed Fasha" userId="cc64f42d-a1a6-4f08-b97b-0c37f877119f" providerId="ADAL" clId="{534F862C-5423-415F-8625-CCE86B4944CE}" dt="2025-03-18T02:03:01.013" v="1234" actId="14100"/>
          <ac:spMkLst>
            <pc:docMk/>
            <pc:sldMk cId="1532144506" sldId="548"/>
            <ac:spMk id="3" creationId="{F2642ABB-E5EA-5E94-ECA2-1C5C13EC4A20}"/>
          </ac:spMkLst>
        </pc:spChg>
        <pc:picChg chg="add mod">
          <ac:chgData name="Mohammed Fasha" userId="cc64f42d-a1a6-4f08-b97b-0c37f877119f" providerId="ADAL" clId="{534F862C-5423-415F-8625-CCE86B4944CE}" dt="2025-03-18T02:04:15.822" v="1241" actId="1076"/>
          <ac:picMkLst>
            <pc:docMk/>
            <pc:sldMk cId="1532144506" sldId="548"/>
            <ac:picMk id="1026" creationId="{9C123F94-BC05-DA2F-D744-F4CB2C79A932}"/>
          </ac:picMkLst>
        </pc:picChg>
      </pc:sldChg>
      <pc:sldChg chg="add">
        <pc:chgData name="Mohammed Fasha" userId="cc64f42d-a1a6-4f08-b97b-0c37f877119f" providerId="ADAL" clId="{534F862C-5423-415F-8625-CCE86B4944CE}" dt="2025-03-15T15:11:24.978" v="996"/>
        <pc:sldMkLst>
          <pc:docMk/>
          <pc:sldMk cId="1962627052" sldId="549"/>
        </pc:sldMkLst>
      </pc:sldChg>
      <pc:sldChg chg="addSp delSp modSp new del mod modClrScheme chgLayout">
        <pc:chgData name="Mohammed Fasha" userId="cc64f42d-a1a6-4f08-b97b-0c37f877119f" providerId="ADAL" clId="{534F862C-5423-415F-8625-CCE86B4944CE}" dt="2025-03-15T15:11:21.677" v="995" actId="2696"/>
        <pc:sldMkLst>
          <pc:docMk/>
          <pc:sldMk cId="2226758089" sldId="549"/>
        </pc:sldMkLst>
      </pc:sldChg>
      <pc:sldChg chg="addSp modSp new mod">
        <pc:chgData name="Mohammed Fasha" userId="cc64f42d-a1a6-4f08-b97b-0c37f877119f" providerId="ADAL" clId="{534F862C-5423-415F-8625-CCE86B4944CE}" dt="2025-03-15T15:46:18.147" v="1203"/>
        <pc:sldMkLst>
          <pc:docMk/>
          <pc:sldMk cId="51728829" sldId="550"/>
        </pc:sldMkLst>
        <pc:spChg chg="mod">
          <ac:chgData name="Mohammed Fasha" userId="cc64f42d-a1a6-4f08-b97b-0c37f877119f" providerId="ADAL" clId="{534F862C-5423-415F-8625-CCE86B4944CE}" dt="2025-03-15T15:06:37.773" v="884" actId="6549"/>
          <ac:spMkLst>
            <pc:docMk/>
            <pc:sldMk cId="51728829" sldId="550"/>
            <ac:spMk id="2" creationId="{37137550-11C6-20B2-D443-760FE1A2DEF4}"/>
          </ac:spMkLst>
        </pc:spChg>
        <pc:spChg chg="mod">
          <ac:chgData name="Mohammed Fasha" userId="cc64f42d-a1a6-4f08-b97b-0c37f877119f" providerId="ADAL" clId="{534F862C-5423-415F-8625-CCE86B4944CE}" dt="2025-03-15T15:41:10.824" v="1163" actId="1076"/>
          <ac:spMkLst>
            <pc:docMk/>
            <pc:sldMk cId="51728829" sldId="550"/>
            <ac:spMk id="3" creationId="{CA818D56-B852-D4FC-E994-990B5F898E18}"/>
          </ac:spMkLst>
        </pc:spChg>
        <pc:spChg chg="add mod">
          <ac:chgData name="Mohammed Fasha" userId="cc64f42d-a1a6-4f08-b97b-0c37f877119f" providerId="ADAL" clId="{534F862C-5423-415F-8625-CCE86B4944CE}" dt="2025-03-15T15:43:27.748" v="1202" actId="1076"/>
          <ac:spMkLst>
            <pc:docMk/>
            <pc:sldMk cId="51728829" sldId="550"/>
            <ac:spMk id="5" creationId="{E4B45F60-6A90-D73F-5226-35583B598BAF}"/>
          </ac:spMkLst>
        </pc:spChg>
        <pc:picChg chg="add mod">
          <ac:chgData name="Mohammed Fasha" userId="cc64f42d-a1a6-4f08-b97b-0c37f877119f" providerId="ADAL" clId="{534F862C-5423-415F-8625-CCE86B4944CE}" dt="2025-03-15T15:46:18.147" v="1203"/>
          <ac:picMkLst>
            <pc:docMk/>
            <pc:sldMk cId="51728829" sldId="550"/>
            <ac:picMk id="7" creationId="{4E45092A-0334-B657-140F-ACD092334510}"/>
          </ac:picMkLst>
        </pc:picChg>
      </pc:sldChg>
      <pc:sldChg chg="addSp delSp modSp new mod modClrScheme chgLayout">
        <pc:chgData name="Mohammed Fasha" userId="cc64f42d-a1a6-4f08-b97b-0c37f877119f" providerId="ADAL" clId="{534F862C-5423-415F-8625-CCE86B4944CE}" dt="2025-03-15T15:03:53.820" v="869"/>
        <pc:sldMkLst>
          <pc:docMk/>
          <pc:sldMk cId="2939072846" sldId="551"/>
        </pc:sldMkLst>
        <pc:spChg chg="add mod ord">
          <ac:chgData name="Mohammed Fasha" userId="cc64f42d-a1a6-4f08-b97b-0c37f877119f" providerId="ADAL" clId="{534F862C-5423-415F-8625-CCE86B4944CE}" dt="2025-03-15T15:03:35.944" v="858" actId="20577"/>
          <ac:spMkLst>
            <pc:docMk/>
            <pc:sldMk cId="2939072846" sldId="551"/>
            <ac:spMk id="4" creationId="{C410A92E-2F10-8CDE-3D2E-C284F09C0296}"/>
          </ac:spMkLst>
        </pc:spChg>
        <pc:spChg chg="add mod ord">
          <ac:chgData name="Mohammed Fasha" userId="cc64f42d-a1a6-4f08-b97b-0c37f877119f" providerId="ADAL" clId="{534F862C-5423-415F-8625-CCE86B4944CE}" dt="2025-03-15T15:03:53.820" v="869"/>
          <ac:spMkLst>
            <pc:docMk/>
            <pc:sldMk cId="2939072846" sldId="551"/>
            <ac:spMk id="5" creationId="{E0EA96E8-F27D-DB2E-EA0F-AAD3D81E9BA4}"/>
          </ac:spMkLst>
        </pc:spChg>
      </pc:sldChg>
      <pc:sldChg chg="addSp delSp modSp new mod modClrScheme chgLayout">
        <pc:chgData name="Mohammed Fasha" userId="cc64f42d-a1a6-4f08-b97b-0c37f877119f" providerId="ADAL" clId="{534F862C-5423-415F-8625-CCE86B4944CE}" dt="2025-03-15T15:09:54.988" v="987" actId="20577"/>
        <pc:sldMkLst>
          <pc:docMk/>
          <pc:sldMk cId="3828354163" sldId="552"/>
        </pc:sldMkLst>
        <pc:spChg chg="add mod">
          <ac:chgData name="Mohammed Fasha" userId="cc64f42d-a1a6-4f08-b97b-0c37f877119f" providerId="ADAL" clId="{534F862C-5423-415F-8625-CCE86B4944CE}" dt="2025-03-15T15:09:54.988" v="987" actId="20577"/>
          <ac:spMkLst>
            <pc:docMk/>
            <pc:sldMk cId="3828354163" sldId="552"/>
            <ac:spMk id="5" creationId="{B2D1F3C7-1350-E8D3-DB2E-64D5F20C065A}"/>
          </ac:spMkLst>
        </pc:spChg>
      </pc:sldChg>
      <pc:sldChg chg="addSp delSp modSp add mod">
        <pc:chgData name="Mohammed Fasha" userId="cc64f42d-a1a6-4f08-b97b-0c37f877119f" providerId="ADAL" clId="{534F862C-5423-415F-8625-CCE86B4944CE}" dt="2025-03-15T15:09:49.920" v="984" actId="1035"/>
        <pc:sldMkLst>
          <pc:docMk/>
          <pc:sldMk cId="4066624001" sldId="553"/>
        </pc:sldMkLst>
        <pc:spChg chg="add mod">
          <ac:chgData name="Mohammed Fasha" userId="cc64f42d-a1a6-4f08-b97b-0c37f877119f" providerId="ADAL" clId="{534F862C-5423-415F-8625-CCE86B4944CE}" dt="2025-03-15T15:09:49.920" v="984" actId="1035"/>
          <ac:spMkLst>
            <pc:docMk/>
            <pc:sldMk cId="4066624001" sldId="553"/>
            <ac:spMk id="6" creationId="{CD72C821-585F-77A9-F385-F40038517445}"/>
          </ac:spMkLst>
        </pc:spChg>
      </pc:sldChg>
      <pc:sldChg chg="addSp delSp modSp add mod">
        <pc:chgData name="Mohammed Fasha" userId="cc64f42d-a1a6-4f08-b97b-0c37f877119f" providerId="ADAL" clId="{534F862C-5423-415F-8625-CCE86B4944CE}" dt="2025-03-15T15:12:49.110" v="1008" actId="1076"/>
        <pc:sldMkLst>
          <pc:docMk/>
          <pc:sldMk cId="1318473408" sldId="554"/>
        </pc:sldMkLst>
        <pc:spChg chg="add mod">
          <ac:chgData name="Mohammed Fasha" userId="cc64f42d-a1a6-4f08-b97b-0c37f877119f" providerId="ADAL" clId="{534F862C-5423-415F-8625-CCE86B4944CE}" dt="2025-03-15T15:12:49.110" v="1008" actId="1076"/>
          <ac:spMkLst>
            <pc:docMk/>
            <pc:sldMk cId="1318473408" sldId="554"/>
            <ac:spMk id="3" creationId="{9AD8AF12-87DE-57A8-CC84-2D601E00B4EE}"/>
          </ac:spMkLst>
        </pc:spChg>
      </pc:sldChg>
      <pc:sldChg chg="addSp delSp modSp add mod">
        <pc:chgData name="Mohammed Fasha" userId="cc64f42d-a1a6-4f08-b97b-0c37f877119f" providerId="ADAL" clId="{534F862C-5423-415F-8625-CCE86B4944CE}" dt="2025-03-15T15:12:36.079" v="1004" actId="1076"/>
        <pc:sldMkLst>
          <pc:docMk/>
          <pc:sldMk cId="1685077969" sldId="555"/>
        </pc:sldMkLst>
        <pc:spChg chg="add mod">
          <ac:chgData name="Mohammed Fasha" userId="cc64f42d-a1a6-4f08-b97b-0c37f877119f" providerId="ADAL" clId="{534F862C-5423-415F-8625-CCE86B4944CE}" dt="2025-03-15T15:12:36.079" v="1004" actId="1076"/>
          <ac:spMkLst>
            <pc:docMk/>
            <pc:sldMk cId="1685077969" sldId="555"/>
            <ac:spMk id="3" creationId="{187810EE-8111-BD9B-4A1B-7D196A06E838}"/>
          </ac:spMkLst>
        </pc:spChg>
      </pc:sldChg>
      <pc:sldChg chg="modSp new mod ord">
        <pc:chgData name="Mohammed Fasha" userId="cc64f42d-a1a6-4f08-b97b-0c37f877119f" providerId="ADAL" clId="{534F862C-5423-415F-8625-CCE86B4944CE}" dt="2025-03-18T02:00:54.941" v="1214" actId="6549"/>
        <pc:sldMkLst>
          <pc:docMk/>
          <pc:sldMk cId="2953760213" sldId="556"/>
        </pc:sldMkLst>
        <pc:spChg chg="mod">
          <ac:chgData name="Mohammed Fasha" userId="cc64f42d-a1a6-4f08-b97b-0c37f877119f" providerId="ADAL" clId="{534F862C-5423-415F-8625-CCE86B4944CE}" dt="2025-03-15T15:35:34.357" v="1071" actId="27636"/>
          <ac:spMkLst>
            <pc:docMk/>
            <pc:sldMk cId="2953760213" sldId="556"/>
            <ac:spMk id="2" creationId="{AAE809B9-C541-93EC-3335-246077D074AB}"/>
          </ac:spMkLst>
        </pc:spChg>
        <pc:spChg chg="mod">
          <ac:chgData name="Mohammed Fasha" userId="cc64f42d-a1a6-4f08-b97b-0c37f877119f" providerId="ADAL" clId="{534F862C-5423-415F-8625-CCE86B4944CE}" dt="2025-03-18T02:00:54.941" v="1214" actId="6549"/>
          <ac:spMkLst>
            <pc:docMk/>
            <pc:sldMk cId="2953760213" sldId="556"/>
            <ac:spMk id="3" creationId="{69D30B70-3D40-0B59-B5B7-CE324493CD2A}"/>
          </ac:spMkLst>
        </pc:spChg>
      </pc:sldChg>
      <pc:sldChg chg="modSp new mod">
        <pc:chgData name="Mohammed Fasha" userId="cc64f42d-a1a6-4f08-b97b-0c37f877119f" providerId="ADAL" clId="{534F862C-5423-415F-8625-CCE86B4944CE}" dt="2025-03-18T02:02:53.065" v="1233" actId="5793"/>
        <pc:sldMkLst>
          <pc:docMk/>
          <pc:sldMk cId="47443413" sldId="557"/>
        </pc:sldMkLst>
        <pc:spChg chg="mod">
          <ac:chgData name="Mohammed Fasha" userId="cc64f42d-a1a6-4f08-b97b-0c37f877119f" providerId="ADAL" clId="{534F862C-5423-415F-8625-CCE86B4944CE}" dt="2025-03-15T15:38:07.870" v="1116" actId="27636"/>
          <ac:spMkLst>
            <pc:docMk/>
            <pc:sldMk cId="47443413" sldId="557"/>
            <ac:spMk id="2" creationId="{67BDB5D0-D88F-6743-CED4-6F576F09C5F4}"/>
          </ac:spMkLst>
        </pc:spChg>
        <pc:spChg chg="mod">
          <ac:chgData name="Mohammed Fasha" userId="cc64f42d-a1a6-4f08-b97b-0c37f877119f" providerId="ADAL" clId="{534F862C-5423-415F-8625-CCE86B4944CE}" dt="2025-03-18T02:02:53.065" v="1233" actId="5793"/>
          <ac:spMkLst>
            <pc:docMk/>
            <pc:sldMk cId="47443413" sldId="557"/>
            <ac:spMk id="3" creationId="{F7989134-F312-1A22-436B-CB5CF1A8549A}"/>
          </ac:spMkLst>
        </pc:spChg>
      </pc:sldChg>
      <pc:sldChg chg="modSp new mod ord">
        <pc:chgData name="Mohammed Fasha" userId="cc64f42d-a1a6-4f08-b97b-0c37f877119f" providerId="ADAL" clId="{534F862C-5423-415F-8625-CCE86B4944CE}" dt="2025-03-18T02:03:33.425" v="1240"/>
        <pc:sldMkLst>
          <pc:docMk/>
          <pc:sldMk cId="421367154" sldId="558"/>
        </pc:sldMkLst>
        <pc:spChg chg="mod">
          <ac:chgData name="Mohammed Fasha" userId="cc64f42d-a1a6-4f08-b97b-0c37f877119f" providerId="ADAL" clId="{534F862C-5423-415F-8625-CCE86B4944CE}" dt="2025-03-15T15:40:29.246" v="1136" actId="20577"/>
          <ac:spMkLst>
            <pc:docMk/>
            <pc:sldMk cId="421367154" sldId="558"/>
            <ac:spMk id="2" creationId="{B21FD281-A534-66DD-A1FD-4A9DBA92E8BE}"/>
          </ac:spMkLst>
        </pc:spChg>
        <pc:spChg chg="mod">
          <ac:chgData name="Mohammed Fasha" userId="cc64f42d-a1a6-4f08-b97b-0c37f877119f" providerId="ADAL" clId="{534F862C-5423-415F-8625-CCE86B4944CE}" dt="2025-03-15T15:40:25.174" v="1126" actId="21"/>
          <ac:spMkLst>
            <pc:docMk/>
            <pc:sldMk cId="421367154" sldId="558"/>
            <ac:spMk id="3" creationId="{13B04378-246B-4FE4-2C64-C63653A45260}"/>
          </ac:spMkLst>
        </pc:spChg>
      </pc:sldChg>
      <pc:sldChg chg="addSp modSp new mod">
        <pc:chgData name="Mohammed Fasha" userId="cc64f42d-a1a6-4f08-b97b-0c37f877119f" providerId="ADAL" clId="{534F862C-5423-415F-8625-CCE86B4944CE}" dt="2025-03-18T02:08:12.173" v="1285" actId="1076"/>
        <pc:sldMkLst>
          <pc:docMk/>
          <pc:sldMk cId="2279320564" sldId="560"/>
        </pc:sldMkLst>
        <pc:spChg chg="mod">
          <ac:chgData name="Mohammed Fasha" userId="cc64f42d-a1a6-4f08-b97b-0c37f877119f" providerId="ADAL" clId="{534F862C-5423-415F-8625-CCE86B4944CE}" dt="2025-03-18T02:05:48.025" v="1257" actId="6549"/>
          <ac:spMkLst>
            <pc:docMk/>
            <pc:sldMk cId="2279320564" sldId="560"/>
            <ac:spMk id="2" creationId="{40D5681E-8023-8C0D-91C0-DD0674DE5C9B}"/>
          </ac:spMkLst>
        </pc:spChg>
        <pc:spChg chg="mod">
          <ac:chgData name="Mohammed Fasha" userId="cc64f42d-a1a6-4f08-b97b-0c37f877119f" providerId="ADAL" clId="{534F862C-5423-415F-8625-CCE86B4944CE}" dt="2025-03-18T02:06:41.664" v="1267" actId="179"/>
          <ac:spMkLst>
            <pc:docMk/>
            <pc:sldMk cId="2279320564" sldId="560"/>
            <ac:spMk id="3" creationId="{94D699DC-EB35-242E-ABB5-8CF78304E6B9}"/>
          </ac:spMkLst>
        </pc:spChg>
        <pc:picChg chg="add mod">
          <ac:chgData name="Mohammed Fasha" userId="cc64f42d-a1a6-4f08-b97b-0c37f877119f" providerId="ADAL" clId="{534F862C-5423-415F-8625-CCE86B4944CE}" dt="2025-03-18T02:08:12.173" v="1285" actId="1076"/>
          <ac:picMkLst>
            <pc:docMk/>
            <pc:sldMk cId="2279320564" sldId="560"/>
            <ac:picMk id="5" creationId="{77EFD2CD-E234-52A1-28F0-23DD6EDC2473}"/>
          </ac:picMkLst>
        </pc:picChg>
        <pc:picChg chg="add mod">
          <ac:chgData name="Mohammed Fasha" userId="cc64f42d-a1a6-4f08-b97b-0c37f877119f" providerId="ADAL" clId="{534F862C-5423-415F-8625-CCE86B4944CE}" dt="2025-03-18T02:08:07.223" v="1284" actId="14100"/>
          <ac:picMkLst>
            <pc:docMk/>
            <pc:sldMk cId="2279320564" sldId="560"/>
            <ac:picMk id="1026" creationId="{D33EEC85-6378-500B-038C-970B7E6443A9}"/>
          </ac:picMkLst>
        </pc:picChg>
      </pc:sldChg>
      <pc:sldChg chg="addSp delSp modSp new mod">
        <pc:chgData name="Mohammed Fasha" userId="cc64f42d-a1a6-4f08-b97b-0c37f877119f" providerId="ADAL" clId="{534F862C-5423-415F-8625-CCE86B4944CE}" dt="2025-03-18T02:15:54.293" v="1292" actId="21"/>
        <pc:sldMkLst>
          <pc:docMk/>
          <pc:sldMk cId="3352254752" sldId="561"/>
        </pc:sldMkLst>
        <pc:spChg chg="del">
          <ac:chgData name="Mohammed Fasha" userId="cc64f42d-a1a6-4f08-b97b-0c37f877119f" providerId="ADAL" clId="{534F862C-5423-415F-8625-CCE86B4944CE}" dt="2025-03-18T02:08:53.713" v="1287"/>
          <ac:spMkLst>
            <pc:docMk/>
            <pc:sldMk cId="3352254752" sldId="561"/>
            <ac:spMk id="3" creationId="{79E53D71-D1E7-4E71-0D3C-B59C707E3B63}"/>
          </ac:spMkLst>
        </pc:spChg>
        <pc:spChg chg="add del mod">
          <ac:chgData name="Mohammed Fasha" userId="cc64f42d-a1a6-4f08-b97b-0c37f877119f" providerId="ADAL" clId="{534F862C-5423-415F-8625-CCE86B4944CE}" dt="2025-03-18T02:15:54.293" v="1292" actId="21"/>
          <ac:spMkLst>
            <pc:docMk/>
            <pc:sldMk cId="3352254752" sldId="561"/>
            <ac:spMk id="4" creationId="{C630603E-F520-1578-58E8-4BE5AF6D7CED}"/>
          </ac:spMkLst>
        </pc:spChg>
        <pc:spChg chg="add mod">
          <ac:chgData name="Mohammed Fasha" userId="cc64f42d-a1a6-4f08-b97b-0c37f877119f" providerId="ADAL" clId="{534F862C-5423-415F-8625-CCE86B4944CE}" dt="2025-03-18T02:15:42.352" v="1290"/>
          <ac:spMkLst>
            <pc:docMk/>
            <pc:sldMk cId="3352254752" sldId="561"/>
            <ac:spMk id="5" creationId="{9CC1359C-4725-6F40-1E3C-0855EC65FA75}"/>
          </ac:spMkLst>
        </pc:spChg>
        <pc:picChg chg="add del mod">
          <ac:chgData name="Mohammed Fasha" userId="cc64f42d-a1a6-4f08-b97b-0c37f877119f" providerId="ADAL" clId="{534F862C-5423-415F-8625-CCE86B4944CE}" dt="2025-03-18T02:09:06.778" v="1288" actId="21"/>
          <ac:picMkLst>
            <pc:docMk/>
            <pc:sldMk cId="3352254752" sldId="561"/>
            <ac:picMk id="2050" creationId="{804C5AFC-2370-82B7-38A0-7C05C6C3769B}"/>
          </ac:picMkLst>
        </pc:picChg>
      </pc:sldChg>
    </pc:docChg>
  </pc:docChgLst>
  <pc:docChgLst>
    <pc:chgData name="Mohammed Fasha" userId="cc64f42d-a1a6-4f08-b97b-0c37f877119f" providerId="ADAL" clId="{C411E271-76BA-4F65-AAC3-462D3CC4567C}"/>
    <pc:docChg chg="undo custSel addSld modSld">
      <pc:chgData name="Mohammed Fasha" userId="cc64f42d-a1a6-4f08-b97b-0c37f877119f" providerId="ADAL" clId="{C411E271-76BA-4F65-AAC3-462D3CC4567C}" dt="2025-03-16T06:42:54.392" v="163" actId="12"/>
      <pc:docMkLst>
        <pc:docMk/>
      </pc:docMkLst>
      <pc:sldChg chg="addSp modSp">
        <pc:chgData name="Mohammed Fasha" userId="cc64f42d-a1a6-4f08-b97b-0c37f877119f" providerId="ADAL" clId="{C411E271-76BA-4F65-AAC3-462D3CC4567C}" dt="2025-03-16T06:34:53.182" v="34" actId="1076"/>
        <pc:sldMkLst>
          <pc:docMk/>
          <pc:sldMk cId="3162735116" sldId="532"/>
        </pc:sldMkLst>
        <pc:spChg chg="add mod">
          <ac:chgData name="Mohammed Fasha" userId="cc64f42d-a1a6-4f08-b97b-0c37f877119f" providerId="ADAL" clId="{C411E271-76BA-4F65-AAC3-462D3CC4567C}" dt="2025-03-16T06:34:53.182" v="34" actId="1076"/>
          <ac:spMkLst>
            <pc:docMk/>
            <pc:sldMk cId="3162735116" sldId="532"/>
            <ac:spMk id="5" creationId="{276D0FCF-4391-4D56-854A-F184802E65F6}"/>
          </ac:spMkLst>
        </pc:spChg>
        <pc:picChg chg="add mod">
          <ac:chgData name="Mohammed Fasha" userId="cc64f42d-a1a6-4f08-b97b-0c37f877119f" providerId="ADAL" clId="{C411E271-76BA-4F65-AAC3-462D3CC4567C}" dt="2025-03-16T06:34:16.367" v="14" actId="1076"/>
          <ac:picMkLst>
            <pc:docMk/>
            <pc:sldMk cId="3162735116" sldId="532"/>
            <ac:picMk id="7" creationId="{DC2CF0F7-2D5E-4690-AF02-D9A372D347F3}"/>
          </ac:picMkLst>
        </pc:picChg>
      </pc:sldChg>
      <pc:sldChg chg="addSp delSp modSp">
        <pc:chgData name="Mohammed Fasha" userId="cc64f42d-a1a6-4f08-b97b-0c37f877119f" providerId="ADAL" clId="{C411E271-76BA-4F65-AAC3-462D3CC4567C}" dt="2025-03-16T06:39:34.453" v="68" actId="12"/>
        <pc:sldMkLst>
          <pc:docMk/>
          <pc:sldMk cId="601496234" sldId="533"/>
        </pc:sldMkLst>
        <pc:spChg chg="add mod">
          <ac:chgData name="Mohammed Fasha" userId="cc64f42d-a1a6-4f08-b97b-0c37f877119f" providerId="ADAL" clId="{C411E271-76BA-4F65-AAC3-462D3CC4567C}" dt="2025-03-16T06:39:34.453" v="68" actId="12"/>
          <ac:spMkLst>
            <pc:docMk/>
            <pc:sldMk cId="601496234" sldId="533"/>
            <ac:spMk id="8" creationId="{A4BECA11-0014-431F-A8D8-3FFAF66D6978}"/>
          </ac:spMkLst>
        </pc:spChg>
        <pc:spChg chg="mod">
          <ac:chgData name="Mohammed Fasha" userId="cc64f42d-a1a6-4f08-b97b-0c37f877119f" providerId="ADAL" clId="{C411E271-76BA-4F65-AAC3-462D3CC4567C}" dt="2025-03-16T06:39:23.803" v="65" actId="14100"/>
          <ac:spMkLst>
            <pc:docMk/>
            <pc:sldMk cId="601496234" sldId="533"/>
            <ac:spMk id="1044" creationId="{75470B80-147E-475F-A4A3-BAFF5796EB38}"/>
          </ac:spMkLst>
        </pc:spChg>
      </pc:sldChg>
      <pc:sldChg chg="modSp">
        <pc:chgData name="Mohammed Fasha" userId="cc64f42d-a1a6-4f08-b97b-0c37f877119f" providerId="ADAL" clId="{C411E271-76BA-4F65-AAC3-462D3CC4567C}" dt="2025-03-16T06:40:23.281" v="69" actId="1076"/>
        <pc:sldMkLst>
          <pc:docMk/>
          <pc:sldMk cId="514683601" sldId="538"/>
        </pc:sldMkLst>
        <pc:spChg chg="mod">
          <ac:chgData name="Mohammed Fasha" userId="cc64f42d-a1a6-4f08-b97b-0c37f877119f" providerId="ADAL" clId="{C411E271-76BA-4F65-AAC3-462D3CC4567C}" dt="2025-03-16T06:40:23.281" v="69" actId="1076"/>
          <ac:spMkLst>
            <pc:docMk/>
            <pc:sldMk cId="514683601" sldId="538"/>
            <ac:spMk id="9" creationId="{75B9AF69-3646-8E91-9453-C8E6CB2B3637}"/>
          </ac:spMkLst>
        </pc:spChg>
      </pc:sldChg>
      <pc:sldChg chg="modSp">
        <pc:chgData name="Mohammed Fasha" userId="cc64f42d-a1a6-4f08-b97b-0c37f877119f" providerId="ADAL" clId="{C411E271-76BA-4F65-AAC3-462D3CC4567C}" dt="2025-03-16T06:41:36.036" v="156" actId="113"/>
        <pc:sldMkLst>
          <pc:docMk/>
          <pc:sldMk cId="2711506933" sldId="539"/>
        </pc:sldMkLst>
        <pc:spChg chg="mod">
          <ac:chgData name="Mohammed Fasha" userId="cc64f42d-a1a6-4f08-b97b-0c37f877119f" providerId="ADAL" clId="{C411E271-76BA-4F65-AAC3-462D3CC4567C}" dt="2025-03-16T06:40:45.011" v="74" actId="27636"/>
          <ac:spMkLst>
            <pc:docMk/>
            <pc:sldMk cId="2711506933" sldId="539"/>
            <ac:spMk id="4" creationId="{F25A1EB7-D40C-B625-AFB4-8394BE551BEA}"/>
          </ac:spMkLst>
        </pc:spChg>
        <pc:spChg chg="mod">
          <ac:chgData name="Mohammed Fasha" userId="cc64f42d-a1a6-4f08-b97b-0c37f877119f" providerId="ADAL" clId="{C411E271-76BA-4F65-AAC3-462D3CC4567C}" dt="2025-03-16T06:41:36.036" v="156" actId="113"/>
          <ac:spMkLst>
            <pc:docMk/>
            <pc:sldMk cId="2711506933" sldId="539"/>
            <ac:spMk id="5" creationId="{2FB81DB4-B6A3-092F-D836-C7A4C6021F60}"/>
          </ac:spMkLst>
        </pc:spChg>
      </pc:sldChg>
      <pc:sldChg chg="modSp">
        <pc:chgData name="Mohammed Fasha" userId="cc64f42d-a1a6-4f08-b97b-0c37f877119f" providerId="ADAL" clId="{C411E271-76BA-4F65-AAC3-462D3CC4567C}" dt="2025-03-16T06:42:32.733" v="160" actId="6549"/>
        <pc:sldMkLst>
          <pc:docMk/>
          <pc:sldMk cId="3088397267" sldId="543"/>
        </pc:sldMkLst>
        <pc:spChg chg="mod">
          <ac:chgData name="Mohammed Fasha" userId="cc64f42d-a1a6-4f08-b97b-0c37f877119f" providerId="ADAL" clId="{C411E271-76BA-4F65-AAC3-462D3CC4567C}" dt="2025-03-16T06:42:32.733" v="160" actId="6549"/>
          <ac:spMkLst>
            <pc:docMk/>
            <pc:sldMk cId="3088397267" sldId="543"/>
            <ac:spMk id="2" creationId="{E9C280EE-865C-D7D4-DFE1-0BC32081155C}"/>
          </ac:spMkLst>
        </pc:spChg>
      </pc:sldChg>
      <pc:sldChg chg="modSp">
        <pc:chgData name="Mohammed Fasha" userId="cc64f42d-a1a6-4f08-b97b-0c37f877119f" providerId="ADAL" clId="{C411E271-76BA-4F65-AAC3-462D3CC4567C}" dt="2025-03-16T06:34:03.041" v="12" actId="1076"/>
        <pc:sldMkLst>
          <pc:docMk/>
          <pc:sldMk cId="51728829" sldId="550"/>
        </pc:sldMkLst>
        <pc:spChg chg="mod">
          <ac:chgData name="Mohammed Fasha" userId="cc64f42d-a1a6-4f08-b97b-0c37f877119f" providerId="ADAL" clId="{C411E271-76BA-4F65-AAC3-462D3CC4567C}" dt="2025-03-16T06:34:03.041" v="12" actId="1076"/>
          <ac:spMkLst>
            <pc:docMk/>
            <pc:sldMk cId="51728829" sldId="550"/>
            <ac:spMk id="5" creationId="{E4B45F60-6A90-D73F-5226-35583B598BAF}"/>
          </ac:spMkLst>
        </pc:spChg>
        <pc:picChg chg="mod">
          <ac:chgData name="Mohammed Fasha" userId="cc64f42d-a1a6-4f08-b97b-0c37f877119f" providerId="ADAL" clId="{C411E271-76BA-4F65-AAC3-462D3CC4567C}" dt="2025-03-16T06:33:51.803" v="10" actId="1076"/>
          <ac:picMkLst>
            <pc:docMk/>
            <pc:sldMk cId="51728829" sldId="550"/>
            <ac:picMk id="7" creationId="{4E45092A-0334-B657-140F-ACD092334510}"/>
          </ac:picMkLst>
        </pc:picChg>
      </pc:sldChg>
      <pc:sldChg chg="addSp modSp add">
        <pc:chgData name="Mohammed Fasha" userId="cc64f42d-a1a6-4f08-b97b-0c37f877119f" providerId="ADAL" clId="{C411E271-76BA-4F65-AAC3-462D3CC4567C}" dt="2025-03-16T06:42:54.392" v="163" actId="12"/>
        <pc:sldMkLst>
          <pc:docMk/>
          <pc:sldMk cId="3239849650" sldId="559"/>
        </pc:sldMkLst>
        <pc:spChg chg="add mod">
          <ac:chgData name="Mohammed Fasha" userId="cc64f42d-a1a6-4f08-b97b-0c37f877119f" providerId="ADAL" clId="{C411E271-76BA-4F65-AAC3-462D3CC4567C}" dt="2025-03-16T06:41:05.571" v="131" actId="20577"/>
          <ac:spMkLst>
            <pc:docMk/>
            <pc:sldMk cId="3239849650" sldId="559"/>
            <ac:spMk id="2" creationId="{887C57B6-3E6E-4198-898B-15902BBEF30D}"/>
          </ac:spMkLst>
        </pc:spChg>
        <pc:spChg chg="add mod">
          <ac:chgData name="Mohammed Fasha" userId="cc64f42d-a1a6-4f08-b97b-0c37f877119f" providerId="ADAL" clId="{C411E271-76BA-4F65-AAC3-462D3CC4567C}" dt="2025-03-16T06:42:54.392" v="163" actId="12"/>
          <ac:spMkLst>
            <pc:docMk/>
            <pc:sldMk cId="3239849650" sldId="559"/>
            <ac:spMk id="3" creationId="{FB5E93FF-24A9-43C1-B819-289CE164A1E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3/18/2025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3/18/2025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Text Mining and </a:t>
            </a:r>
            <a:br>
              <a:rPr lang="en-US" sz="3600" dirty="0"/>
            </a:br>
            <a:r>
              <a:rPr lang="en-US" sz="3600" dirty="0"/>
              <a:t>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istory of NLP timeline">
            <a:extLst>
              <a:ext uri="{FF2B5EF4-FFF2-40B4-BE49-F238E27FC236}">
                <a16:creationId xmlns:a16="http://schemas.microsoft.com/office/drawing/2014/main" id="{D33EEC85-6378-500B-038C-970B7E644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60093" y="1706006"/>
            <a:ext cx="7006986" cy="314402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D5681E-8023-8C0D-91C0-DD0674DE5C9B}"/>
              </a:ext>
            </a:extLst>
          </p:cNvPr>
          <p:cNvSpPr>
            <a:spLocks noGrp="1"/>
          </p:cNvSpPr>
          <p:nvPr>
            <p:ph type="title"/>
          </p:nvPr>
        </p:nvSpPr>
        <p:spPr/>
        <p:txBody>
          <a:bodyPr>
            <a:normAutofit/>
          </a:bodyPr>
          <a:lstStyle/>
          <a:p>
            <a:r>
              <a:rPr lang="en-US" b="1" dirty="0"/>
              <a:t>Historical Development of NLP</a:t>
            </a:r>
            <a:endParaRPr lang="en-US" dirty="0"/>
          </a:p>
        </p:txBody>
      </p:sp>
      <p:sp>
        <p:nvSpPr>
          <p:cNvPr id="3" name="Content Placeholder 2">
            <a:extLst>
              <a:ext uri="{FF2B5EF4-FFF2-40B4-BE49-F238E27FC236}">
                <a16:creationId xmlns:a16="http://schemas.microsoft.com/office/drawing/2014/main" id="{94D699DC-EB35-242E-ABB5-8CF78304E6B9}"/>
              </a:ext>
            </a:extLst>
          </p:cNvPr>
          <p:cNvSpPr>
            <a:spLocks noGrp="1"/>
          </p:cNvSpPr>
          <p:nvPr>
            <p:ph idx="1"/>
          </p:nvPr>
        </p:nvSpPr>
        <p:spPr/>
        <p:txBody>
          <a:bodyPr>
            <a:normAutofit fontScale="40000" lnSpcReduction="20000"/>
          </a:bodyPr>
          <a:lstStyle/>
          <a:p>
            <a:pPr>
              <a:buNone/>
            </a:pPr>
            <a:r>
              <a:rPr lang="en-US" dirty="0"/>
              <a:t>NLP has evolved dramatically over the decades:</a:t>
            </a:r>
          </a:p>
          <a:p>
            <a:pPr>
              <a:buNone/>
            </a:pPr>
            <a:r>
              <a:rPr lang="en-US" b="1" dirty="0"/>
              <a:t>1950s-1960s: Rule-Based Approaches</a:t>
            </a:r>
            <a:endParaRPr lang="en-US" dirty="0"/>
          </a:p>
          <a:p>
            <a:pPr indent="-117475">
              <a:buFont typeface="Arial" panose="020B0604020202020204" pitchFamily="34" charset="0"/>
              <a:buChar char="•"/>
            </a:pPr>
            <a:r>
              <a:rPr lang="en-US" dirty="0"/>
              <a:t>Focus on machine translation during the Cold War</a:t>
            </a:r>
          </a:p>
          <a:p>
            <a:pPr indent="-117475">
              <a:buFont typeface="Arial" panose="020B0604020202020204" pitchFamily="34" charset="0"/>
              <a:buChar char="•"/>
            </a:pPr>
            <a:r>
              <a:rPr lang="en-US" dirty="0"/>
              <a:t>Primitive rule-based systems with hand-crafted grammars</a:t>
            </a:r>
          </a:p>
          <a:p>
            <a:pPr indent="-117475">
              <a:buFont typeface="Arial" panose="020B0604020202020204" pitchFamily="34" charset="0"/>
              <a:buChar char="•"/>
            </a:pPr>
            <a:r>
              <a:rPr lang="en-US" dirty="0"/>
              <a:t>Limited by the complexity of language rules</a:t>
            </a:r>
          </a:p>
          <a:p>
            <a:pPr>
              <a:buNone/>
            </a:pPr>
            <a:r>
              <a:rPr lang="en-US" b="1" dirty="0"/>
              <a:t>1970s-1980s: Statistical Revolution Begins</a:t>
            </a:r>
            <a:endParaRPr lang="en-US" dirty="0"/>
          </a:p>
          <a:p>
            <a:pPr indent="-117475">
              <a:buFont typeface="Arial" panose="020B0604020202020204" pitchFamily="34" charset="0"/>
              <a:buChar char="•"/>
            </a:pPr>
            <a:r>
              <a:rPr lang="en-US" dirty="0"/>
              <a:t>Introduction of probabilistic models</a:t>
            </a:r>
          </a:p>
          <a:p>
            <a:pPr indent="-117475">
              <a:buFont typeface="Arial" panose="020B0604020202020204" pitchFamily="34" charset="0"/>
              <a:buChar char="•"/>
            </a:pPr>
            <a:r>
              <a:rPr lang="en-US" dirty="0"/>
              <a:t>Hidden Markov Models for part-of-speech tagging</a:t>
            </a:r>
          </a:p>
          <a:p>
            <a:pPr indent="-117475">
              <a:buFont typeface="Arial" panose="020B0604020202020204" pitchFamily="34" charset="0"/>
              <a:buChar char="•"/>
            </a:pPr>
            <a:r>
              <a:rPr lang="en-US" dirty="0"/>
              <a:t>Still limited by computational power and data availability</a:t>
            </a:r>
          </a:p>
          <a:p>
            <a:pPr>
              <a:buNone/>
            </a:pPr>
            <a:r>
              <a:rPr lang="en-US" b="1" dirty="0"/>
              <a:t>1990s-2000s: Statistical NLP Flourishes</a:t>
            </a:r>
            <a:endParaRPr lang="en-US" dirty="0"/>
          </a:p>
          <a:p>
            <a:pPr indent="-117475">
              <a:buFont typeface="Arial" panose="020B0604020202020204" pitchFamily="34" charset="0"/>
              <a:buChar char="•"/>
            </a:pPr>
            <a:r>
              <a:rPr lang="en-US" dirty="0"/>
              <a:t>Large text corpora become available</a:t>
            </a:r>
          </a:p>
          <a:p>
            <a:pPr indent="-117475">
              <a:buFont typeface="Arial" panose="020B0604020202020204" pitchFamily="34" charset="0"/>
              <a:buChar char="•"/>
            </a:pPr>
            <a:r>
              <a:rPr lang="en-US" dirty="0"/>
              <a:t>Machine learning approaches gain prominence</a:t>
            </a:r>
          </a:p>
          <a:p>
            <a:pPr indent="-117475">
              <a:buFont typeface="Arial" panose="020B0604020202020204" pitchFamily="34" charset="0"/>
              <a:buChar char="•"/>
            </a:pPr>
            <a:r>
              <a:rPr lang="en-US" dirty="0"/>
              <a:t>Statistical machine translation emerges</a:t>
            </a:r>
          </a:p>
          <a:p>
            <a:pPr>
              <a:buNone/>
            </a:pPr>
            <a:r>
              <a:rPr lang="en-US" b="1" dirty="0"/>
              <a:t>2010-2018: Neural Revolution</a:t>
            </a:r>
            <a:endParaRPr lang="en-US" dirty="0"/>
          </a:p>
          <a:p>
            <a:pPr indent="-117475">
              <a:buFont typeface="Arial" panose="020B0604020202020204" pitchFamily="34" charset="0"/>
              <a:buChar char="•"/>
            </a:pPr>
            <a:r>
              <a:rPr lang="en-US" dirty="0"/>
              <a:t>Word embeddings (Word2Vec, </a:t>
            </a:r>
            <a:r>
              <a:rPr lang="en-US" dirty="0" err="1"/>
              <a:t>GloVe</a:t>
            </a:r>
            <a:r>
              <a:rPr lang="en-US" dirty="0"/>
              <a:t>) transform representation</a:t>
            </a:r>
          </a:p>
          <a:p>
            <a:pPr indent="-117475">
              <a:buFont typeface="Arial" panose="020B0604020202020204" pitchFamily="34" charset="0"/>
              <a:buChar char="•"/>
            </a:pPr>
            <a:r>
              <a:rPr lang="en-US" dirty="0"/>
              <a:t>Recurrent Neural Networks and LSTMs for sequence modeling</a:t>
            </a:r>
          </a:p>
          <a:p>
            <a:pPr indent="-117475">
              <a:buFont typeface="Arial" panose="020B0604020202020204" pitchFamily="34" charset="0"/>
              <a:buChar char="•"/>
            </a:pPr>
            <a:r>
              <a:rPr lang="en-US" dirty="0"/>
              <a:t>Attention mechanisms improve performance</a:t>
            </a:r>
          </a:p>
          <a:p>
            <a:pPr>
              <a:buNone/>
            </a:pPr>
            <a:r>
              <a:rPr lang="en-US" b="1" dirty="0"/>
              <a:t>2018-Present: Transformer Era</a:t>
            </a:r>
            <a:endParaRPr lang="en-US" dirty="0"/>
          </a:p>
          <a:p>
            <a:pPr indent="-117475">
              <a:buFont typeface="Arial" panose="020B0604020202020204" pitchFamily="34" charset="0"/>
              <a:buChar char="•"/>
            </a:pPr>
            <a:r>
              <a:rPr lang="en-US" dirty="0"/>
              <a:t>BERT, GPT, and other transformer models revolutionize the field</a:t>
            </a:r>
          </a:p>
          <a:p>
            <a:pPr indent="-117475">
              <a:buFont typeface="Arial" panose="020B0604020202020204" pitchFamily="34" charset="0"/>
              <a:buChar char="•"/>
            </a:pPr>
            <a:r>
              <a:rPr lang="en-US" dirty="0"/>
              <a:t>Pre-training and fine-tuning paradigm</a:t>
            </a:r>
          </a:p>
          <a:p>
            <a:pPr indent="-117475">
              <a:buFont typeface="Arial" panose="020B0604020202020204" pitchFamily="34" charset="0"/>
              <a:buChar char="•"/>
            </a:pPr>
            <a:r>
              <a:rPr lang="en-US" dirty="0"/>
              <a:t>Increasingly human-like language understanding capabilities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3"/>
          <a:stretch>
            <a:fillRect/>
          </a:stretch>
        </p:blipFill>
        <p:spPr>
          <a:xfrm>
            <a:off x="6355360" y="4495813"/>
            <a:ext cx="4416451" cy="1989039"/>
          </a:xfrm>
          <a:prstGeom prst="rect">
            <a:avLst/>
          </a:prstGeom>
        </p:spPr>
      </p:pic>
    </p:spTree>
    <p:extLst>
      <p:ext uri="{BB962C8B-B14F-4D97-AF65-F5344CB8AC3E}">
        <p14:creationId xmlns:p14="http://schemas.microsoft.com/office/powerpoint/2010/main" val="2279320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14ED6-E777-BABA-FCDB-A2BC082401D0}"/>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C630603E-F520-1578-58E8-4BE5AF6D7CE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352254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21587-682C-AB8B-AEEC-95AEEF6B44B7}"/>
              </a:ext>
            </a:extLst>
          </p:cNvPr>
          <p:cNvSpPr>
            <a:spLocks noGrp="1"/>
          </p:cNvSpPr>
          <p:nvPr>
            <p:ph type="title"/>
          </p:nvPr>
        </p:nvSpPr>
        <p:spPr/>
        <p:txBody>
          <a:bodyPr>
            <a:normAutofit/>
          </a:bodyPr>
          <a:lstStyle/>
          <a:p>
            <a:r>
              <a:rPr lang="en-US" dirty="0"/>
              <a:t>Tokenize text using NLTK package</a:t>
            </a:r>
          </a:p>
        </p:txBody>
      </p:sp>
      <p:sp>
        <p:nvSpPr>
          <p:cNvPr id="6" name="TextBox 5">
            <a:extLst>
              <a:ext uri="{FF2B5EF4-FFF2-40B4-BE49-F238E27FC236}">
                <a16:creationId xmlns:a16="http://schemas.microsoft.com/office/drawing/2014/main" id="{1B5F427B-5A38-BC23-AAF5-9DB0E6087E63}"/>
              </a:ext>
            </a:extLst>
          </p:cNvPr>
          <p:cNvSpPr txBox="1"/>
          <p:nvPr/>
        </p:nvSpPr>
        <p:spPr>
          <a:xfrm>
            <a:off x="982363" y="2526958"/>
            <a:ext cx="10132540" cy="1543115"/>
          </a:xfrm>
          <a:prstGeom prst="rect">
            <a:avLst/>
          </a:prstGeom>
          <a:noFill/>
        </p:spPr>
        <p:txBody>
          <a:bodyPr wrap="square" rtlCol="0">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nltk.tokenize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word_tokenize</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8000"/>
                </a:solidFill>
                <a:effectLst/>
                <a:latin typeface="Consolas" panose="020B0609020204030204" pitchFamily="49" charset="0"/>
              </a:rPr>
              <a:t>#punkt is a pretrained tokenization model used for splitting text into sentences and words.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nltk.download</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punkt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sentence = </a:t>
            </a:r>
            <a:r>
              <a:rPr lang="en-US" b="0" dirty="0">
                <a:solidFill>
                  <a:srgbClr val="A31515"/>
                </a:solidFill>
                <a:effectLst/>
                <a:latin typeface="Consolas" panose="020B0609020204030204" pitchFamily="49" charset="0"/>
              </a:rPr>
              <a:t>"Large language models are revolutionizing business applications."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tokens = </a:t>
            </a:r>
            <a:r>
              <a:rPr lang="en-US" b="0" dirty="0" err="1">
                <a:solidFill>
                  <a:srgbClr val="000000"/>
                </a:solidFill>
                <a:effectLst/>
                <a:latin typeface="Consolas" panose="020B0609020204030204" pitchFamily="49" charset="0"/>
              </a:rPr>
              <a:t>word_tokenize</a:t>
            </a:r>
            <a:r>
              <a:rPr lang="en-US" b="0" dirty="0">
                <a:solidFill>
                  <a:srgbClr val="000000"/>
                </a:solidFill>
                <a:effectLst/>
                <a:latin typeface="Consolas" panose="020B0609020204030204" pitchFamily="49" charset="0"/>
              </a:rPr>
              <a:t>(sentence)</a:t>
            </a:r>
          </a:p>
          <a:p>
            <a:pPr>
              <a:lnSpc>
                <a:spcPts val="1425"/>
              </a:lnSpc>
            </a:pPr>
            <a:r>
              <a:rPr lang="en-US" b="0" dirty="0">
                <a:solidFill>
                  <a:srgbClr val="000000"/>
                </a:solidFill>
                <a:effectLst/>
                <a:latin typeface="Consolas" panose="020B0609020204030204" pitchFamily="49" charset="0"/>
              </a:rPr>
              <a:t>print(tokens)</a:t>
            </a:r>
          </a:p>
        </p:txBody>
      </p:sp>
      <p:sp>
        <p:nvSpPr>
          <p:cNvPr id="11" name="TextBox 10">
            <a:extLst>
              <a:ext uri="{FF2B5EF4-FFF2-40B4-BE49-F238E27FC236}">
                <a16:creationId xmlns:a16="http://schemas.microsoft.com/office/drawing/2014/main" id="{6E835F34-494B-6B04-2CA4-3234ED3663B0}"/>
              </a:ext>
            </a:extLst>
          </p:cNvPr>
          <p:cNvSpPr txBox="1"/>
          <p:nvPr/>
        </p:nvSpPr>
        <p:spPr>
          <a:xfrm>
            <a:off x="982363" y="4630671"/>
            <a:ext cx="9698510" cy="1477328"/>
          </a:xfrm>
          <a:prstGeom prst="rect">
            <a:avLst/>
          </a:prstGeom>
          <a:noFill/>
        </p:spPr>
        <p:txBody>
          <a:bodyPr wrap="square">
            <a:spAutoFit/>
          </a:bodyPr>
          <a:lstStyle/>
          <a:p>
            <a:pPr algn="l">
              <a:buNone/>
            </a:pPr>
            <a:r>
              <a:rPr lang="en-US" b="0" i="0" dirty="0">
                <a:solidFill>
                  <a:srgbClr val="000000"/>
                </a:solidFill>
                <a:effectLst/>
                <a:latin typeface="Consolas" panose="020B0609020204030204" pitchFamily="49" charset="0"/>
              </a:rPr>
              <a:t>Output:</a:t>
            </a:r>
          </a:p>
          <a:p>
            <a:pPr algn="l">
              <a:buNone/>
            </a:pPr>
            <a:r>
              <a:rPr lang="en-US" b="0" i="0" dirty="0">
                <a:solidFill>
                  <a:srgbClr val="000000"/>
                </a:solidFill>
                <a:effectLst/>
                <a:latin typeface="Consolas" panose="020B0609020204030204" pitchFamily="49" charset="0"/>
              </a:rPr>
              <a:t>['Large', 'language', 'models', 'are', 'revolutionizing', 'business', 'applications', '.'] </a:t>
            </a:r>
          </a:p>
          <a:p>
            <a:pPr algn="l"/>
            <a:r>
              <a:rPr lang="en-US" b="0" i="0" dirty="0">
                <a:solidFill>
                  <a:srgbClr val="000000"/>
                </a:solidFill>
                <a:effectLst/>
                <a:latin typeface="Consolas" panose="020B0609020204030204" pitchFamily="49" charset="0"/>
              </a:rPr>
              <a:t>[</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Downloading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to /home/me/</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is already up-to-date!</a:t>
            </a:r>
          </a:p>
        </p:txBody>
      </p:sp>
      <p:sp>
        <p:nvSpPr>
          <p:cNvPr id="5" name="Content Placeholder 2">
            <a:extLst>
              <a:ext uri="{FF2B5EF4-FFF2-40B4-BE49-F238E27FC236}">
                <a16:creationId xmlns:a16="http://schemas.microsoft.com/office/drawing/2014/main" id="{276D0FCF-4391-4D56-854A-F184802E65F6}"/>
              </a:ext>
            </a:extLst>
          </p:cNvPr>
          <p:cNvSpPr txBox="1">
            <a:spLocks/>
          </p:cNvSpPr>
          <p:nvPr/>
        </p:nvSpPr>
        <p:spPr>
          <a:xfrm>
            <a:off x="10162954" y="6435843"/>
            <a:ext cx="1650788" cy="3999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0070C0"/>
                </a:solidFill>
              </a:rPr>
              <a:t>Click to Open Code</a:t>
            </a:r>
          </a:p>
        </p:txBody>
      </p:sp>
      <p:pic>
        <p:nvPicPr>
          <p:cNvPr id="7" name="Graphic 6">
            <a:hlinkClick r:id="rId2"/>
            <a:extLst>
              <a:ext uri="{FF2B5EF4-FFF2-40B4-BE49-F238E27FC236}">
                <a16:creationId xmlns:a16="http://schemas.microsoft.com/office/drawing/2014/main" id="{DC2CF0F7-2D5E-4690-AF02-D9A372D347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31136" y="6231200"/>
            <a:ext cx="1114425" cy="190500"/>
          </a:xfrm>
          <a:prstGeom prst="rect">
            <a:avLst/>
          </a:prstGeom>
        </p:spPr>
      </p:pic>
    </p:spTree>
    <p:extLst>
      <p:ext uri="{BB962C8B-B14F-4D97-AF65-F5344CB8AC3E}">
        <p14:creationId xmlns:p14="http://schemas.microsoft.com/office/powerpoint/2010/main" val="3162735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9C9F-0A38-A846-9AF9-7AA426997374}"/>
              </a:ext>
            </a:extLst>
          </p:cNvPr>
          <p:cNvSpPr>
            <a:spLocks noGrp="1"/>
          </p:cNvSpPr>
          <p:nvPr>
            <p:ph type="title"/>
          </p:nvPr>
        </p:nvSpPr>
        <p:spPr/>
        <p:txBody>
          <a:bodyPr/>
          <a:lstStyle/>
          <a:p>
            <a:r>
              <a:rPr lang="en-US" dirty="0"/>
              <a:t>Normalization</a:t>
            </a:r>
          </a:p>
        </p:txBody>
      </p:sp>
      <p:sp>
        <p:nvSpPr>
          <p:cNvPr id="3" name="Content Placeholder 2">
            <a:extLst>
              <a:ext uri="{FF2B5EF4-FFF2-40B4-BE49-F238E27FC236}">
                <a16:creationId xmlns:a16="http://schemas.microsoft.com/office/drawing/2014/main" id="{A33A7CDC-7FBB-C0C1-952D-4A7F6B5C8037}"/>
              </a:ext>
            </a:extLst>
          </p:cNvPr>
          <p:cNvSpPr>
            <a:spLocks noGrp="1"/>
          </p:cNvSpPr>
          <p:nvPr>
            <p:ph idx="1"/>
          </p:nvPr>
        </p:nvSpPr>
        <p:spPr>
          <a:xfrm>
            <a:off x="838200" y="1706008"/>
            <a:ext cx="10515600" cy="820950"/>
          </a:xfrm>
        </p:spPr>
        <p:txBody>
          <a:bodyPr/>
          <a:lstStyle/>
          <a:p>
            <a:r>
              <a:rPr lang="en-US" dirty="0"/>
              <a:t>Converting text to a standard form to reduce variability:</a:t>
            </a:r>
          </a:p>
        </p:txBody>
      </p:sp>
      <p:sp>
        <p:nvSpPr>
          <p:cNvPr id="4" name="TextBox 3">
            <a:extLst>
              <a:ext uri="{FF2B5EF4-FFF2-40B4-BE49-F238E27FC236}">
                <a16:creationId xmlns:a16="http://schemas.microsoft.com/office/drawing/2014/main" id="{DF4240B0-0DC1-0861-78F7-C2EDD932B078}"/>
              </a:ext>
            </a:extLst>
          </p:cNvPr>
          <p:cNvSpPr txBox="1"/>
          <p:nvPr/>
        </p:nvSpPr>
        <p:spPr>
          <a:xfrm>
            <a:off x="1241853" y="2526958"/>
            <a:ext cx="10225217" cy="1543115"/>
          </a:xfrm>
          <a:prstGeom prst="rect">
            <a:avLst/>
          </a:prstGeom>
          <a:noFill/>
        </p:spPr>
        <p:txBody>
          <a:bodyPr wrap="square" rtlCol="0">
            <a:spAutoFit/>
          </a:bodyPr>
          <a:lstStyle/>
          <a:p>
            <a:pPr>
              <a:lnSpc>
                <a:spcPts val="1425"/>
              </a:lnSpc>
              <a:buNone/>
            </a:pPr>
            <a:r>
              <a:rPr lang="en-US" b="0" dirty="0">
                <a:solidFill>
                  <a:srgbClr val="008000"/>
                </a:solidFill>
                <a:effectLst/>
                <a:latin typeface="Consolas" panose="020B0609020204030204" pitchFamily="49" charset="0"/>
              </a:rPr>
              <a:t># Lowercasing</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Removing punctuation</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re</a:t>
            </a: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re.sub</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r</a:t>
            </a:r>
            <a:r>
              <a:rPr lang="en-US" b="0" dirty="0">
                <a:solidFill>
                  <a:srgbClr val="811F3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811F3F"/>
                </a:solidFill>
                <a:effectLst/>
                <a:latin typeface="Consolas" panose="020B0609020204030204" pitchFamily="49" charset="0"/>
              </a:rPr>
              <a:t>\w\s]'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p:txBody>
      </p:sp>
      <p:sp>
        <p:nvSpPr>
          <p:cNvPr id="1044" name="TextBox 1043">
            <a:extLst>
              <a:ext uri="{FF2B5EF4-FFF2-40B4-BE49-F238E27FC236}">
                <a16:creationId xmlns:a16="http://schemas.microsoft.com/office/drawing/2014/main" id="{75470B80-147E-475F-A4A3-BAFF5796EB38}"/>
              </a:ext>
            </a:extLst>
          </p:cNvPr>
          <p:cNvSpPr txBox="1"/>
          <p:nvPr/>
        </p:nvSpPr>
        <p:spPr>
          <a:xfrm>
            <a:off x="7755147" y="4135860"/>
            <a:ext cx="3868282" cy="1754326"/>
          </a:xfrm>
          <a:prstGeom prst="rect">
            <a:avLst/>
          </a:prstGeom>
          <a:noFill/>
        </p:spPr>
        <p:txBody>
          <a:bodyPr wrap="square">
            <a:spAutoFit/>
          </a:bodyPr>
          <a:lstStyle/>
          <a:p>
            <a:r>
              <a:rPr lang="en-US" dirty="0"/>
              <a:t>Output:</a:t>
            </a:r>
          </a:p>
          <a:p>
            <a:r>
              <a:rPr lang="en-US" dirty="0"/>
              <a:t>['large', 'language', 'models', 'are', 'revolutionizing', 'business', 'applications', '.']['large', 'language', 'models', 'are', 'revolutionizing', 'business', 'applications', '']</a:t>
            </a:r>
          </a:p>
        </p:txBody>
      </p:sp>
      <p:sp>
        <p:nvSpPr>
          <p:cNvPr id="8" name="TextBox 7">
            <a:extLst>
              <a:ext uri="{FF2B5EF4-FFF2-40B4-BE49-F238E27FC236}">
                <a16:creationId xmlns:a16="http://schemas.microsoft.com/office/drawing/2014/main" id="{A4BECA11-0014-431F-A8D8-3FFAF66D6978}"/>
              </a:ext>
            </a:extLst>
          </p:cNvPr>
          <p:cNvSpPr txBox="1"/>
          <p:nvPr/>
        </p:nvSpPr>
        <p:spPr>
          <a:xfrm>
            <a:off x="1241853" y="4070073"/>
            <a:ext cx="6306260" cy="2785378"/>
          </a:xfrm>
          <a:prstGeom prst="rect">
            <a:avLst/>
          </a:prstGeom>
          <a:noFill/>
        </p:spPr>
        <p:txBody>
          <a:bodyPr wrap="square" rtlCol="0">
            <a:spAutoFit/>
          </a:bodyPr>
          <a:lstStyle/>
          <a:p>
            <a:pPr>
              <a:lnSpc>
                <a:spcPts val="1425"/>
              </a:lnSpc>
              <a:buNone/>
            </a:pPr>
            <a:r>
              <a:rPr lang="en-US" sz="1200" dirty="0">
                <a:solidFill>
                  <a:srgbClr val="000000"/>
                </a:solidFill>
                <a:latin typeface="Consolas" panose="020B0609020204030204" pitchFamily="49" charset="0"/>
              </a:rPr>
              <a:t>The regular expression r'[^\w\s]' does the following:</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r'...': This denotes a raw string in Python. Raw strings treat backslashes \ as literal characters, which is crucial for regular expressions.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 This represents a character set.^: Inside a character set, ^ negates the set. It means "match any character not in this set.</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"\w: This matches any word character, which includes alphanumeric characters (letters and digits) and the underscore (_).</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\s: This matches any whitespace character, such as spaces, tabs, and newlines.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Therefore, r'[^\w\s]' matches any character that is not a word character or a whitespace character. In simpler terms, it matches any non-alphanumeric, non-underscore, and non-whitespace character. This effectively targets punctuation marks, symbols, and other special characters.</a:t>
            </a: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601496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9F130-BE15-7F5E-07DB-D123BA9A7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A6123-CDB4-7E27-3375-92C08E5000BA}"/>
              </a:ext>
            </a:extLst>
          </p:cNvPr>
          <p:cNvSpPr>
            <a:spLocks noGrp="1"/>
          </p:cNvSpPr>
          <p:nvPr>
            <p:ph type="title"/>
          </p:nvPr>
        </p:nvSpPr>
        <p:spPr/>
        <p:txBody>
          <a:bodyPr/>
          <a:lstStyle/>
          <a:p>
            <a:r>
              <a:rPr lang="en-US" dirty="0" err="1"/>
              <a:t>Stopwords</a:t>
            </a:r>
            <a:r>
              <a:rPr lang="en-US" dirty="0"/>
              <a:t> Removal</a:t>
            </a:r>
          </a:p>
        </p:txBody>
      </p:sp>
      <p:sp>
        <p:nvSpPr>
          <p:cNvPr id="3" name="Content Placeholder 2">
            <a:extLst>
              <a:ext uri="{FF2B5EF4-FFF2-40B4-BE49-F238E27FC236}">
                <a16:creationId xmlns:a16="http://schemas.microsoft.com/office/drawing/2014/main" id="{BED8C89C-D76A-1D92-8860-3D838AB4F186}"/>
              </a:ext>
            </a:extLst>
          </p:cNvPr>
          <p:cNvSpPr>
            <a:spLocks noGrp="1"/>
          </p:cNvSpPr>
          <p:nvPr>
            <p:ph idx="1"/>
          </p:nvPr>
        </p:nvSpPr>
        <p:spPr>
          <a:xfrm>
            <a:off x="838200" y="1706008"/>
            <a:ext cx="10515600" cy="2520004"/>
          </a:xfrm>
        </p:spPr>
        <p:txBody>
          <a:bodyPr/>
          <a:lstStyle/>
          <a:p>
            <a:r>
              <a:rPr lang="en-US" dirty="0"/>
              <a:t>Eliminating common words that add little meaning:</a:t>
            </a:r>
          </a:p>
        </p:txBody>
      </p:sp>
      <p:sp>
        <p:nvSpPr>
          <p:cNvPr id="5" name="TextBox 4">
            <a:extLst>
              <a:ext uri="{FF2B5EF4-FFF2-40B4-BE49-F238E27FC236}">
                <a16:creationId xmlns:a16="http://schemas.microsoft.com/office/drawing/2014/main" id="{35B22B7C-080F-A564-15A8-40D9FB2F4406}"/>
              </a:ext>
            </a:extLst>
          </p:cNvPr>
          <p:cNvSpPr txBox="1"/>
          <p:nvPr/>
        </p:nvSpPr>
        <p:spPr>
          <a:xfrm>
            <a:off x="1068858" y="2567675"/>
            <a:ext cx="9409671" cy="2440796"/>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#nltk.download('stopwords') #stopwords are common words that are often removed from text as they are not useful for analysis.</a:t>
            </a:r>
          </a:p>
          <a:p>
            <a:pPr>
              <a:lnSpc>
                <a:spcPts val="1425"/>
              </a:lnSpc>
              <a:buNone/>
            </a:pP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nltk.corpus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stopwords</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 = set(</a:t>
            </a:r>
            <a:r>
              <a:rPr lang="en-US" b="0" dirty="0" err="1">
                <a:solidFill>
                  <a:srgbClr val="000000"/>
                </a:solidFill>
                <a:effectLst/>
                <a:latin typeface="Consolas" panose="020B0609020204030204" pitchFamily="49" charset="0"/>
              </a:rPr>
              <a:t>stopwords.words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english</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"These words are removed from the text: "</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endParaRPr lang="en-US" dirty="0">
              <a:solidFill>
                <a:srgbClr val="000000"/>
              </a:solidFill>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 = [token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and</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not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endParaRPr lang="en-US"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3E680B-D9E3-CA6E-43A7-77F7BEDD827F}"/>
              </a:ext>
            </a:extLst>
          </p:cNvPr>
          <p:cNvSpPr txBox="1"/>
          <p:nvPr/>
        </p:nvSpPr>
        <p:spPr>
          <a:xfrm>
            <a:off x="838200" y="5383379"/>
            <a:ext cx="10400785" cy="1200329"/>
          </a:xfrm>
          <a:prstGeom prst="rect">
            <a:avLst/>
          </a:prstGeom>
          <a:noFill/>
        </p:spPr>
        <p:txBody>
          <a:bodyPr wrap="square">
            <a:spAutoFit/>
          </a:bodyPr>
          <a:lstStyle/>
          <a:p>
            <a:pPr algn="l">
              <a:buNone/>
            </a:pPr>
            <a:r>
              <a:rPr lang="en-US" b="0" i="0" dirty="0">
                <a:solidFill>
                  <a:srgbClr val="000000"/>
                </a:solidFill>
                <a:effectLst/>
                <a:latin typeface="var(--notebook-cell-output-font-family)"/>
              </a:rPr>
              <a:t>Output:</a:t>
            </a:r>
          </a:p>
          <a:p>
            <a:pPr algn="l">
              <a:buNone/>
            </a:pPr>
            <a:r>
              <a:rPr lang="en-US" b="0" i="0" dirty="0">
                <a:solidFill>
                  <a:srgbClr val="000000"/>
                </a:solidFill>
                <a:effectLst/>
                <a:latin typeface="var(--notebook-cell-output-font-family)"/>
              </a:rPr>
              <a:t>These words are removed from the text: {'during', 'off', 'each', 'own', 'nor', "we've", "you'll", 'ourselves', 'between', 'same', 'such', 'against', 'but', "mustn't", "aren't", "wouldn't", </a:t>
            </a:r>
            <a:br>
              <a:rPr lang="en-US" b="0" i="0" dirty="0">
                <a:solidFill>
                  <a:srgbClr val="000000"/>
                </a:solidFill>
                <a:effectLst/>
                <a:latin typeface="var(--notebook-cell-output-font-family)"/>
              </a:rPr>
            </a:br>
            <a:endParaRPr lang="en-US" dirty="0"/>
          </a:p>
        </p:txBody>
      </p:sp>
    </p:spTree>
    <p:extLst>
      <p:ext uri="{BB962C8B-B14F-4D97-AF65-F5344CB8AC3E}">
        <p14:creationId xmlns:p14="http://schemas.microsoft.com/office/powerpoint/2010/main" val="33516101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E6DC-F14A-135D-2770-B4C9B064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BE917-EDDC-CF40-5295-E6459D450AF1}"/>
              </a:ext>
            </a:extLst>
          </p:cNvPr>
          <p:cNvSpPr>
            <a:spLocks noGrp="1"/>
          </p:cNvSpPr>
          <p:nvPr>
            <p:ph type="title"/>
          </p:nvPr>
        </p:nvSpPr>
        <p:spPr/>
        <p:txBody>
          <a:bodyPr/>
          <a:lstStyle/>
          <a:p>
            <a:r>
              <a:rPr lang="en-US" dirty="0"/>
              <a:t>Stemming and Lemmatization</a:t>
            </a:r>
          </a:p>
        </p:txBody>
      </p:sp>
      <p:sp>
        <p:nvSpPr>
          <p:cNvPr id="3" name="Content Placeholder 2">
            <a:extLst>
              <a:ext uri="{FF2B5EF4-FFF2-40B4-BE49-F238E27FC236}">
                <a16:creationId xmlns:a16="http://schemas.microsoft.com/office/drawing/2014/main" id="{AC179B1D-2E74-63EA-0B58-D09B966076DE}"/>
              </a:ext>
            </a:extLst>
          </p:cNvPr>
          <p:cNvSpPr>
            <a:spLocks noGrp="1"/>
          </p:cNvSpPr>
          <p:nvPr>
            <p:ph idx="1"/>
          </p:nvPr>
        </p:nvSpPr>
        <p:spPr>
          <a:xfrm>
            <a:off x="838200" y="1706007"/>
            <a:ext cx="10515600" cy="1624139"/>
          </a:xfrm>
        </p:spPr>
        <p:txBody>
          <a:bodyPr/>
          <a:lstStyle/>
          <a:p>
            <a:r>
              <a:rPr lang="en-US" dirty="0"/>
              <a:t>Stemming and lemmatization are text normalization techniques used in Natural Language Processing (NLP) to reduce words to their base or root forms. </a:t>
            </a:r>
          </a:p>
          <a:p>
            <a:r>
              <a:rPr lang="en-US" dirty="0"/>
              <a:t>They help in improving search engines, text mining, and language modeling by standardizing words with similar meanings.</a:t>
            </a:r>
          </a:p>
        </p:txBody>
      </p:sp>
      <p:pic>
        <p:nvPicPr>
          <p:cNvPr id="5" name="Picture 4">
            <a:extLst>
              <a:ext uri="{FF2B5EF4-FFF2-40B4-BE49-F238E27FC236}">
                <a16:creationId xmlns:a16="http://schemas.microsoft.com/office/drawing/2014/main" id="{662CCD9F-F91E-63A0-DB12-C0C98E9CC19F}"/>
              </a:ext>
            </a:extLst>
          </p:cNvPr>
          <p:cNvPicPr>
            <a:picLocks noChangeAspect="1"/>
          </p:cNvPicPr>
          <p:nvPr/>
        </p:nvPicPr>
        <p:blipFill>
          <a:blip r:embed="rId2"/>
          <a:stretch>
            <a:fillRect/>
          </a:stretch>
        </p:blipFill>
        <p:spPr>
          <a:xfrm>
            <a:off x="3308893" y="3490422"/>
            <a:ext cx="5574214" cy="3050334"/>
          </a:xfrm>
          <a:prstGeom prst="rect">
            <a:avLst/>
          </a:prstGeom>
        </p:spPr>
      </p:pic>
    </p:spTree>
    <p:extLst>
      <p:ext uri="{BB962C8B-B14F-4D97-AF65-F5344CB8AC3E}">
        <p14:creationId xmlns:p14="http://schemas.microsoft.com/office/powerpoint/2010/main" val="33578276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AF6C5-35EE-DC0E-D007-59491230D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AD4C6-0555-4622-F18C-68D2874A845E}"/>
              </a:ext>
            </a:extLst>
          </p:cNvPr>
          <p:cNvSpPr>
            <a:spLocks noGrp="1"/>
          </p:cNvSpPr>
          <p:nvPr>
            <p:ph type="title"/>
          </p:nvPr>
        </p:nvSpPr>
        <p:spPr/>
        <p:txBody>
          <a:bodyPr/>
          <a:lstStyle/>
          <a:p>
            <a:r>
              <a:rPr lang="en-US" dirty="0"/>
              <a:t>Stemming</a:t>
            </a:r>
          </a:p>
        </p:txBody>
      </p:sp>
      <p:sp>
        <p:nvSpPr>
          <p:cNvPr id="3" name="Content Placeholder 2">
            <a:extLst>
              <a:ext uri="{FF2B5EF4-FFF2-40B4-BE49-F238E27FC236}">
                <a16:creationId xmlns:a16="http://schemas.microsoft.com/office/drawing/2014/main" id="{12A31F46-3974-4606-C4DF-CECBD7D1F16E}"/>
              </a:ext>
            </a:extLst>
          </p:cNvPr>
          <p:cNvSpPr>
            <a:spLocks noGrp="1"/>
          </p:cNvSpPr>
          <p:nvPr>
            <p:ph idx="1"/>
          </p:nvPr>
        </p:nvSpPr>
        <p:spPr/>
        <p:txBody>
          <a:bodyPr>
            <a:normAutofit/>
          </a:bodyPr>
          <a:lstStyle/>
          <a:p>
            <a:r>
              <a:rPr lang="en-US" dirty="0"/>
              <a:t>Definition: Stemming is a rule-based process that removes prefixes and suffixes (affixes) from a word to obtain its base form, often producing words that may not be actual words.</a:t>
            </a:r>
          </a:p>
          <a:p>
            <a:r>
              <a:rPr lang="en-US" dirty="0"/>
              <a:t>Method: Uses algorithms like Porter Stemmer and Snowball Stemmer.</a:t>
            </a:r>
          </a:p>
          <a:p>
            <a:r>
              <a:rPr lang="en-US" dirty="0"/>
              <a:t>Example:</a:t>
            </a:r>
          </a:p>
          <a:p>
            <a:pPr lvl="1"/>
            <a:r>
              <a:rPr lang="en-US" dirty="0"/>
              <a:t>"Running" → "Run"</a:t>
            </a:r>
          </a:p>
          <a:p>
            <a:pPr lvl="1"/>
            <a:r>
              <a:rPr lang="en-US" dirty="0"/>
              <a:t>"Studies" → "Studi"</a:t>
            </a:r>
          </a:p>
          <a:p>
            <a:pPr lvl="1"/>
            <a:r>
              <a:rPr lang="en-US" dirty="0"/>
              <a:t>"Better" → "Better" (Incorrectly unchanged)</a:t>
            </a:r>
          </a:p>
          <a:p>
            <a:pPr lvl="1"/>
            <a:r>
              <a:rPr lang="en-US" dirty="0"/>
              <a:t>"Caring" → "Car" </a:t>
            </a:r>
          </a:p>
          <a:p>
            <a:r>
              <a:rPr lang="en-US" dirty="0"/>
              <a:t>Limitations:</a:t>
            </a:r>
          </a:p>
          <a:p>
            <a:pPr lvl="1"/>
            <a:r>
              <a:rPr lang="en-US" dirty="0"/>
              <a:t>Often results in words that are not real words ("Studies" → "Studi").</a:t>
            </a:r>
          </a:p>
          <a:p>
            <a:pPr lvl="1"/>
            <a:r>
              <a:rPr lang="en-US" dirty="0"/>
              <a:t>Does not consider the actual meaning of words.</a:t>
            </a:r>
          </a:p>
        </p:txBody>
      </p:sp>
    </p:spTree>
    <p:extLst>
      <p:ext uri="{BB962C8B-B14F-4D97-AF65-F5344CB8AC3E}">
        <p14:creationId xmlns:p14="http://schemas.microsoft.com/office/powerpoint/2010/main" val="33562751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0C5A-0699-77CF-481D-DF078B9D1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72E584-BFDF-DCB0-E436-EF13954327C0}"/>
              </a:ext>
            </a:extLst>
          </p:cNvPr>
          <p:cNvSpPr>
            <a:spLocks noGrp="1"/>
          </p:cNvSpPr>
          <p:nvPr>
            <p:ph type="title"/>
          </p:nvPr>
        </p:nvSpPr>
        <p:spPr/>
        <p:txBody>
          <a:bodyPr/>
          <a:lstStyle/>
          <a:p>
            <a:r>
              <a:rPr lang="en-US" dirty="0"/>
              <a:t>Lemmatization</a:t>
            </a:r>
          </a:p>
        </p:txBody>
      </p:sp>
      <p:sp>
        <p:nvSpPr>
          <p:cNvPr id="3" name="Content Placeholder 2">
            <a:extLst>
              <a:ext uri="{FF2B5EF4-FFF2-40B4-BE49-F238E27FC236}">
                <a16:creationId xmlns:a16="http://schemas.microsoft.com/office/drawing/2014/main" id="{77253A4D-68FE-C3BD-B2D4-06ABB4B11C79}"/>
              </a:ext>
            </a:extLst>
          </p:cNvPr>
          <p:cNvSpPr>
            <a:spLocks noGrp="1"/>
          </p:cNvSpPr>
          <p:nvPr>
            <p:ph idx="1"/>
          </p:nvPr>
        </p:nvSpPr>
        <p:spPr/>
        <p:txBody>
          <a:bodyPr>
            <a:normAutofit fontScale="92500" lnSpcReduction="10000"/>
          </a:bodyPr>
          <a:lstStyle/>
          <a:p>
            <a:r>
              <a:rPr lang="en-US" dirty="0"/>
              <a:t>Definition: Lemmatization is a dictionary-based approach that reduces words to their meaningful root form (lemma), considering the word's context and part of speech.</a:t>
            </a:r>
          </a:p>
          <a:p>
            <a:r>
              <a:rPr lang="en-US" dirty="0"/>
              <a:t>Method: Uses linguistic analysis and dictionaries (like WordNet </a:t>
            </a:r>
            <a:r>
              <a:rPr lang="en-US" dirty="0" err="1"/>
              <a:t>Lemmatizer</a:t>
            </a:r>
            <a:r>
              <a:rPr lang="en-US" dirty="0"/>
              <a:t>).</a:t>
            </a:r>
          </a:p>
          <a:p>
            <a:r>
              <a:rPr lang="en-US" dirty="0"/>
              <a:t>Example:</a:t>
            </a:r>
          </a:p>
          <a:p>
            <a:pPr lvl="1"/>
            <a:r>
              <a:rPr lang="en-US" dirty="0"/>
              <a:t>"Running" → "Run"</a:t>
            </a:r>
          </a:p>
          <a:p>
            <a:pPr lvl="1"/>
            <a:r>
              <a:rPr lang="en-US" dirty="0"/>
              <a:t>"Studies" → "Study"</a:t>
            </a:r>
          </a:p>
          <a:p>
            <a:pPr lvl="1"/>
            <a:r>
              <a:rPr lang="en-US" dirty="0"/>
              <a:t>"Better" → "Good" (Correct Lemma)</a:t>
            </a:r>
          </a:p>
          <a:p>
            <a:pPr lvl="1"/>
            <a:r>
              <a:rPr lang="en-US" dirty="0"/>
              <a:t>"Caring" → "Care"  </a:t>
            </a:r>
          </a:p>
          <a:p>
            <a:r>
              <a:rPr lang="en-US" dirty="0"/>
              <a:t>Advantages:</a:t>
            </a:r>
          </a:p>
          <a:p>
            <a:pPr lvl="1"/>
            <a:r>
              <a:rPr lang="en-US" dirty="0"/>
              <a:t>More accurate than stemming.</a:t>
            </a:r>
          </a:p>
          <a:p>
            <a:pPr lvl="1"/>
            <a:r>
              <a:rPr lang="en-US" dirty="0"/>
              <a:t>Produces real words with proper meanings.</a:t>
            </a:r>
          </a:p>
          <a:p>
            <a:r>
              <a:rPr lang="en-US" dirty="0"/>
              <a:t>Use Cases:  </a:t>
            </a:r>
          </a:p>
          <a:p>
            <a:pPr lvl="1"/>
            <a:r>
              <a:rPr lang="en-US" dirty="0"/>
              <a:t>Stemming is useful when speed is more important than accuracy (e.g., search engines).  </a:t>
            </a:r>
          </a:p>
          <a:p>
            <a:pPr lvl="1"/>
            <a:r>
              <a:rPr lang="en-US" dirty="0"/>
              <a:t>Lemmatization is better for semantic analysis where meaning matters (e.g., AI chatbots, NLP applications).</a:t>
            </a:r>
          </a:p>
          <a:p>
            <a:pPr lvl="1"/>
            <a:endParaRPr lang="en-US" dirty="0"/>
          </a:p>
        </p:txBody>
      </p:sp>
    </p:spTree>
    <p:extLst>
      <p:ext uri="{BB962C8B-B14F-4D97-AF65-F5344CB8AC3E}">
        <p14:creationId xmlns:p14="http://schemas.microsoft.com/office/powerpoint/2010/main" val="626811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527B-DF57-0CCE-5F45-1882FA09FD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5706353-12D3-6E82-C709-F6F9EA9D7B29}"/>
              </a:ext>
            </a:extLst>
          </p:cNvPr>
          <p:cNvSpPr txBox="1"/>
          <p:nvPr/>
        </p:nvSpPr>
        <p:spPr>
          <a:xfrm>
            <a:off x="838200" y="1239967"/>
            <a:ext cx="10454640" cy="1184042"/>
          </a:xfrm>
          <a:prstGeom prst="rect">
            <a:avLst/>
          </a:prstGeom>
          <a:noFill/>
        </p:spPr>
        <p:txBody>
          <a:bodyPr wrap="square">
            <a:spAutoFit/>
          </a:bodyPr>
          <a:lstStyle/>
          <a:p>
            <a:pPr>
              <a:lnSpc>
                <a:spcPts val="1425"/>
              </a:lnSpc>
              <a:buNone/>
            </a:pPr>
            <a:r>
              <a:rPr lang="nb-NO" b="0" dirty="0">
                <a:solidFill>
                  <a:srgbClr val="0000FF"/>
                </a:solidFill>
                <a:effectLst/>
                <a:latin typeface="Consolas" panose="020B0609020204030204" pitchFamily="49" charset="0"/>
              </a:rPr>
              <a:t>from</a:t>
            </a:r>
            <a:r>
              <a:rPr lang="nb-NO" b="0" dirty="0">
                <a:solidFill>
                  <a:srgbClr val="000000"/>
                </a:solidFill>
                <a:effectLst/>
                <a:latin typeface="Consolas" panose="020B0609020204030204" pitchFamily="49" charset="0"/>
              </a:rPr>
              <a:t> nltk.stem </a:t>
            </a:r>
            <a:r>
              <a:rPr lang="nb-NO" b="0" dirty="0">
                <a:solidFill>
                  <a:srgbClr val="0000FF"/>
                </a:solidFill>
                <a:effectLst/>
                <a:latin typeface="Consolas" panose="020B0609020204030204" pitchFamily="49" charset="0"/>
              </a:rPr>
              <a:t>import</a:t>
            </a:r>
            <a:r>
              <a:rPr lang="nb-NO" b="0" dirty="0">
                <a:solidFill>
                  <a:srgbClr val="000000"/>
                </a:solidFill>
                <a:effectLst/>
                <a:latin typeface="Consolas" panose="020B0609020204030204" pitchFamily="49" charset="0"/>
              </a:rPr>
              <a:t> PorterStemmer</a:t>
            </a:r>
          </a:p>
          <a:p>
            <a:pPr>
              <a:lnSpc>
                <a:spcPts val="1425"/>
              </a:lnSpc>
              <a:buNone/>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stemmer = PorterStemmer()</a:t>
            </a:r>
          </a:p>
          <a:p>
            <a:pPr>
              <a:lnSpc>
                <a:spcPts val="1425"/>
              </a:lnSpc>
              <a:buNone/>
            </a:pPr>
            <a:r>
              <a:rPr lang="nb-NO" b="0" dirty="0">
                <a:solidFill>
                  <a:srgbClr val="000000"/>
                </a:solidFill>
                <a:effectLst/>
                <a:latin typeface="Consolas" panose="020B0609020204030204" pitchFamily="49" charset="0"/>
              </a:rPr>
              <a:t>stemmed_tokens = [stemmer.stem(token) </a:t>
            </a:r>
            <a:r>
              <a:rPr lang="nb-NO" b="0" dirty="0">
                <a:solidFill>
                  <a:srgbClr val="0000FF"/>
                </a:solidFill>
                <a:effectLst/>
                <a:latin typeface="Consolas" panose="020B0609020204030204" pitchFamily="49" charset="0"/>
              </a:rPr>
              <a:t>for</a:t>
            </a:r>
            <a:r>
              <a:rPr lang="nb-NO" b="0" dirty="0">
                <a:solidFill>
                  <a:srgbClr val="000000"/>
                </a:solidFill>
                <a:effectLst/>
                <a:latin typeface="Consolas" panose="020B0609020204030204" pitchFamily="49" charset="0"/>
              </a:rPr>
              <a:t> token </a:t>
            </a:r>
            <a:r>
              <a:rPr lang="nb-NO" b="0" dirty="0">
                <a:solidFill>
                  <a:srgbClr val="0000FF"/>
                </a:solidFill>
                <a:effectLst/>
                <a:latin typeface="Consolas" panose="020B0609020204030204" pitchFamily="49" charset="0"/>
              </a:rPr>
              <a:t>in</a:t>
            </a:r>
            <a:r>
              <a:rPr lang="nb-NO" b="0" dirty="0">
                <a:solidFill>
                  <a:srgbClr val="000000"/>
                </a:solidFill>
                <a:effectLst/>
                <a:latin typeface="Consolas" panose="020B0609020204030204" pitchFamily="49" charset="0"/>
              </a:rPr>
              <a:t> filtered_tokens]</a:t>
            </a:r>
          </a:p>
          <a:p>
            <a:pPr>
              <a:lnSpc>
                <a:spcPts val="1425"/>
              </a:lnSpc>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print(stemmed_tokens)</a:t>
            </a:r>
          </a:p>
        </p:txBody>
      </p:sp>
      <p:sp>
        <p:nvSpPr>
          <p:cNvPr id="7" name="TextBox 6">
            <a:extLst>
              <a:ext uri="{FF2B5EF4-FFF2-40B4-BE49-F238E27FC236}">
                <a16:creationId xmlns:a16="http://schemas.microsoft.com/office/drawing/2014/main" id="{D235BB42-7EA4-B34D-96F0-1B2C1AB2AA74}"/>
              </a:ext>
            </a:extLst>
          </p:cNvPr>
          <p:cNvSpPr txBox="1"/>
          <p:nvPr/>
        </p:nvSpPr>
        <p:spPr>
          <a:xfrm>
            <a:off x="838200" y="4149957"/>
            <a:ext cx="10637520" cy="1543115"/>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#nltk.download('wordnet')</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nltk.stem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WordNetLemmatizer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lemmatizer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WordNetLemmatizer</a:t>
            </a:r>
            <a:r>
              <a:rPr lang="en-US" b="0" dirty="0">
                <a:solidFill>
                  <a:srgbClr val="000000"/>
                </a:solidFill>
                <a:effectLst/>
                <a:latin typeface="Consolas" panose="020B0609020204030204" pitchFamily="49" charset="0"/>
              </a:rPr>
              <a:t>()</a:t>
            </a:r>
          </a:p>
          <a:p>
            <a:pPr>
              <a:lnSpc>
                <a:spcPts val="1425"/>
              </a:lnSpc>
              <a:buNone/>
            </a:pP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lemmatizer.lemmatize</a:t>
            </a:r>
            <a:r>
              <a:rPr lang="en-US" b="0" dirty="0">
                <a:solidFill>
                  <a:srgbClr val="000000"/>
                </a:solidFill>
                <a:effectLst/>
                <a:latin typeface="Consolas" panose="020B0609020204030204" pitchFamily="49" charset="0"/>
              </a:rPr>
              <a:t>(token)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510071-0488-E5B2-7480-5D6BE0C0FEB8}"/>
              </a:ext>
            </a:extLst>
          </p:cNvPr>
          <p:cNvSpPr txBox="1"/>
          <p:nvPr/>
        </p:nvSpPr>
        <p:spPr>
          <a:xfrm>
            <a:off x="838200" y="763834"/>
            <a:ext cx="10017034" cy="286360"/>
          </a:xfrm>
          <a:prstGeom prst="rect">
            <a:avLst/>
          </a:prstGeom>
          <a:noFill/>
        </p:spPr>
        <p:txBody>
          <a:bodyPr wrap="square">
            <a:spAutoFit/>
          </a:bodyPr>
          <a:lstStyle/>
          <a:p>
            <a:pPr>
              <a:lnSpc>
                <a:spcPts val="1425"/>
              </a:lnSpc>
              <a:buNone/>
            </a:pPr>
            <a:r>
              <a:rPr lang="nb-NO" b="0" dirty="0">
                <a:effectLst/>
                <a:latin typeface="+mj-lt"/>
              </a:rPr>
              <a:t>Stemming Example</a:t>
            </a:r>
          </a:p>
        </p:txBody>
      </p:sp>
      <p:sp>
        <p:nvSpPr>
          <p:cNvPr id="9" name="TextBox 8">
            <a:extLst>
              <a:ext uri="{FF2B5EF4-FFF2-40B4-BE49-F238E27FC236}">
                <a16:creationId xmlns:a16="http://schemas.microsoft.com/office/drawing/2014/main" id="{75B9AF69-3646-8E91-9453-C8E6CB2B3637}"/>
              </a:ext>
            </a:extLst>
          </p:cNvPr>
          <p:cNvSpPr txBox="1"/>
          <p:nvPr/>
        </p:nvSpPr>
        <p:spPr>
          <a:xfrm>
            <a:off x="838200" y="3429000"/>
            <a:ext cx="10017034" cy="286360"/>
          </a:xfrm>
          <a:prstGeom prst="rect">
            <a:avLst/>
          </a:prstGeom>
          <a:noFill/>
        </p:spPr>
        <p:txBody>
          <a:bodyPr wrap="square">
            <a:spAutoFit/>
          </a:bodyPr>
          <a:lstStyle/>
          <a:p>
            <a:pPr>
              <a:lnSpc>
                <a:spcPts val="1425"/>
              </a:lnSpc>
              <a:buNone/>
            </a:pPr>
            <a:r>
              <a:rPr lang="nb-NO" b="0" dirty="0">
                <a:effectLst/>
                <a:latin typeface="+mj-lt"/>
              </a:rPr>
              <a:t>Lemmatizing Example</a:t>
            </a:r>
          </a:p>
        </p:txBody>
      </p:sp>
    </p:spTree>
    <p:extLst>
      <p:ext uri="{BB962C8B-B14F-4D97-AF65-F5344CB8AC3E}">
        <p14:creationId xmlns:p14="http://schemas.microsoft.com/office/powerpoint/2010/main" val="514683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C57B6-3E6E-4198-898B-15902BBEF30D}"/>
              </a:ext>
            </a:extLst>
          </p:cNvPr>
          <p:cNvSpPr>
            <a:spLocks noGrp="1"/>
          </p:cNvSpPr>
          <p:nvPr>
            <p:ph type="title"/>
          </p:nvPr>
        </p:nvSpPr>
        <p:spPr/>
        <p:txBody>
          <a:bodyPr/>
          <a:lstStyle/>
          <a:p>
            <a:r>
              <a:rPr lang="en-US" dirty="0"/>
              <a:t>Representing Text – Converting Text into Numbers</a:t>
            </a:r>
          </a:p>
        </p:txBody>
      </p:sp>
      <p:sp>
        <p:nvSpPr>
          <p:cNvPr id="3" name="Content Placeholder 2">
            <a:extLst>
              <a:ext uri="{FF2B5EF4-FFF2-40B4-BE49-F238E27FC236}">
                <a16:creationId xmlns:a16="http://schemas.microsoft.com/office/drawing/2014/main" id="{FB5E93FF-24A9-43C1-B819-289CE164A1E4}"/>
              </a:ext>
            </a:extLst>
          </p:cNvPr>
          <p:cNvSpPr>
            <a:spLocks noGrp="1"/>
          </p:cNvSpPr>
          <p:nvPr>
            <p:ph idx="1"/>
          </p:nvPr>
        </p:nvSpPr>
        <p:spPr/>
        <p:txBody>
          <a:bodyPr/>
          <a:lstStyle/>
          <a:p>
            <a:pPr marL="457200" indent="-457200">
              <a:buFont typeface="+mj-lt"/>
              <a:buAutoNum type="arabicPeriod"/>
            </a:pPr>
            <a:r>
              <a:rPr lang="en-US" dirty="0"/>
              <a:t>Bag of Words Method.</a:t>
            </a:r>
          </a:p>
          <a:p>
            <a:pPr marL="457200" indent="-457200">
              <a:buFont typeface="+mj-lt"/>
              <a:buAutoNum type="arabicPeriod"/>
            </a:pPr>
            <a:r>
              <a:rPr lang="en-US" dirty="0"/>
              <a:t>TF-IDF (Term Frequency-Inverse Document Frequency)</a:t>
            </a:r>
          </a:p>
          <a:p>
            <a:endParaRPr lang="en-US" dirty="0"/>
          </a:p>
        </p:txBody>
      </p:sp>
    </p:spTree>
    <p:extLst>
      <p:ext uri="{BB962C8B-B14F-4D97-AF65-F5344CB8AC3E}">
        <p14:creationId xmlns:p14="http://schemas.microsoft.com/office/powerpoint/2010/main" val="32398496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5A1EB7-D40C-B625-AFB4-8394BE551BEA}"/>
              </a:ext>
            </a:extLst>
          </p:cNvPr>
          <p:cNvSpPr>
            <a:spLocks noGrp="1"/>
          </p:cNvSpPr>
          <p:nvPr>
            <p:ph type="title"/>
          </p:nvPr>
        </p:nvSpPr>
        <p:spPr/>
        <p:txBody>
          <a:bodyPr>
            <a:normAutofit/>
          </a:bodyPr>
          <a:lstStyle/>
          <a:p>
            <a:r>
              <a:rPr lang="en-US" dirty="0"/>
              <a:t>Representing Text - Bag of Words (</a:t>
            </a:r>
            <a:r>
              <a:rPr lang="en-US" dirty="0" err="1"/>
              <a:t>BoW</a:t>
            </a:r>
            <a:r>
              <a:rPr lang="en-US" dirty="0"/>
              <a:t>)</a:t>
            </a:r>
          </a:p>
        </p:txBody>
      </p:sp>
      <p:sp>
        <p:nvSpPr>
          <p:cNvPr id="5" name="Content Placeholder 4">
            <a:extLst>
              <a:ext uri="{FF2B5EF4-FFF2-40B4-BE49-F238E27FC236}">
                <a16:creationId xmlns:a16="http://schemas.microsoft.com/office/drawing/2014/main" id="{2FB81DB4-B6A3-092F-D836-C7A4C6021F60}"/>
              </a:ext>
            </a:extLst>
          </p:cNvPr>
          <p:cNvSpPr>
            <a:spLocks noGrp="1"/>
          </p:cNvSpPr>
          <p:nvPr>
            <p:ph idx="1"/>
          </p:nvPr>
        </p:nvSpPr>
        <p:spPr/>
        <p:txBody>
          <a:bodyPr>
            <a:normAutofit fontScale="92500"/>
          </a:bodyPr>
          <a:lstStyle/>
          <a:p>
            <a:pPr marL="0" indent="0">
              <a:buNone/>
            </a:pPr>
            <a:r>
              <a:rPr lang="en-US" dirty="0"/>
              <a:t>Bag of Words is a fundamental technique in Natural Language Processing (NLP) that represents text as a collection of word frequencies, disregarding grammar and word order.</a:t>
            </a:r>
          </a:p>
          <a:p>
            <a:pPr marL="0" indent="0">
              <a:buNone/>
            </a:pPr>
            <a:r>
              <a:rPr lang="en-US" b="1" dirty="0"/>
              <a:t>Core Concept</a:t>
            </a:r>
          </a:p>
          <a:p>
            <a:r>
              <a:rPr lang="en-US" dirty="0"/>
              <a:t>The Bag of Words model converts text documents into numerical feature vectors by:</a:t>
            </a:r>
          </a:p>
          <a:p>
            <a:pPr lvl="1"/>
            <a:r>
              <a:rPr lang="en-US" dirty="0"/>
              <a:t>Creating a vocabulary of all unique words in the corpus</a:t>
            </a:r>
          </a:p>
          <a:p>
            <a:pPr lvl="1"/>
            <a:r>
              <a:rPr lang="en-US" dirty="0"/>
              <a:t>For each document, counting how many times each vocabulary word appears</a:t>
            </a:r>
          </a:p>
          <a:p>
            <a:r>
              <a:rPr lang="en-US" dirty="0"/>
              <a:t>Simple Example:</a:t>
            </a:r>
          </a:p>
          <a:p>
            <a:pPr lvl="1"/>
            <a:r>
              <a:rPr lang="en-US" dirty="0"/>
              <a:t>Consider these two short sentences:</a:t>
            </a:r>
          </a:p>
          <a:p>
            <a:pPr lvl="2"/>
            <a:r>
              <a:rPr lang="en-US" dirty="0"/>
              <a:t>"I love natural language processing“</a:t>
            </a:r>
          </a:p>
          <a:p>
            <a:pPr lvl="2"/>
            <a:r>
              <a:rPr lang="en-US" dirty="0"/>
              <a:t>"Processing natural language is fun“</a:t>
            </a:r>
          </a:p>
          <a:p>
            <a:pPr lvl="1"/>
            <a:r>
              <a:rPr lang="en-US" dirty="0"/>
              <a:t>The vocabulary would be: </a:t>
            </a:r>
          </a:p>
          <a:p>
            <a:pPr lvl="2"/>
            <a:r>
              <a:rPr lang="en-US" dirty="0"/>
              <a:t>{"I", "love", "natural", "language", "processing", "is", "fun"}</a:t>
            </a:r>
          </a:p>
          <a:p>
            <a:pPr lvl="2"/>
            <a:r>
              <a:rPr lang="en-US" dirty="0"/>
              <a:t>Document 1 vector: [1, 1, 1, 1, 1, 0, 0]</a:t>
            </a:r>
          </a:p>
          <a:p>
            <a:pPr lvl="2"/>
            <a:r>
              <a:rPr lang="en-US" dirty="0"/>
              <a:t>Document 2 vector: [0, 0, 1, 1, 1, 1, 1]</a:t>
            </a:r>
          </a:p>
        </p:txBody>
      </p:sp>
    </p:spTree>
    <p:extLst>
      <p:ext uri="{BB962C8B-B14F-4D97-AF65-F5344CB8AC3E}">
        <p14:creationId xmlns:p14="http://schemas.microsoft.com/office/powerpoint/2010/main" val="271150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79533-AF66-32BF-1409-FEBD4F130E13}"/>
              </a:ext>
            </a:extLst>
          </p:cNvPr>
          <p:cNvSpPr>
            <a:spLocks noGrp="1"/>
          </p:cNvSpPr>
          <p:nvPr>
            <p:ph type="title"/>
          </p:nvPr>
        </p:nvSpPr>
        <p:spPr/>
        <p:txBody>
          <a:bodyPr/>
          <a:lstStyle/>
          <a:p>
            <a:r>
              <a:rPr lang="en-US" dirty="0"/>
              <a:t>Bag of Words (</a:t>
            </a:r>
            <a:r>
              <a:rPr lang="en-US" dirty="0" err="1"/>
              <a:t>BoW</a:t>
            </a:r>
            <a:r>
              <a:rPr lang="en-US" dirty="0"/>
              <a:t>)</a:t>
            </a:r>
          </a:p>
        </p:txBody>
      </p:sp>
      <p:sp>
        <p:nvSpPr>
          <p:cNvPr id="3" name="Content Placeholder 2">
            <a:extLst>
              <a:ext uri="{FF2B5EF4-FFF2-40B4-BE49-F238E27FC236}">
                <a16:creationId xmlns:a16="http://schemas.microsoft.com/office/drawing/2014/main" id="{EE8383E5-A059-19BE-F4A5-3112E96BD82B}"/>
              </a:ext>
            </a:extLst>
          </p:cNvPr>
          <p:cNvSpPr>
            <a:spLocks noGrp="1"/>
          </p:cNvSpPr>
          <p:nvPr>
            <p:ph idx="1"/>
          </p:nvPr>
        </p:nvSpPr>
        <p:spPr/>
        <p:txBody>
          <a:bodyPr>
            <a:normAutofit fontScale="77500" lnSpcReduction="20000"/>
          </a:bodyPr>
          <a:lstStyle/>
          <a:p>
            <a:pPr>
              <a:buNone/>
            </a:pPr>
            <a:r>
              <a:rPr lang="en-US" b="1" dirty="0"/>
              <a:t>Applications</a:t>
            </a:r>
          </a:p>
          <a:p>
            <a:pPr>
              <a:buNone/>
            </a:pPr>
            <a:r>
              <a:rPr lang="en-US" dirty="0"/>
              <a:t>BOW is commonly used in:</a:t>
            </a:r>
          </a:p>
          <a:p>
            <a:pPr>
              <a:buFont typeface="Arial" panose="020B0604020202020204" pitchFamily="34" charset="0"/>
              <a:buChar char="•"/>
            </a:pPr>
            <a:r>
              <a:rPr lang="en-US" dirty="0"/>
              <a:t>Text classification (spam detection, sentiment analysis)</a:t>
            </a:r>
          </a:p>
          <a:p>
            <a:pPr>
              <a:buFont typeface="Arial" panose="020B0604020202020204" pitchFamily="34" charset="0"/>
              <a:buChar char="•"/>
            </a:pPr>
            <a:r>
              <a:rPr lang="en-US" dirty="0"/>
              <a:t>Document clustering</a:t>
            </a:r>
          </a:p>
          <a:p>
            <a:pPr>
              <a:buFont typeface="Arial" panose="020B0604020202020204" pitchFamily="34" charset="0"/>
              <a:buChar char="•"/>
            </a:pPr>
            <a:r>
              <a:rPr lang="en-US" dirty="0"/>
              <a:t>Information retrieval</a:t>
            </a:r>
          </a:p>
          <a:p>
            <a:pPr>
              <a:buFont typeface="Arial" panose="020B0604020202020204" pitchFamily="34" charset="0"/>
              <a:buChar char="•"/>
            </a:pPr>
            <a:r>
              <a:rPr lang="en-US" dirty="0"/>
              <a:t>Topic modeling</a:t>
            </a:r>
          </a:p>
          <a:p>
            <a:pPr>
              <a:buNone/>
            </a:pPr>
            <a:r>
              <a:rPr lang="en-US" b="1" dirty="0"/>
              <a:t>Advantages</a:t>
            </a:r>
          </a:p>
          <a:p>
            <a:pPr>
              <a:buFont typeface="Arial" panose="020B0604020202020204" pitchFamily="34" charset="0"/>
              <a:buChar char="•"/>
            </a:pPr>
            <a:r>
              <a:rPr lang="en-US" dirty="0"/>
              <a:t>Simple to understand and implement</a:t>
            </a:r>
          </a:p>
          <a:p>
            <a:pPr>
              <a:buFont typeface="Arial" panose="020B0604020202020204" pitchFamily="34" charset="0"/>
              <a:buChar char="•"/>
            </a:pPr>
            <a:r>
              <a:rPr lang="en-US" dirty="0"/>
              <a:t>Computationally efficient</a:t>
            </a:r>
          </a:p>
          <a:p>
            <a:pPr>
              <a:buFont typeface="Arial" panose="020B0604020202020204" pitchFamily="34" charset="0"/>
              <a:buChar char="•"/>
            </a:pPr>
            <a:r>
              <a:rPr lang="en-US" dirty="0"/>
              <a:t>Effective for many basic NLP tasks</a:t>
            </a:r>
          </a:p>
          <a:p>
            <a:pPr>
              <a:buNone/>
            </a:pPr>
            <a:r>
              <a:rPr lang="en-US" b="1" dirty="0"/>
              <a:t>Limitations</a:t>
            </a:r>
          </a:p>
          <a:p>
            <a:pPr>
              <a:buFont typeface="Arial" panose="020B0604020202020204" pitchFamily="34" charset="0"/>
              <a:buChar char="•"/>
            </a:pPr>
            <a:r>
              <a:rPr lang="en-US" dirty="0"/>
              <a:t>Loses word order information</a:t>
            </a:r>
          </a:p>
          <a:p>
            <a:pPr>
              <a:buFont typeface="Arial" panose="020B0604020202020204" pitchFamily="34" charset="0"/>
              <a:buChar char="•"/>
            </a:pPr>
            <a:r>
              <a:rPr lang="en-US" dirty="0"/>
              <a:t>Ignores semantics and context</a:t>
            </a:r>
          </a:p>
          <a:p>
            <a:pPr>
              <a:buFont typeface="Arial" panose="020B0604020202020204" pitchFamily="34" charset="0"/>
              <a:buChar char="•"/>
            </a:pPr>
            <a:r>
              <a:rPr lang="en-US" dirty="0"/>
              <a:t>Creates high-dimensional, sparse vectors</a:t>
            </a:r>
          </a:p>
          <a:p>
            <a:pPr>
              <a:buFont typeface="Arial" panose="020B0604020202020204" pitchFamily="34" charset="0"/>
              <a:buChar char="•"/>
            </a:pPr>
            <a:r>
              <a:rPr lang="en-US" dirty="0"/>
              <a:t>Struggles with out-of-vocabulary words</a:t>
            </a:r>
          </a:p>
          <a:p>
            <a:endParaRPr lang="en-US" dirty="0"/>
          </a:p>
        </p:txBody>
      </p:sp>
    </p:spTree>
    <p:extLst>
      <p:ext uri="{BB962C8B-B14F-4D97-AF65-F5344CB8AC3E}">
        <p14:creationId xmlns:p14="http://schemas.microsoft.com/office/powerpoint/2010/main" val="1682416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30022-9432-9912-94BC-5702795E0A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06737A-DE4A-EA9B-F4E7-17C4DD7C966B}"/>
              </a:ext>
            </a:extLst>
          </p:cNvPr>
          <p:cNvSpPr>
            <a:spLocks noGrp="1"/>
          </p:cNvSpPr>
          <p:nvPr>
            <p:ph type="title"/>
          </p:nvPr>
        </p:nvSpPr>
        <p:spPr/>
        <p:txBody>
          <a:bodyPr/>
          <a:lstStyle/>
          <a:p>
            <a:r>
              <a:rPr lang="en-US" dirty="0" err="1"/>
              <a:t>BoW</a:t>
            </a:r>
            <a:r>
              <a:rPr lang="en-US" dirty="0"/>
              <a:t> Example</a:t>
            </a:r>
          </a:p>
        </p:txBody>
      </p:sp>
      <p:sp>
        <p:nvSpPr>
          <p:cNvPr id="5" name="Content Placeholder 4">
            <a:extLst>
              <a:ext uri="{FF2B5EF4-FFF2-40B4-BE49-F238E27FC236}">
                <a16:creationId xmlns:a16="http://schemas.microsoft.com/office/drawing/2014/main" id="{B3E2DD2C-FC6F-5E35-7761-75734B27494E}"/>
              </a:ext>
            </a:extLst>
          </p:cNvPr>
          <p:cNvSpPr>
            <a:spLocks noGrp="1"/>
          </p:cNvSpPr>
          <p:nvPr>
            <p:ph idx="1"/>
          </p:nvPr>
        </p:nvSpPr>
        <p:spPr>
          <a:xfrm>
            <a:off x="838200" y="1706007"/>
            <a:ext cx="10515600" cy="323059"/>
          </a:xfrm>
        </p:spPr>
        <p:txBody>
          <a:bodyPr>
            <a:normAutofit fontScale="85000" lnSpcReduction="20000"/>
          </a:bodyPr>
          <a:lstStyle/>
          <a:p>
            <a:endParaRPr lang="en-US" dirty="0"/>
          </a:p>
        </p:txBody>
      </p:sp>
      <p:sp>
        <p:nvSpPr>
          <p:cNvPr id="3" name="TextBox 2">
            <a:extLst>
              <a:ext uri="{FF2B5EF4-FFF2-40B4-BE49-F238E27FC236}">
                <a16:creationId xmlns:a16="http://schemas.microsoft.com/office/drawing/2014/main" id="{1AF4753F-59A7-EED5-D386-B6A6DB20562D}"/>
              </a:ext>
            </a:extLst>
          </p:cNvPr>
          <p:cNvSpPr txBox="1"/>
          <p:nvPr/>
        </p:nvSpPr>
        <p:spPr>
          <a:xfrm>
            <a:off x="838199" y="2094073"/>
            <a:ext cx="9687742" cy="244079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CountVectorizer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corpus = [</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"Large language models revolutionize business."</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"Business applications benefit from AI."</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"Language models learn from text data."</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vectorizer = </a:t>
            </a:r>
            <a:r>
              <a:rPr lang="en-US" b="0" dirty="0" err="1">
                <a:solidFill>
                  <a:srgbClr val="000000"/>
                </a:solidFill>
                <a:effectLst/>
                <a:latin typeface="Consolas" panose="020B0609020204030204" pitchFamily="49" charset="0"/>
              </a:rPr>
              <a:t>CountVectorizer</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X = </a:t>
            </a:r>
            <a:r>
              <a:rPr lang="en-US" b="0" dirty="0" err="1">
                <a:solidFill>
                  <a:srgbClr val="000000"/>
                </a:solidFill>
                <a:effectLst/>
                <a:latin typeface="Consolas" panose="020B0609020204030204" pitchFamily="49" charset="0"/>
              </a:rPr>
              <a:t>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vectorizer.get_feature_names_out</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X.toarray</a:t>
            </a: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63B9F29-7D58-0123-A6FF-C0BD1D88DED2}"/>
              </a:ext>
            </a:extLst>
          </p:cNvPr>
          <p:cNvSpPr txBox="1"/>
          <p:nvPr/>
        </p:nvSpPr>
        <p:spPr>
          <a:xfrm>
            <a:off x="838199" y="5018204"/>
            <a:ext cx="10813869" cy="1200329"/>
          </a:xfrm>
          <a:prstGeom prst="rect">
            <a:avLst/>
          </a:prstGeom>
          <a:noFill/>
        </p:spPr>
        <p:txBody>
          <a:bodyPr wrap="square">
            <a:spAutoFit/>
          </a:bodyPr>
          <a:lstStyle/>
          <a:p>
            <a:r>
              <a:rPr lang="en-US" dirty="0"/>
              <a:t>['ai' 'applications' 'benefit' 'business' 'data' 'from' 'language' 'large' 'learn' 'models' 'revolutionize' 'text’]</a:t>
            </a:r>
          </a:p>
          <a:p>
            <a:r>
              <a:rPr lang="en-US" dirty="0"/>
              <a:t>[[0 0 0 1 0 0 1 1 0 1 1 0] </a:t>
            </a:r>
          </a:p>
          <a:p>
            <a:r>
              <a:rPr lang="en-US" dirty="0"/>
              <a:t>[1 1 1 1 0 1 0 0 0 0 0 0] </a:t>
            </a:r>
          </a:p>
          <a:p>
            <a:r>
              <a:rPr lang="en-US" dirty="0"/>
              <a:t>[0 0 0 0 1 1 1 0 1 1 0 1]]</a:t>
            </a:r>
          </a:p>
        </p:txBody>
      </p:sp>
    </p:spTree>
    <p:extLst>
      <p:ext uri="{BB962C8B-B14F-4D97-AF65-F5344CB8AC3E}">
        <p14:creationId xmlns:p14="http://schemas.microsoft.com/office/powerpoint/2010/main" val="13141724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80EE-865C-D7D4-DFE1-0BC32081155C}"/>
              </a:ext>
            </a:extLst>
          </p:cNvPr>
          <p:cNvSpPr>
            <a:spLocks noGrp="1"/>
          </p:cNvSpPr>
          <p:nvPr>
            <p:ph type="title"/>
          </p:nvPr>
        </p:nvSpPr>
        <p:spPr/>
        <p:txBody>
          <a:bodyPr>
            <a:normAutofit fontScale="90000"/>
          </a:bodyPr>
          <a:lstStyle/>
          <a:p>
            <a:r>
              <a:rPr lang="en-US" dirty="0"/>
              <a:t>Representing Text - TF-IDF (Term Frequency-Inverse Document Frequency)</a:t>
            </a:r>
          </a:p>
        </p:txBody>
      </p:sp>
      <p:sp>
        <p:nvSpPr>
          <p:cNvPr id="3" name="Content Placeholder 2">
            <a:extLst>
              <a:ext uri="{FF2B5EF4-FFF2-40B4-BE49-F238E27FC236}">
                <a16:creationId xmlns:a16="http://schemas.microsoft.com/office/drawing/2014/main" id="{6A705A9E-F80F-555B-0D7F-85673DABD754}"/>
              </a:ext>
            </a:extLst>
          </p:cNvPr>
          <p:cNvSpPr>
            <a:spLocks noGrp="1"/>
          </p:cNvSpPr>
          <p:nvPr>
            <p:ph idx="1"/>
          </p:nvPr>
        </p:nvSpPr>
        <p:spPr/>
        <p:txBody>
          <a:bodyPr>
            <a:normAutofit lnSpcReduction="10000"/>
          </a:bodyPr>
          <a:lstStyle/>
          <a:p>
            <a:pPr marL="0" indent="0">
              <a:buNone/>
            </a:pPr>
            <a:r>
              <a:rPr lang="en-US" b="1" dirty="0"/>
              <a:t>Definition</a:t>
            </a:r>
          </a:p>
          <a:p>
            <a:r>
              <a:rPr lang="en-US" dirty="0"/>
              <a:t>TF-IDF is a statistical measure that evaluates the importance of a word in a document relative to a collection of documents (corpus). </a:t>
            </a:r>
          </a:p>
          <a:p>
            <a:r>
              <a:rPr lang="en-US" dirty="0"/>
              <a:t>It improves upon the basic Bag of Words model by weighing terms based on how unique they are to a specific document.</a:t>
            </a:r>
          </a:p>
          <a:p>
            <a:pPr>
              <a:buNone/>
            </a:pPr>
            <a:r>
              <a:rPr lang="en-US" b="1" dirty="0"/>
              <a:t>Components</a:t>
            </a:r>
          </a:p>
          <a:p>
            <a:pPr>
              <a:buFont typeface="+mj-lt"/>
              <a:buAutoNum type="arabicPeriod"/>
            </a:pPr>
            <a:r>
              <a:rPr lang="en-US" b="1" dirty="0"/>
              <a:t>Term Frequency (TF): </a:t>
            </a:r>
            <a:r>
              <a:rPr lang="en-US" dirty="0"/>
              <a:t>Measures how frequently a term appears in a document </a:t>
            </a:r>
          </a:p>
          <a:p>
            <a:pPr lvl="1"/>
            <a:r>
              <a:rPr lang="en-US" dirty="0"/>
              <a:t>TF(</a:t>
            </a:r>
            <a:r>
              <a:rPr lang="en-US" dirty="0" err="1"/>
              <a:t>t,d</a:t>
            </a:r>
            <a:r>
              <a:rPr lang="en-US" dirty="0"/>
              <a:t>) = (Number of times term t appears in document d) / (Total number of terms in document d)</a:t>
            </a:r>
          </a:p>
          <a:p>
            <a:pPr>
              <a:buFont typeface="+mj-lt"/>
              <a:buAutoNum type="arabicPeriod"/>
            </a:pPr>
            <a:r>
              <a:rPr lang="en-US" b="1" dirty="0"/>
              <a:t>Inverse Document Frequency (IDF): </a:t>
            </a:r>
            <a:r>
              <a:rPr lang="en-US" dirty="0"/>
              <a:t>Measures how important or unique a term is across all documents </a:t>
            </a:r>
          </a:p>
          <a:p>
            <a:pPr lvl="1"/>
            <a:r>
              <a:rPr lang="en-US" dirty="0"/>
              <a:t>IDF(t) = log(Total number of documents / Number of documents containing term t)</a:t>
            </a:r>
          </a:p>
          <a:p>
            <a:pPr>
              <a:buFont typeface="+mj-lt"/>
              <a:buAutoNum type="arabicPeriod"/>
            </a:pPr>
            <a:r>
              <a:rPr lang="en-US" b="1" dirty="0"/>
              <a:t>TF-IDF score</a:t>
            </a:r>
            <a:r>
              <a:rPr lang="en-US" dirty="0"/>
              <a:t>: TF(</a:t>
            </a:r>
            <a:r>
              <a:rPr lang="en-US" dirty="0" err="1"/>
              <a:t>t,d</a:t>
            </a:r>
            <a:r>
              <a:rPr lang="en-US" dirty="0"/>
              <a:t>) × IDF(t)</a:t>
            </a:r>
          </a:p>
          <a:p>
            <a:endParaRPr lang="en-US" dirty="0"/>
          </a:p>
        </p:txBody>
      </p:sp>
    </p:spTree>
    <p:extLst>
      <p:ext uri="{BB962C8B-B14F-4D97-AF65-F5344CB8AC3E}">
        <p14:creationId xmlns:p14="http://schemas.microsoft.com/office/powerpoint/2010/main" val="30883972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CD322-7C4B-DC57-D26A-F5E7F2BC26F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5DDC1007-FCCB-A791-C158-E92A75DD215B}"/>
              </a:ext>
            </a:extLst>
          </p:cNvPr>
          <p:cNvSpPr>
            <a:spLocks noGrp="1"/>
          </p:cNvSpPr>
          <p:nvPr>
            <p:ph idx="1"/>
          </p:nvPr>
        </p:nvSpPr>
        <p:spPr/>
        <p:txBody>
          <a:bodyPr>
            <a:normAutofit lnSpcReduction="10000"/>
          </a:bodyPr>
          <a:lstStyle/>
          <a:p>
            <a:pPr>
              <a:buNone/>
            </a:pPr>
            <a:r>
              <a:rPr lang="en-US" b="1" dirty="0"/>
              <a:t>Example</a:t>
            </a:r>
          </a:p>
          <a:p>
            <a:pPr>
              <a:buNone/>
            </a:pPr>
            <a:r>
              <a:rPr lang="en-US" dirty="0"/>
              <a:t>For documents:</a:t>
            </a:r>
          </a:p>
          <a:p>
            <a:pPr>
              <a:buFont typeface="Arial" panose="020B0604020202020204" pitchFamily="34" charset="0"/>
              <a:buChar char="•"/>
            </a:pPr>
            <a:r>
              <a:rPr lang="en-US" dirty="0"/>
              <a:t>Doc1: "I love machine learning"</a:t>
            </a:r>
          </a:p>
          <a:p>
            <a:pPr>
              <a:buFont typeface="Arial" panose="020B0604020202020204" pitchFamily="34" charset="0"/>
              <a:buChar char="•"/>
            </a:pPr>
            <a:r>
              <a:rPr lang="en-US" dirty="0"/>
              <a:t>Doc2: "I love natural language processing"</a:t>
            </a:r>
          </a:p>
          <a:p>
            <a:pPr>
              <a:buFont typeface="Arial" panose="020B0604020202020204" pitchFamily="34" charset="0"/>
              <a:buChar char="•"/>
            </a:pPr>
            <a:r>
              <a:rPr lang="en-US" dirty="0"/>
              <a:t>Doc3: "Machine learning models require data"</a:t>
            </a:r>
          </a:p>
          <a:p>
            <a:pPr marL="0" indent="0">
              <a:buNone/>
            </a:pPr>
            <a:r>
              <a:rPr lang="en-US" dirty="0"/>
              <a:t>The word "love" appears in multiple documents, so its IDF value is lower. The word "processing" appears in only one document, giving it a higher IDF value.</a:t>
            </a:r>
          </a:p>
          <a:p>
            <a:pPr>
              <a:buNone/>
            </a:pPr>
            <a:r>
              <a:rPr lang="en-US" b="1" dirty="0"/>
              <a:t>Applications</a:t>
            </a:r>
          </a:p>
          <a:p>
            <a:pPr>
              <a:buFont typeface="Arial" panose="020B0604020202020204" pitchFamily="34" charset="0"/>
              <a:buChar char="•"/>
            </a:pPr>
            <a:r>
              <a:rPr lang="en-US" b="1" dirty="0"/>
              <a:t>Document retrieval and search engines</a:t>
            </a:r>
            <a:r>
              <a:rPr lang="en-US" dirty="0"/>
              <a:t>: Ranking documents by relevance</a:t>
            </a:r>
          </a:p>
          <a:p>
            <a:pPr>
              <a:buFont typeface="Arial" panose="020B0604020202020204" pitchFamily="34" charset="0"/>
              <a:buChar char="•"/>
            </a:pPr>
            <a:r>
              <a:rPr lang="en-US" b="1" dirty="0"/>
              <a:t>Document classification</a:t>
            </a:r>
            <a:r>
              <a:rPr lang="en-US" dirty="0"/>
              <a:t>: Identifying distinguishing terms</a:t>
            </a:r>
          </a:p>
          <a:p>
            <a:pPr>
              <a:buFont typeface="Arial" panose="020B0604020202020204" pitchFamily="34" charset="0"/>
              <a:buChar char="•"/>
            </a:pPr>
            <a:r>
              <a:rPr lang="en-US" b="1" dirty="0"/>
              <a:t>Keyword extraction</a:t>
            </a:r>
            <a:r>
              <a:rPr lang="en-US" dirty="0"/>
              <a:t>: Finding important terms in documents</a:t>
            </a:r>
          </a:p>
          <a:p>
            <a:pPr>
              <a:buFont typeface="Arial" panose="020B0604020202020204" pitchFamily="34" charset="0"/>
              <a:buChar char="•"/>
            </a:pPr>
            <a:r>
              <a:rPr lang="en-US" b="1" dirty="0"/>
              <a:t>Text summarization</a:t>
            </a:r>
            <a:r>
              <a:rPr lang="en-US" dirty="0"/>
              <a:t>: Identifying key sentences</a:t>
            </a:r>
          </a:p>
          <a:p>
            <a:endParaRPr lang="en-US" dirty="0"/>
          </a:p>
        </p:txBody>
      </p:sp>
    </p:spTree>
    <p:extLst>
      <p:ext uri="{BB962C8B-B14F-4D97-AF65-F5344CB8AC3E}">
        <p14:creationId xmlns:p14="http://schemas.microsoft.com/office/powerpoint/2010/main" val="34395622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6F24-790E-8725-47B0-39B100FE3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51292-9F21-C1D3-8C61-6F054544798A}"/>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B5ACBF7D-9AC9-F6B7-2EA7-CD7F1B1C37DC}"/>
              </a:ext>
            </a:extLst>
          </p:cNvPr>
          <p:cNvSpPr>
            <a:spLocks noGrp="1"/>
          </p:cNvSpPr>
          <p:nvPr>
            <p:ph idx="1"/>
          </p:nvPr>
        </p:nvSpPr>
        <p:spPr/>
        <p:txBody>
          <a:bodyPr>
            <a:normAutofit fontScale="92500" lnSpcReduction="10000"/>
          </a:bodyPr>
          <a:lstStyle/>
          <a:p>
            <a:pPr>
              <a:buNone/>
            </a:pPr>
            <a:r>
              <a:rPr lang="en-US" b="1" dirty="0"/>
              <a:t>Advantages</a:t>
            </a:r>
          </a:p>
          <a:p>
            <a:pPr>
              <a:buFont typeface="Arial" panose="020B0604020202020204" pitchFamily="34" charset="0"/>
              <a:buChar char="•"/>
            </a:pPr>
            <a:r>
              <a:rPr lang="en-US" dirty="0"/>
              <a:t>Reduces the impact of frequently occurring terms (like "the", "is", "of")</a:t>
            </a:r>
          </a:p>
          <a:p>
            <a:pPr>
              <a:buFont typeface="Arial" panose="020B0604020202020204" pitchFamily="34" charset="0"/>
              <a:buChar char="•"/>
            </a:pPr>
            <a:r>
              <a:rPr lang="en-US" dirty="0"/>
              <a:t>Highlights terms that are distinctive to specific documents</a:t>
            </a:r>
          </a:p>
          <a:p>
            <a:pPr>
              <a:buFont typeface="Arial" panose="020B0604020202020204" pitchFamily="34" charset="0"/>
              <a:buChar char="•"/>
            </a:pPr>
            <a:r>
              <a:rPr lang="en-US" dirty="0"/>
              <a:t>Relatively simple to implement and computationally efficient</a:t>
            </a:r>
          </a:p>
          <a:p>
            <a:pPr>
              <a:buFont typeface="Arial" panose="020B0604020202020204" pitchFamily="34" charset="0"/>
              <a:buChar char="•"/>
            </a:pPr>
            <a:r>
              <a:rPr lang="en-US" dirty="0"/>
              <a:t>Works well for sparse data</a:t>
            </a:r>
          </a:p>
          <a:p>
            <a:pPr>
              <a:buNone/>
            </a:pPr>
            <a:r>
              <a:rPr lang="en-US" b="1" dirty="0"/>
              <a:t>Limitations</a:t>
            </a:r>
          </a:p>
          <a:p>
            <a:pPr>
              <a:buFont typeface="Arial" panose="020B0604020202020204" pitchFamily="34" charset="0"/>
              <a:buChar char="•"/>
            </a:pPr>
            <a:r>
              <a:rPr lang="en-US" dirty="0"/>
              <a:t>Still ignores word order and semantics</a:t>
            </a:r>
          </a:p>
          <a:p>
            <a:pPr>
              <a:buFont typeface="Arial" panose="020B0604020202020204" pitchFamily="34" charset="0"/>
              <a:buChar char="•"/>
            </a:pPr>
            <a:r>
              <a:rPr lang="en-US" dirty="0"/>
              <a:t>Cannot capture relationships between related terms</a:t>
            </a:r>
          </a:p>
          <a:p>
            <a:pPr>
              <a:buFont typeface="Arial" panose="020B0604020202020204" pitchFamily="34" charset="0"/>
              <a:buChar char="•"/>
            </a:pPr>
            <a:r>
              <a:rPr lang="en-US" dirty="0"/>
              <a:t>May not work well for very short texts</a:t>
            </a:r>
          </a:p>
          <a:p>
            <a:pPr>
              <a:buFont typeface="Arial" panose="020B0604020202020204" pitchFamily="34" charset="0"/>
              <a:buChar char="•"/>
            </a:pPr>
            <a:r>
              <a:rPr lang="en-US" dirty="0"/>
              <a:t>Struggles with synonyms and polysemy</a:t>
            </a:r>
          </a:p>
          <a:p>
            <a:r>
              <a:rPr lang="en-US" dirty="0"/>
              <a:t>TF-IDF serves as a cornerstone technique in information retrieval and text mining, and remains widely used despite the emergence of more advanced embedding-based approaches.</a:t>
            </a:r>
          </a:p>
          <a:p>
            <a:endParaRPr lang="en-US" dirty="0"/>
          </a:p>
        </p:txBody>
      </p:sp>
    </p:spTree>
    <p:extLst>
      <p:ext uri="{BB962C8B-B14F-4D97-AF65-F5344CB8AC3E}">
        <p14:creationId xmlns:p14="http://schemas.microsoft.com/office/powerpoint/2010/main" val="7210383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70A3B-BE22-3E83-0662-10613BB68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B6612-07C5-884A-E81D-57A15990395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F3AA6F84-9450-8F80-2BDB-3003328DD37D}"/>
              </a:ext>
            </a:extLst>
          </p:cNvPr>
          <p:cNvSpPr>
            <a:spLocks noGrp="1"/>
          </p:cNvSpPr>
          <p:nvPr>
            <p:ph idx="1"/>
          </p:nvPr>
        </p:nvSpPr>
        <p:spPr>
          <a:xfrm>
            <a:off x="838200" y="4310743"/>
            <a:ext cx="11297194" cy="2386303"/>
          </a:xfrm>
        </p:spPr>
        <p:txBody>
          <a:bodyPr>
            <a:normAutofit fontScale="77500" lnSpcReduction="20000"/>
          </a:bodyPr>
          <a:lstStyle/>
          <a:p>
            <a:pPr marL="0" indent="0">
              <a:buNone/>
            </a:pPr>
            <a:r>
              <a:rPr lang="en-US" b="0" i="0" dirty="0">
                <a:solidFill>
                  <a:srgbClr val="000000"/>
                </a:solidFill>
                <a:effectLst/>
                <a:latin typeface="Consolas" panose="020B0609020204030204" pitchFamily="49" charset="0"/>
              </a:rPr>
              <a:t>Output:</a:t>
            </a:r>
          </a:p>
          <a:p>
            <a:pPr marL="0" indent="0">
              <a:buNone/>
            </a:pPr>
            <a:r>
              <a:rPr lang="en-US" b="0" i="0" dirty="0">
                <a:solidFill>
                  <a:srgbClr val="000000"/>
                </a:solidFill>
                <a:effectLst/>
                <a:latin typeface="Consolas" panose="020B0609020204030204" pitchFamily="49" charset="0"/>
              </a:rPr>
              <a:t>Unique words in the corpus: ['ai' 'applications' 'benefit' 'business' 'data' 'from' 'language' 'large' 'learn' 'models' 'revolutionize' 'text’] </a:t>
            </a:r>
          </a:p>
          <a:p>
            <a:pPr marL="0" indent="0">
              <a:buNone/>
            </a:pPr>
            <a:r>
              <a:rPr lang="en-US" b="0" i="0" dirty="0">
                <a:solidFill>
                  <a:srgbClr val="000000"/>
                </a:solidFill>
                <a:effectLst/>
                <a:latin typeface="Consolas" panose="020B0609020204030204" pitchFamily="49" charset="0"/>
              </a:rPr>
              <a:t>All documents in the corpus are represented as a matrix of TF-IDF features: </a:t>
            </a:r>
          </a:p>
          <a:p>
            <a:pPr marL="0" indent="0">
              <a:buNone/>
            </a:pPr>
            <a:r>
              <a:rPr lang="en-US" b="0" i="0" dirty="0">
                <a:solidFill>
                  <a:srgbClr val="000000"/>
                </a:solidFill>
                <a:effectLst/>
                <a:latin typeface="Consolas" panose="020B0609020204030204" pitchFamily="49" charset="0"/>
              </a:rPr>
              <a:t>[[0. 0. 0. 0.3935112 0. 0. 0.3935112 0.51741994 0. 0.3935112 0.51741994 0. ] </a:t>
            </a:r>
          </a:p>
          <a:p>
            <a:pPr marL="0" indent="0">
              <a:buNone/>
            </a:pPr>
            <a:r>
              <a:rPr lang="en-US" b="0" i="0" dirty="0">
                <a:solidFill>
                  <a:srgbClr val="000000"/>
                </a:solidFill>
                <a:effectLst/>
                <a:latin typeface="Consolas" panose="020B0609020204030204" pitchFamily="49" charset="0"/>
              </a:rPr>
              <a:t>[0.49047908 0.49047908 0.49047908 0.37302199 0. 0.37302199 0. 0. 0. 0. 0. 0. ] </a:t>
            </a:r>
          </a:p>
          <a:p>
            <a:pPr marL="0" indent="0">
              <a:buNone/>
            </a:pPr>
            <a:r>
              <a:rPr lang="en-US" b="0" i="0" dirty="0">
                <a:solidFill>
                  <a:srgbClr val="000000"/>
                </a:solidFill>
                <a:effectLst/>
                <a:latin typeface="Consolas" panose="020B0609020204030204" pitchFamily="49" charset="0"/>
              </a:rPr>
              <a:t>[0. 0. 0. 0. 0.45954803 0.34949812 0.34949812 0. 0.45954803 0.34949812 0. 0.45954803]]</a:t>
            </a:r>
            <a:endParaRPr lang="en-US" dirty="0"/>
          </a:p>
        </p:txBody>
      </p:sp>
      <p:sp>
        <p:nvSpPr>
          <p:cNvPr id="5" name="TextBox 4">
            <a:extLst>
              <a:ext uri="{FF2B5EF4-FFF2-40B4-BE49-F238E27FC236}">
                <a16:creationId xmlns:a16="http://schemas.microsoft.com/office/drawing/2014/main" id="{4E3C961B-7D16-B068-876E-B82720BEAA1B}"/>
              </a:ext>
            </a:extLst>
          </p:cNvPr>
          <p:cNvSpPr txBox="1"/>
          <p:nvPr/>
        </p:nvSpPr>
        <p:spPr>
          <a:xfrm>
            <a:off x="838199" y="1580225"/>
            <a:ext cx="11467011" cy="26203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TfidfVectorizer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tfidf_vectorizer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TfidfVectorizer</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Transform the corpus into a document-term matrix</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row represents a document in the corpus</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column represents a unique word in the corpus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X_tfidf</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tfidf_vectorizer.fit_transform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Get the unique words in the corpus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Unique words in the corpus:\n"</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tfidf_vectorizer.get_feature_names_out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All documents in the corpus are represented as a matrix of TF-IDF features:\n"</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X_tfidf.toarray</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961398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10A92E-2F10-8CDE-3D2E-C284F09C0296}"/>
              </a:ext>
            </a:extLst>
          </p:cNvPr>
          <p:cNvSpPr>
            <a:spLocks noGrp="1"/>
          </p:cNvSpPr>
          <p:nvPr>
            <p:ph type="title"/>
          </p:nvPr>
        </p:nvSpPr>
        <p:spPr/>
        <p:txBody>
          <a:bodyPr/>
          <a:lstStyle/>
          <a:p>
            <a:r>
              <a:rPr lang="en-US" dirty="0"/>
              <a:t>Practical Example</a:t>
            </a:r>
          </a:p>
        </p:txBody>
      </p:sp>
      <p:sp>
        <p:nvSpPr>
          <p:cNvPr id="5" name="Text Placeholder 4">
            <a:extLst>
              <a:ext uri="{FF2B5EF4-FFF2-40B4-BE49-F238E27FC236}">
                <a16:creationId xmlns:a16="http://schemas.microsoft.com/office/drawing/2014/main" id="{E0EA96E8-F27D-DB2E-EA0F-AAD3D81E9BA4}"/>
              </a:ext>
            </a:extLst>
          </p:cNvPr>
          <p:cNvSpPr>
            <a:spLocks noGrp="1"/>
          </p:cNvSpPr>
          <p:nvPr>
            <p:ph type="body" idx="1"/>
          </p:nvPr>
        </p:nvSpPr>
        <p:spPr/>
        <p:txBody>
          <a:bodyPr/>
          <a:lstStyle/>
          <a:p>
            <a:pPr algn="l"/>
            <a:r>
              <a:rPr lang="en-US" b="1" i="0" dirty="0">
                <a:solidFill>
                  <a:srgbClr val="29261B"/>
                </a:solidFill>
                <a:effectLst/>
                <a:latin typeface="var(--font-tiempos)"/>
              </a:rPr>
              <a:t>Movie Review Sentiment Analysis Pipeline</a:t>
            </a:r>
          </a:p>
        </p:txBody>
      </p:sp>
    </p:spTree>
    <p:extLst>
      <p:ext uri="{BB962C8B-B14F-4D97-AF65-F5344CB8AC3E}">
        <p14:creationId xmlns:p14="http://schemas.microsoft.com/office/powerpoint/2010/main" val="2939072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37550-11C6-20B2-D443-760FE1A2DEF4}"/>
              </a:ext>
            </a:extLst>
          </p:cNvPr>
          <p:cNvSpPr>
            <a:spLocks noGrp="1"/>
          </p:cNvSpPr>
          <p:nvPr>
            <p:ph type="title"/>
          </p:nvPr>
        </p:nvSpPr>
        <p:spPr/>
        <p:txBody>
          <a:bodyPr>
            <a:normAutofit/>
          </a:bodyPr>
          <a:lstStyle/>
          <a:p>
            <a:r>
              <a:rPr lang="en-US" dirty="0"/>
              <a:t>Sentiment Analysis of Movie Reviews</a:t>
            </a:r>
          </a:p>
        </p:txBody>
      </p:sp>
      <p:sp>
        <p:nvSpPr>
          <p:cNvPr id="3" name="Content Placeholder 2">
            <a:extLst>
              <a:ext uri="{FF2B5EF4-FFF2-40B4-BE49-F238E27FC236}">
                <a16:creationId xmlns:a16="http://schemas.microsoft.com/office/drawing/2014/main" id="{CA818D56-B852-D4FC-E994-990B5F898E18}"/>
              </a:ext>
            </a:extLst>
          </p:cNvPr>
          <p:cNvSpPr>
            <a:spLocks noGrp="1"/>
          </p:cNvSpPr>
          <p:nvPr>
            <p:ph idx="1"/>
          </p:nvPr>
        </p:nvSpPr>
        <p:spPr>
          <a:xfrm>
            <a:off x="838200" y="1706008"/>
            <a:ext cx="10515600" cy="3009684"/>
          </a:xfrm>
        </p:spPr>
        <p:txBody>
          <a:bodyPr/>
          <a:lstStyle/>
          <a:p>
            <a:r>
              <a:rPr lang="en-US" dirty="0"/>
              <a:t>This application will go through the entire text preprocessing pipeline and show how it contributes to a real-world NLP task.</a:t>
            </a:r>
          </a:p>
          <a:p>
            <a:r>
              <a:rPr lang="en-US" dirty="0"/>
              <a:t>Setup:</a:t>
            </a:r>
          </a:p>
          <a:p>
            <a:pPr lvl="1"/>
            <a:r>
              <a:rPr lang="en-US" dirty="0"/>
              <a:t>Dataset: Use a small dataset of movie reviews (positive and negative) - you could use a subset of IMDB reviews or create 10-15 simple examples.</a:t>
            </a:r>
          </a:p>
          <a:p>
            <a:pPr lvl="1"/>
            <a:r>
              <a:rPr lang="en-US" dirty="0"/>
              <a:t>Visual Flow: Create a slide that shows the entire pipeline:</a:t>
            </a:r>
          </a:p>
          <a:p>
            <a:pPr lvl="2"/>
            <a:r>
              <a:rPr lang="en-US" dirty="0"/>
              <a:t>Raw Text → Tokenization → Normalization → Stop Words Removal → Stemming/Lemmatization → </a:t>
            </a:r>
            <a:r>
              <a:rPr lang="en-US" dirty="0" err="1"/>
              <a:t>BoW</a:t>
            </a:r>
            <a:r>
              <a:rPr lang="en-US" dirty="0"/>
              <a:t> → Classification</a:t>
            </a:r>
          </a:p>
        </p:txBody>
      </p:sp>
      <p:sp>
        <p:nvSpPr>
          <p:cNvPr id="5" name="Content Placeholder 2">
            <a:extLst>
              <a:ext uri="{FF2B5EF4-FFF2-40B4-BE49-F238E27FC236}">
                <a16:creationId xmlns:a16="http://schemas.microsoft.com/office/drawing/2014/main" id="{E4B45F60-6A90-D73F-5226-35583B598BAF}"/>
              </a:ext>
            </a:extLst>
          </p:cNvPr>
          <p:cNvSpPr txBox="1">
            <a:spLocks/>
          </p:cNvSpPr>
          <p:nvPr/>
        </p:nvSpPr>
        <p:spPr>
          <a:xfrm>
            <a:off x="4628433" y="5378867"/>
            <a:ext cx="2114006" cy="39992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Click to open code file</a:t>
            </a:r>
          </a:p>
        </p:txBody>
      </p:sp>
      <p:pic>
        <p:nvPicPr>
          <p:cNvPr id="7" name="Graphic 6">
            <a:hlinkClick r:id="rId2"/>
            <a:extLst>
              <a:ext uri="{FF2B5EF4-FFF2-40B4-BE49-F238E27FC236}">
                <a16:creationId xmlns:a16="http://schemas.microsoft.com/office/drawing/2014/main" id="{4E45092A-0334-B657-140F-ACD0923345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81575" y="5151992"/>
            <a:ext cx="1114425" cy="190500"/>
          </a:xfrm>
          <a:prstGeom prst="rect">
            <a:avLst/>
          </a:prstGeom>
        </p:spPr>
      </p:pic>
    </p:spTree>
    <p:extLst>
      <p:ext uri="{BB962C8B-B14F-4D97-AF65-F5344CB8AC3E}">
        <p14:creationId xmlns:p14="http://schemas.microsoft.com/office/powerpoint/2010/main" val="517288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D1F3C7-1350-E8D3-DB2E-64D5F20C065A}"/>
              </a:ext>
            </a:extLst>
          </p:cNvPr>
          <p:cNvSpPr txBox="1"/>
          <p:nvPr/>
        </p:nvSpPr>
        <p:spPr>
          <a:xfrm>
            <a:off x="378822" y="359939"/>
            <a:ext cx="11188337" cy="6555641"/>
          </a:xfrm>
          <a:prstGeom prst="rect">
            <a:avLst/>
          </a:prstGeom>
          <a:noFill/>
        </p:spPr>
        <p:txBody>
          <a:bodyPr wrap="square">
            <a:spAutoFit/>
          </a:bodyPr>
          <a:lstStyle/>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pandas </a:t>
            </a:r>
            <a:r>
              <a:rPr lang="en-US" sz="1200" b="0" dirty="0">
                <a:solidFill>
                  <a:srgbClr val="0000FF"/>
                </a:solidFill>
                <a:effectLst/>
                <a:latin typeface="Consolas" panose="020B0609020204030204" pitchFamily="49" charset="0"/>
              </a:rPr>
              <a:t>as</a:t>
            </a:r>
            <a:r>
              <a:rPr lang="en-US" sz="1200" b="0" dirty="0">
                <a:solidFill>
                  <a:srgbClr val="000000"/>
                </a:solidFill>
                <a:effectLst/>
                <a:latin typeface="Consolas" panose="020B0609020204030204" pitchFamily="49" charset="0"/>
              </a:rPr>
              <a:t> pd</a:t>
            </a: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re</a:t>
            </a: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nltk.tokenize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word_tokenize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nltk.corpus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nltk.stem</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WordNetLemmatizer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sklearn.feature_extraction.text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CountVectorizer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sklearn.model_selection</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train_test_split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sklearn.naive_bayes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MultinomialNB</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sklearn.metrics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classification_report</a:t>
            </a:r>
            <a:endParaRPr lang="en-US" sz="1200" b="0" dirty="0">
              <a:solidFill>
                <a:srgbClr val="000000"/>
              </a:solidFill>
              <a:effectLst/>
              <a:latin typeface="Consolas" panose="020B0609020204030204" pitchFamily="49" charset="0"/>
            </a:endParaRP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Download necessary NLTK data</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punkt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stopwords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'wordnet'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Sample movie reviews dataset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reviews =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was absolutely fantastic! Great acting and storyline."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loved this film. The characters were so well developed."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"Amazing cinematography and directing. One of the best films I've seen."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acting was good but the story was too predictable."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"Terrible movie. I wasted two hours of my life."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special effects were amazing but everything else was boring."</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enjoyed the action sequences but the dialogue was poorly written."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"Brilliant performance by the lead actor! Highly recommended."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"So disappointing. The trailer was better than the actual movie."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 masterpiece of modern cinema. I was captivated throughout."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8000"/>
                </a:solidFill>
                <a:effectLst/>
                <a:latin typeface="Consolas" panose="020B0609020204030204" pitchFamily="49" charset="0"/>
              </a:rPr>
              <a:t># Create </a:t>
            </a:r>
            <a:r>
              <a:rPr lang="en-US" sz="1200" b="0" dirty="0" err="1">
                <a:solidFill>
                  <a:srgbClr val="008000"/>
                </a:solidFill>
                <a:effectLst/>
                <a:latin typeface="Consolas" panose="020B0609020204030204" pitchFamily="49" charset="0"/>
              </a:rPr>
              <a:t>DataFrame</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(reviews)</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"Original Data:"</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df.head</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283541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F05C-7ED4-A81E-1AA4-60A50CE7FB9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72C821-585F-77A9-F385-F40038517445}"/>
              </a:ext>
            </a:extLst>
          </p:cNvPr>
          <p:cNvSpPr txBox="1"/>
          <p:nvPr/>
        </p:nvSpPr>
        <p:spPr>
          <a:xfrm>
            <a:off x="195943" y="307689"/>
            <a:ext cx="11508377" cy="6376104"/>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Step 1: Tokenization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word_tokenize</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tokenization: </a:t>
            </a:r>
            <a:r>
              <a:rPr lang="en-US" sz="1200" b="0" dirty="0">
                <a:solidFill>
                  <a:srgbClr val="000000"/>
                </a:solidFill>
                <a:effectLst/>
                <a:latin typeface="Consolas" panose="020B0609020204030204" pitchFamily="49" charset="0"/>
              </a:rPr>
              <a:t>{tokens}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tokens</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2: Normalization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Convert to lowercase and remove punctuation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normalized = [</a:t>
            </a:r>
            <a:r>
              <a:rPr lang="en-US" sz="1200" b="0" dirty="0" err="1">
                <a:solidFill>
                  <a:srgbClr val="000000"/>
                </a:solidFill>
                <a:effectLst/>
                <a:latin typeface="Consolas" panose="020B0609020204030204" pitchFamily="49" charset="0"/>
              </a:rPr>
              <a:t>re.sub</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r</a:t>
            </a:r>
            <a:r>
              <a:rPr lang="en-US" sz="1200" b="0" dirty="0">
                <a:solidFill>
                  <a:srgbClr val="811F3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r>
              <a:rPr lang="en-US" sz="1200" b="0" dirty="0">
                <a:solidFill>
                  <a:srgbClr val="811F3F"/>
                </a:solidFill>
                <a:effectLst/>
                <a:latin typeface="Consolas" panose="020B0609020204030204" pitchFamily="49" charset="0"/>
              </a:rPr>
              <a:t>\w\s]'</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token.lower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normalized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normalized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8000"/>
                </a:solidFill>
                <a:effectLst/>
                <a:latin typeface="Consolas" panose="020B0609020204030204" pitchFamily="49" charset="0"/>
              </a:rPr>
              <a:t># Remove empty strings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normalization: </a:t>
            </a:r>
            <a:r>
              <a:rPr lang="en-US" sz="1200" b="0" dirty="0">
                <a:solidFill>
                  <a:srgbClr val="000000"/>
                </a:solidFill>
                <a:effectLst/>
                <a:latin typeface="Consolas" panose="020B0609020204030204" pitchFamily="49" charset="0"/>
              </a:rPr>
              <a:t>{normalized}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normalized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3: Remove stop 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 = set(</a:t>
            </a:r>
            <a:r>
              <a:rPr lang="en-US" sz="1200" b="0" dirty="0" err="1">
                <a:solidFill>
                  <a:srgbClr val="000000"/>
                </a:solidFill>
                <a:effectLst/>
                <a:latin typeface="Consolas" panose="020B0609020204030204" pitchFamily="49" charset="0"/>
              </a:rPr>
              <a:t>stopwords.words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english</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filtered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not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stopword</a:t>
            </a:r>
            <a:r>
              <a:rPr lang="en-US" sz="1200" b="0" dirty="0">
                <a:solidFill>
                  <a:srgbClr val="A31515"/>
                </a:solidFill>
                <a:effectLst/>
                <a:latin typeface="Consolas" panose="020B0609020204030204" pitchFamily="49" charset="0"/>
              </a:rPr>
              <a:t> removal: </a:t>
            </a:r>
            <a:r>
              <a:rPr lang="en-US" sz="1200" b="0" dirty="0">
                <a:solidFill>
                  <a:srgbClr val="000000"/>
                </a:solidFill>
                <a:effectLst/>
                <a:latin typeface="Consolas" panose="020B0609020204030204" pitchFamily="49" charset="0"/>
              </a:rPr>
              <a:t>{filtered}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filtered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4a: Stemming</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stemmer =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stemmed = [</a:t>
            </a:r>
            <a:r>
              <a:rPr lang="en-US" sz="1200" b="0" dirty="0" err="1">
                <a:solidFill>
                  <a:srgbClr val="000000"/>
                </a:solidFill>
                <a:effectLst/>
                <a:latin typeface="Consolas" panose="020B0609020204030204" pitchFamily="49" charset="0"/>
              </a:rPr>
              <a:t>stemmer.stem</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stemming: </a:t>
            </a:r>
            <a:r>
              <a:rPr lang="en-US" sz="1200" b="0" dirty="0">
                <a:solidFill>
                  <a:srgbClr val="000000"/>
                </a:solidFill>
                <a:effectLst/>
                <a:latin typeface="Consolas" panose="020B0609020204030204" pitchFamily="49" charset="0"/>
              </a:rPr>
              <a:t>{stemmed}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stemmed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4b: Lemmatization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lemmatizer</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WordNetLemmatizer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lemmatized = [</a:t>
            </a:r>
            <a:r>
              <a:rPr lang="en-US" sz="1200" b="0" dirty="0" err="1">
                <a:solidFill>
                  <a:srgbClr val="000000"/>
                </a:solidFill>
                <a:effectLst/>
                <a:latin typeface="Consolas" panose="020B0609020204030204" pitchFamily="49" charset="0"/>
              </a:rPr>
              <a:t>lemmatizer.lemmatize</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lemmatization: </a:t>
            </a:r>
            <a:r>
              <a:rPr lang="en-US" sz="1200" b="0" dirty="0">
                <a:solidFill>
                  <a:srgbClr val="000000"/>
                </a:solidFill>
                <a:effectLst/>
                <a:latin typeface="Consolas" panose="020B0609020204030204" pitchFamily="49" charset="0"/>
              </a:rPr>
              <a:t>{lemmatized}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lemmatized</a:t>
            </a:r>
          </a:p>
        </p:txBody>
      </p:sp>
    </p:spTree>
    <p:extLst>
      <p:ext uri="{BB962C8B-B14F-4D97-AF65-F5344CB8AC3E}">
        <p14:creationId xmlns:p14="http://schemas.microsoft.com/office/powerpoint/2010/main" val="40666240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51003-FB54-8F8A-86EB-8558D15119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D8AF12-87DE-57A8-CC84-2D601E00B4EE}"/>
              </a:ext>
            </a:extLst>
          </p:cNvPr>
          <p:cNvSpPr txBox="1"/>
          <p:nvPr/>
        </p:nvSpPr>
        <p:spPr>
          <a:xfrm>
            <a:off x="189412" y="-28357"/>
            <a:ext cx="11567160" cy="6914713"/>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Complete preprocessing pipeline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the preprocessing pipeline on one example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"PREPROCESSING PIPELINE DEMONSTRATION:"</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"Original</a:t>
            </a:r>
            <a:r>
              <a:rPr lang="en-US" sz="1200" b="0" dirty="0">
                <a:solidFill>
                  <a:srgbClr val="A31515"/>
                </a:solidFill>
                <a:effectLst/>
                <a:latin typeface="Consolas" panose="020B0609020204030204" pitchFamily="49" charset="0"/>
              </a:rPr>
              <a:t> text: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processed_tokens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Process all reviews</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].apply(</a:t>
            </a:r>
            <a:r>
              <a:rPr lang="en-US" sz="1200" b="0" dirty="0">
                <a:solidFill>
                  <a:srgbClr val="0000FF"/>
                </a:solidFill>
                <a:effectLst/>
                <a:latin typeface="Consolas" panose="020B0609020204030204" pitchFamily="49" charset="0"/>
              </a:rPr>
              <a:t>lambda</a:t>
            </a:r>
            <a:r>
              <a:rPr lang="en-US" sz="1200" b="0" dirty="0">
                <a:solidFill>
                  <a:srgbClr val="000000"/>
                </a:solidFill>
                <a:effectLst/>
                <a:latin typeface="Consolas" panose="020B0609020204030204" pitchFamily="49" charset="0"/>
              </a:rPr>
              <a:t> x: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(x,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"Processed Reviews:"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]].head())</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5: Bag of Words representation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vectorizer = </a:t>
            </a:r>
            <a:r>
              <a:rPr lang="en-US" sz="1200" b="0" dirty="0" err="1">
                <a:solidFill>
                  <a:srgbClr val="000000"/>
                </a:solidFill>
                <a:effectLst/>
                <a:latin typeface="Consolas" panose="020B0609020204030204" pitchFamily="49" charset="0"/>
              </a:rPr>
              <a:t>CountVectorizer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X = </a:t>
            </a:r>
            <a:r>
              <a:rPr lang="en-US" sz="1200" b="0" dirty="0" err="1">
                <a:solidFill>
                  <a:srgbClr val="000000"/>
                </a:solidFill>
                <a:effectLst/>
                <a:latin typeface="Consolas" panose="020B0609020204030204" pitchFamily="49" charset="0"/>
              </a:rPr>
              <a:t>vectorizer.fit_transform</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vocabulary</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"Bag of Words Vocabulary:"</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BOW representation for first few documents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"BOW Matrix (First 3 Documents):"</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bow_df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X.toarray</a:t>
            </a:r>
            <a:r>
              <a:rPr lang="en-US" sz="1200" b="0" dirty="0">
                <a:solidFill>
                  <a:srgbClr val="000000"/>
                </a:solidFill>
                <a:effectLst/>
                <a:latin typeface="Consolas" panose="020B0609020204030204" pitchFamily="49" charset="0"/>
              </a:rPr>
              <a:t>(), columns=</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bow_df.head</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3184734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5A0E5-2076-8DAF-F901-8E7F82D244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7810EE-8111-BD9B-4A1B-7D196A06E838}"/>
              </a:ext>
            </a:extLst>
          </p:cNvPr>
          <p:cNvSpPr txBox="1"/>
          <p:nvPr/>
        </p:nvSpPr>
        <p:spPr>
          <a:xfrm>
            <a:off x="58783" y="515022"/>
            <a:ext cx="12579531" cy="6095066"/>
          </a:xfrm>
          <a:prstGeom prst="rect">
            <a:avLst/>
          </a:prstGeom>
          <a:noFill/>
        </p:spPr>
        <p:txBody>
          <a:bodyPr wrap="square">
            <a:spAutoFit/>
          </a:bodyPr>
          <a:lstStyle/>
          <a:p>
            <a:pPr>
              <a:lnSpc>
                <a:spcPts val="1200"/>
              </a:lnSpc>
              <a:buNone/>
            </a:pPr>
            <a:r>
              <a:rPr lang="en-US" sz="1200" b="0" dirty="0">
                <a:solidFill>
                  <a:srgbClr val="008000"/>
                </a:solidFill>
                <a:effectLst/>
                <a:latin typeface="Consolas" panose="020B0609020204030204" pitchFamily="49" charset="0"/>
              </a:rPr>
              <a:t># Step 6: Simple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train_test_split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X,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test_size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random_state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42</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Train a Naive Bayes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clf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MultinomialNB</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clf.fit</a:t>
            </a: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Make predictions</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Evaluate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"SENTIMENT CLASSIFICATION RESULTS:"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"Accuracy</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:.2f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nClassification</a:t>
            </a:r>
            <a:r>
              <a:rPr lang="en-US" sz="1200" b="0" dirty="0">
                <a:solidFill>
                  <a:srgbClr val="A31515"/>
                </a:solidFill>
                <a:effectLst/>
                <a:latin typeface="Consolas" panose="020B0609020204030204" pitchFamily="49" charset="0"/>
              </a:rPr>
              <a:t> Report:"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classification_report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classification on new examples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(text):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Preprocess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processed =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Transform to BOW</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bow = </a:t>
            </a:r>
            <a:r>
              <a:rPr lang="en-US" sz="1200" b="0" dirty="0" err="1">
                <a:solidFill>
                  <a:srgbClr val="000000"/>
                </a:solidFill>
                <a:effectLst/>
                <a:latin typeface="Consolas" panose="020B0609020204030204" pitchFamily="49" charset="0"/>
              </a:rPr>
              <a:t>vectorizer.transform</a:t>
            </a:r>
            <a:r>
              <a:rPr lang="en-US" sz="1200" b="0" dirty="0">
                <a:solidFill>
                  <a:srgbClr val="000000"/>
                </a:solidFill>
                <a:effectLst/>
                <a:latin typeface="Consolas" panose="020B0609020204030204" pitchFamily="49" charset="0"/>
              </a:rPr>
              <a:t>([processed])</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Predict</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prediction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(bow)[</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a:solidFill>
                  <a:srgbClr val="A31515"/>
                </a:solidFill>
                <a:effectLst/>
                <a:latin typeface="Consolas" panose="020B0609020204030204" pitchFamily="49" charset="0"/>
              </a:rPr>
              <a:t>"Positive"</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prediction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"Negative"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sentiment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nTRY</a:t>
            </a:r>
            <a:r>
              <a:rPr lang="en-US" sz="1200" b="0" dirty="0">
                <a:solidFill>
                  <a:srgbClr val="A31515"/>
                </a:solidFill>
                <a:effectLst/>
                <a:latin typeface="Consolas" panose="020B0609020204030204" pitchFamily="49" charset="0"/>
              </a:rPr>
              <a:t> WITH NEW EXAMPLES:"</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 = [</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exceeded all my expectations. The plot was incredible!"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"What a waste of time. The worst movie I've seen this year."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review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(review)</a:t>
            </a:r>
          </a:p>
          <a:p>
            <a:pPr>
              <a:lnSpc>
                <a:spcPts val="1200"/>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"Predicted</a:t>
            </a:r>
            <a:r>
              <a:rPr lang="en-US" sz="1200" b="0" dirty="0">
                <a:solidFill>
                  <a:srgbClr val="A31515"/>
                </a:solidFill>
                <a:effectLst/>
                <a:latin typeface="Consolas" panose="020B0609020204030204" pitchFamily="49" charset="0"/>
              </a:rPr>
              <a:t> sentiment: </a:t>
            </a:r>
            <a:r>
              <a:rPr lang="en-US" sz="1200" b="0" dirty="0">
                <a:solidFill>
                  <a:srgbClr val="000000"/>
                </a:solidFill>
                <a:effectLst/>
                <a:latin typeface="Consolas" panose="020B0609020204030204" pitchFamily="49" charset="0"/>
              </a:rPr>
              <a:t>{sentiment}\n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850779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C91F0E-E051-C42F-5CF0-4301F606A56E}"/>
              </a:ext>
            </a:extLst>
          </p:cNvPr>
          <p:cNvSpPr>
            <a:spLocks noGrp="1"/>
          </p:cNvSpPr>
          <p:nvPr>
            <p:ph type="title"/>
          </p:nvPr>
        </p:nvSpPr>
        <p:spPr/>
        <p:txBody>
          <a:bodyPr/>
          <a:lstStyle/>
          <a:p>
            <a:r>
              <a:rPr lang="en-US" dirty="0"/>
              <a:t>Language Models</a:t>
            </a:r>
          </a:p>
        </p:txBody>
      </p:sp>
      <p:sp>
        <p:nvSpPr>
          <p:cNvPr id="5" name="Text Placeholder 4">
            <a:extLst>
              <a:ext uri="{FF2B5EF4-FFF2-40B4-BE49-F238E27FC236}">
                <a16:creationId xmlns:a16="http://schemas.microsoft.com/office/drawing/2014/main" id="{E91FDDBF-6326-4631-9B52-C042061CEE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6270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83F-1AF2-9F93-36C9-599166F18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03DAF-5696-AC19-F8F3-CD988D3057AE}"/>
              </a:ext>
            </a:extLst>
          </p:cNvPr>
          <p:cNvSpPr>
            <a:spLocks noGrp="1"/>
          </p:cNvSpPr>
          <p:nvPr>
            <p:ph type="title"/>
          </p:nvPr>
        </p:nvSpPr>
        <p:spPr/>
        <p:txBody>
          <a:bodyPr/>
          <a:lstStyle/>
          <a:p>
            <a:r>
              <a:rPr lang="en-US" dirty="0"/>
              <a:t>Language Models: N-grams</a:t>
            </a:r>
          </a:p>
        </p:txBody>
      </p:sp>
      <p:sp>
        <p:nvSpPr>
          <p:cNvPr id="3" name="Content Placeholder 2">
            <a:extLst>
              <a:ext uri="{FF2B5EF4-FFF2-40B4-BE49-F238E27FC236}">
                <a16:creationId xmlns:a16="http://schemas.microsoft.com/office/drawing/2014/main" id="{7D988BEA-61D0-FF52-BEAC-D65E0B8CE8A1}"/>
              </a:ext>
            </a:extLst>
          </p:cNvPr>
          <p:cNvSpPr>
            <a:spLocks noGrp="1"/>
          </p:cNvSpPr>
          <p:nvPr>
            <p:ph idx="1"/>
          </p:nvPr>
        </p:nvSpPr>
        <p:spPr/>
        <p:txBody>
          <a:bodyPr>
            <a:normAutofit fontScale="77500" lnSpcReduction="20000"/>
          </a:bodyPr>
          <a:lstStyle/>
          <a:p>
            <a:pPr marL="0" indent="0">
              <a:buNone/>
            </a:pPr>
            <a:r>
              <a:rPr lang="en-US" dirty="0"/>
              <a:t>Language models are statistical or neural models that capture the probability distribution of words or tokens in a language. </a:t>
            </a:r>
          </a:p>
          <a:p>
            <a:pPr marL="0" indent="0">
              <a:buNone/>
            </a:pPr>
            <a:r>
              <a:rPr lang="en-US" dirty="0"/>
              <a:t>They predict the likelihood of a sequence of words occurring together, enabling machines to understand and generate human language.</a:t>
            </a:r>
          </a:p>
          <a:p>
            <a:pPr>
              <a:buNone/>
            </a:pPr>
            <a:r>
              <a:rPr lang="en-US" b="1" dirty="0"/>
              <a:t>Types of Language Models</a:t>
            </a:r>
          </a:p>
          <a:p>
            <a:pPr>
              <a:buNone/>
            </a:pPr>
            <a:r>
              <a:rPr lang="en-US" b="1" dirty="0"/>
              <a:t>1) Statistical Language Models</a:t>
            </a:r>
          </a:p>
          <a:p>
            <a:pPr>
              <a:buFont typeface="Arial" panose="020B0604020202020204" pitchFamily="34" charset="0"/>
              <a:buChar char="•"/>
            </a:pPr>
            <a:r>
              <a:rPr lang="en-US" b="1" dirty="0"/>
              <a:t>N-gram Models</a:t>
            </a:r>
            <a:r>
              <a:rPr lang="en-US" dirty="0"/>
              <a:t>: Predict the next word based on the previous N-1 words </a:t>
            </a:r>
          </a:p>
          <a:p>
            <a:pPr marL="742950" lvl="1" indent="-285750">
              <a:buFont typeface="Arial" panose="020B0604020202020204" pitchFamily="34" charset="0"/>
              <a:buChar char="•"/>
            </a:pPr>
            <a:r>
              <a:rPr lang="en-US" dirty="0"/>
              <a:t>Unigram: P(word) - individual word probabilities</a:t>
            </a:r>
          </a:p>
          <a:p>
            <a:pPr marL="742950" lvl="1" indent="-285750">
              <a:buFont typeface="Arial" panose="020B0604020202020204" pitchFamily="34" charset="0"/>
              <a:buChar char="•"/>
            </a:pPr>
            <a:r>
              <a:rPr lang="en-US" dirty="0"/>
              <a:t>Bigram: P(word₂|word₁) - probability of word₂ given word₁</a:t>
            </a:r>
          </a:p>
          <a:p>
            <a:pPr marL="742950" lvl="1" indent="-285750">
              <a:buFont typeface="Arial" panose="020B0604020202020204" pitchFamily="34" charset="0"/>
              <a:buChar char="•"/>
            </a:pPr>
            <a:r>
              <a:rPr lang="en-US" dirty="0"/>
              <a:t>Trigram: P(word₃|</a:t>
            </a:r>
            <a:r>
              <a:rPr lang="en-US" dirty="0" err="1"/>
              <a:t>word₁,word</a:t>
            </a:r>
            <a:r>
              <a:rPr lang="en-US" dirty="0"/>
              <a:t>₂) - probability of word₃ given word₁ and word₂</a:t>
            </a:r>
          </a:p>
          <a:p>
            <a:pPr>
              <a:buNone/>
            </a:pPr>
            <a:r>
              <a:rPr lang="en-US" b="1" dirty="0"/>
              <a:t>2) Neural Language Models</a:t>
            </a:r>
          </a:p>
          <a:p>
            <a:pPr>
              <a:buFont typeface="Arial" panose="020B0604020202020204" pitchFamily="34" charset="0"/>
              <a:buChar char="•"/>
            </a:pPr>
            <a:r>
              <a:rPr lang="en-US" b="1" dirty="0"/>
              <a:t>RNN/LSTM-based</a:t>
            </a:r>
            <a:r>
              <a:rPr lang="en-US" dirty="0"/>
              <a:t>: Process sequences by maintaining hidden states </a:t>
            </a:r>
          </a:p>
          <a:p>
            <a:pPr marL="742950" lvl="1" indent="-285750">
              <a:buFont typeface="Arial" panose="020B0604020202020204" pitchFamily="34" charset="0"/>
              <a:buChar char="•"/>
            </a:pPr>
            <a:r>
              <a:rPr lang="en-US" dirty="0"/>
              <a:t>Better at capturing long-range dependencies than n-grams</a:t>
            </a:r>
          </a:p>
          <a:p>
            <a:pPr marL="742950" lvl="1" indent="-285750">
              <a:buFont typeface="Arial" panose="020B0604020202020204" pitchFamily="34" charset="0"/>
              <a:buChar char="•"/>
            </a:pPr>
            <a:r>
              <a:rPr lang="en-US" dirty="0"/>
              <a:t>Examples: Early versions of Google Translate</a:t>
            </a:r>
          </a:p>
          <a:p>
            <a:pPr>
              <a:buFont typeface="Arial" panose="020B0604020202020204" pitchFamily="34" charset="0"/>
              <a:buChar char="•"/>
            </a:pPr>
            <a:r>
              <a:rPr lang="en-US" b="1" dirty="0"/>
              <a:t>Transformer-based</a:t>
            </a:r>
            <a:r>
              <a:rPr lang="en-US" dirty="0"/>
              <a:t>: Use attention mechanisms to process entire sequences </a:t>
            </a:r>
          </a:p>
          <a:p>
            <a:pPr marL="742950" lvl="1" indent="-285750">
              <a:buFont typeface="Arial" panose="020B0604020202020204" pitchFamily="34" charset="0"/>
              <a:buChar char="•"/>
            </a:pPr>
            <a:r>
              <a:rPr lang="en-US" dirty="0"/>
              <a:t>BERT: Bidirectional, focuses on understanding context</a:t>
            </a:r>
          </a:p>
          <a:p>
            <a:pPr marL="742950" lvl="1" indent="-285750">
              <a:buFont typeface="Arial" panose="020B0604020202020204" pitchFamily="34" charset="0"/>
              <a:buChar char="•"/>
            </a:pPr>
            <a:r>
              <a:rPr lang="en-US" dirty="0"/>
              <a:t>GPT: Autoregressive, focuses on text generation</a:t>
            </a:r>
          </a:p>
          <a:p>
            <a:pPr marL="742950" lvl="1" indent="-285750">
              <a:buFont typeface="Arial" panose="020B0604020202020204" pitchFamily="34" charset="0"/>
              <a:buChar char="•"/>
            </a:pPr>
            <a:r>
              <a:rPr lang="en-US" dirty="0"/>
              <a:t>T5, </a:t>
            </a:r>
            <a:r>
              <a:rPr lang="en-US" dirty="0" err="1"/>
              <a:t>RoBERTa</a:t>
            </a:r>
            <a:r>
              <a:rPr lang="en-US" dirty="0"/>
              <a:t>, ELECTRA: Refinements of transformer architecture</a:t>
            </a:r>
          </a:p>
        </p:txBody>
      </p:sp>
    </p:spTree>
    <p:extLst>
      <p:ext uri="{BB962C8B-B14F-4D97-AF65-F5344CB8AC3E}">
        <p14:creationId xmlns:p14="http://schemas.microsoft.com/office/powerpoint/2010/main" val="1841264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DB5D0-D88F-6743-CED4-6F576F09C5F4}"/>
              </a:ext>
            </a:extLst>
          </p:cNvPr>
          <p:cNvSpPr>
            <a:spLocks noGrp="1"/>
          </p:cNvSpPr>
          <p:nvPr>
            <p:ph type="title"/>
          </p:nvPr>
        </p:nvSpPr>
        <p:spPr/>
        <p:txBody>
          <a:bodyPr>
            <a:normAutofit/>
          </a:bodyPr>
          <a:lstStyle/>
          <a:p>
            <a:r>
              <a:rPr lang="en-US" b="1" dirty="0"/>
              <a:t>Core Concepts</a:t>
            </a:r>
            <a:endParaRPr lang="en-US" dirty="0"/>
          </a:p>
        </p:txBody>
      </p:sp>
      <p:sp>
        <p:nvSpPr>
          <p:cNvPr id="3" name="Content Placeholder 2">
            <a:extLst>
              <a:ext uri="{FF2B5EF4-FFF2-40B4-BE49-F238E27FC236}">
                <a16:creationId xmlns:a16="http://schemas.microsoft.com/office/drawing/2014/main" id="{F7989134-F312-1A22-436B-CB5CF1A8549A}"/>
              </a:ext>
            </a:extLst>
          </p:cNvPr>
          <p:cNvSpPr>
            <a:spLocks noGrp="1"/>
          </p:cNvSpPr>
          <p:nvPr>
            <p:ph idx="1"/>
          </p:nvPr>
        </p:nvSpPr>
        <p:spPr/>
        <p:txBody>
          <a:bodyPr>
            <a:normAutofit fontScale="92500" lnSpcReduction="10000"/>
          </a:bodyPr>
          <a:lstStyle/>
          <a:p>
            <a:pPr marL="0" indent="0">
              <a:buNone/>
            </a:pPr>
            <a:r>
              <a:rPr lang="en-US" b="1" dirty="0"/>
              <a:t>Tokenization</a:t>
            </a:r>
            <a:r>
              <a:rPr lang="en-US" dirty="0"/>
              <a:t>: Breaking text into tokens (words, </a:t>
            </a:r>
            <a:r>
              <a:rPr lang="en-US" dirty="0" err="1"/>
              <a:t>subwords</a:t>
            </a:r>
            <a:r>
              <a:rPr lang="en-US" dirty="0"/>
              <a:t>, or characters)</a:t>
            </a:r>
          </a:p>
          <a:p>
            <a:pPr marL="0" indent="0">
              <a:buNone/>
            </a:pPr>
            <a:r>
              <a:rPr lang="en-US" b="1" dirty="0"/>
              <a:t>Embeddings</a:t>
            </a:r>
            <a:r>
              <a:rPr lang="en-US" dirty="0"/>
              <a:t>: Dense vector representations of words/tokens </a:t>
            </a:r>
          </a:p>
          <a:p>
            <a:pPr lvl="1"/>
            <a:r>
              <a:rPr lang="en-US" dirty="0"/>
              <a:t>Word2Vec, </a:t>
            </a:r>
            <a:r>
              <a:rPr lang="en-US" dirty="0" err="1"/>
              <a:t>GloVe</a:t>
            </a:r>
            <a:r>
              <a:rPr lang="en-US" dirty="0"/>
              <a:t>: Context-independent embeddings</a:t>
            </a:r>
          </a:p>
          <a:p>
            <a:pPr lvl="1"/>
            <a:r>
              <a:rPr lang="en-US" dirty="0"/>
              <a:t>Contextual embeddings: Different representations based on context</a:t>
            </a:r>
          </a:p>
          <a:p>
            <a:pPr marL="0" indent="0">
              <a:buNone/>
            </a:pPr>
            <a:r>
              <a:rPr lang="en-US" b="1" dirty="0"/>
              <a:t>Perplexity</a:t>
            </a:r>
            <a:r>
              <a:rPr lang="en-US" dirty="0"/>
              <a:t>: Evaluation metric measuring how well a model predicts a sample </a:t>
            </a:r>
          </a:p>
          <a:p>
            <a:pPr lvl="1"/>
            <a:r>
              <a:rPr lang="en-US" dirty="0"/>
              <a:t>Lower perplexity = better prediction</a:t>
            </a:r>
          </a:p>
          <a:p>
            <a:pPr marL="0" indent="0">
              <a:buNone/>
            </a:pPr>
            <a:r>
              <a:rPr lang="en-US" b="1" dirty="0"/>
              <a:t>Fine-tuning</a:t>
            </a:r>
            <a:r>
              <a:rPr lang="en-US" dirty="0"/>
              <a:t>: Adapting pre-trained models to specific tasks</a:t>
            </a:r>
          </a:p>
          <a:p>
            <a:pPr>
              <a:buNone/>
            </a:pPr>
            <a:r>
              <a:rPr lang="en-US" b="1" dirty="0"/>
              <a:t>Applications:</a:t>
            </a:r>
          </a:p>
          <a:p>
            <a:pPr lvl="1"/>
            <a:r>
              <a:rPr lang="en-US" b="1" dirty="0"/>
              <a:t>Text Generation</a:t>
            </a:r>
            <a:r>
              <a:rPr lang="en-US" dirty="0"/>
              <a:t>: Writing assistance, content creation</a:t>
            </a:r>
          </a:p>
          <a:p>
            <a:pPr lvl="1"/>
            <a:r>
              <a:rPr lang="en-US" b="1" dirty="0"/>
              <a:t>Machine Translation</a:t>
            </a:r>
            <a:r>
              <a:rPr lang="en-US" dirty="0"/>
              <a:t>: Converting text between languages</a:t>
            </a:r>
          </a:p>
          <a:p>
            <a:pPr lvl="1"/>
            <a:r>
              <a:rPr lang="en-US" b="1" dirty="0"/>
              <a:t>Summarization</a:t>
            </a:r>
            <a:r>
              <a:rPr lang="en-US" dirty="0"/>
              <a:t>: Condensing documents while preserving meaning</a:t>
            </a:r>
          </a:p>
          <a:p>
            <a:pPr lvl="1"/>
            <a:r>
              <a:rPr lang="en-US" b="1" dirty="0"/>
              <a:t>Question Answering</a:t>
            </a:r>
            <a:r>
              <a:rPr lang="en-US" dirty="0"/>
              <a:t>: Understanding and responding to queries</a:t>
            </a:r>
          </a:p>
          <a:p>
            <a:pPr lvl="1"/>
            <a:r>
              <a:rPr lang="en-US" b="1" dirty="0"/>
              <a:t>Text Classification</a:t>
            </a:r>
            <a:r>
              <a:rPr lang="en-US" dirty="0"/>
              <a:t>: Sentiment analysis, topic categorization</a:t>
            </a:r>
          </a:p>
          <a:p>
            <a:pPr lvl="1"/>
            <a:r>
              <a:rPr lang="en-US" b="1" dirty="0"/>
              <a:t>Dialogue Systems</a:t>
            </a:r>
            <a:r>
              <a:rPr lang="en-US" dirty="0"/>
              <a:t>: Conversational agents and chatbots</a:t>
            </a:r>
          </a:p>
          <a:p>
            <a:endParaRPr lang="en-US" dirty="0"/>
          </a:p>
        </p:txBody>
      </p:sp>
    </p:spTree>
    <p:extLst>
      <p:ext uri="{BB962C8B-B14F-4D97-AF65-F5344CB8AC3E}">
        <p14:creationId xmlns:p14="http://schemas.microsoft.com/office/powerpoint/2010/main" val="474434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753B2-8577-073C-9D54-375F0C88B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30C5D-F7A6-57A6-FC91-B22735582863}"/>
              </a:ext>
            </a:extLst>
          </p:cNvPr>
          <p:cNvSpPr>
            <a:spLocks noGrp="1"/>
          </p:cNvSpPr>
          <p:nvPr>
            <p:ph type="title"/>
          </p:nvPr>
        </p:nvSpPr>
        <p:spPr/>
        <p:txBody>
          <a:bodyPr/>
          <a:lstStyle/>
          <a:p>
            <a:r>
              <a:rPr lang="en-US" dirty="0"/>
              <a:t>Implementing N-grams</a:t>
            </a:r>
          </a:p>
        </p:txBody>
      </p:sp>
      <p:sp>
        <p:nvSpPr>
          <p:cNvPr id="3" name="Content Placeholder 2">
            <a:extLst>
              <a:ext uri="{FF2B5EF4-FFF2-40B4-BE49-F238E27FC236}">
                <a16:creationId xmlns:a16="http://schemas.microsoft.com/office/drawing/2014/main" id="{F2642ABB-E5EA-5E94-ECA2-1C5C13EC4A20}"/>
              </a:ext>
            </a:extLst>
          </p:cNvPr>
          <p:cNvSpPr>
            <a:spLocks noGrp="1"/>
          </p:cNvSpPr>
          <p:nvPr>
            <p:ph idx="1"/>
          </p:nvPr>
        </p:nvSpPr>
        <p:spPr>
          <a:xfrm>
            <a:off x="838200" y="1600200"/>
            <a:ext cx="4901514" cy="5257799"/>
          </a:xfrm>
        </p:spPr>
        <p:txBody>
          <a:bodyPr>
            <a:normAutofit fontScale="92500" lnSpcReduction="10000"/>
          </a:bodyPr>
          <a:lstStyle/>
          <a:p>
            <a:pPr marL="0" indent="0">
              <a:lnSpc>
                <a:spcPct val="120000"/>
              </a:lnSpc>
              <a:spcBef>
                <a:spcPts val="0"/>
              </a:spcBef>
              <a:buNone/>
            </a:pP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random</a:t>
            </a:r>
          </a:p>
          <a:p>
            <a:pPr marL="0" indent="0">
              <a:lnSpc>
                <a:spcPct val="120000"/>
              </a:lnSpc>
              <a:spcBef>
                <a:spcPts val="0"/>
              </a:spcBef>
              <a:buNone/>
            </a:pPr>
            <a:r>
              <a:rPr lang="en-US" sz="700" b="0" dirty="0">
                <a:solidFill>
                  <a:srgbClr val="0000FF"/>
                </a:solidFill>
                <a:effectLst/>
                <a:latin typeface="Consolas" panose="020B0609020204030204" pitchFamily="49" charset="0"/>
              </a:rPr>
              <a:t>from</a:t>
            </a:r>
            <a:r>
              <a:rPr lang="en-US" sz="700" b="0" dirty="0">
                <a:solidFill>
                  <a:srgbClr val="000000"/>
                </a:solidFill>
                <a:effectLst/>
                <a:latin typeface="Consolas" panose="020B0609020204030204" pitchFamily="49" charset="0"/>
              </a:rPr>
              <a:t> collections </a:t>
            </a: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defaultdict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(text, n=</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"""Build an n-gram language model from text."""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tokens = </a:t>
            </a:r>
            <a:r>
              <a:rPr lang="en-US" sz="700" b="0" dirty="0" err="1">
                <a:solidFill>
                  <a:srgbClr val="000000"/>
                </a:solidFill>
                <a:effectLst/>
                <a:latin typeface="Consolas" panose="020B0609020204030204" pitchFamily="49" charset="0"/>
              </a:rPr>
              <a:t>word_tokenize</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text.lower</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defaultdict</a:t>
            </a:r>
            <a:r>
              <a:rPr lang="en-US" sz="700" b="0" dirty="0">
                <a:solidFill>
                  <a:srgbClr val="000000"/>
                </a:solidFill>
                <a:effectLst/>
                <a:latin typeface="Consolas" panose="020B0609020204030204" pitchFamily="49" charset="0"/>
              </a:rPr>
              <a:t>(list)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Create dictionary of n-grams and possible next words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i</a:t>
            </a: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a:t>
            </a:r>
            <a:r>
              <a:rPr lang="en-US" sz="700" b="0" dirty="0" err="1">
                <a:solidFill>
                  <a:srgbClr val="000000"/>
                </a:solidFill>
                <a:effectLst/>
                <a:latin typeface="Consolas" panose="020B0609020204030204" pitchFamily="49" charset="0"/>
              </a:rPr>
              <a:t>len</a:t>
            </a:r>
            <a:r>
              <a:rPr lang="en-US" sz="700" b="0" dirty="0">
                <a:solidFill>
                  <a:srgbClr val="000000"/>
                </a:solidFill>
                <a:effectLst/>
                <a:latin typeface="Consolas" panose="020B0609020204030204" pitchFamily="49" charset="0"/>
              </a:rPr>
              <a:t>(tokens) - n):</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 = tuple(tokens[</a:t>
            </a:r>
            <a:r>
              <a:rPr lang="en-US" sz="700" b="0" dirty="0" err="1">
                <a:solidFill>
                  <a:srgbClr val="000000"/>
                </a:solidFill>
                <a:effectLst/>
                <a:latin typeface="Consolas" panose="020B0609020204030204" pitchFamily="49" charset="0"/>
              </a:rPr>
              <a:t>i:i+n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tokens[</a:t>
            </a:r>
            <a:r>
              <a:rPr lang="en-US" sz="700" b="0" dirty="0" err="1">
                <a:solidFill>
                  <a:srgbClr val="000000"/>
                </a:solidFill>
                <a:effectLst/>
                <a:latin typeface="Consolas" panose="020B0609020204030204" pitchFamily="49" charset="0"/>
              </a:rPr>
              <a:t>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].append(</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(model, seed, length=</a:t>
            </a:r>
            <a:r>
              <a:rPr lang="en-US" sz="700" b="0" dirty="0">
                <a:solidFill>
                  <a:srgbClr val="098658"/>
                </a:solidFill>
                <a:effectLst/>
                <a:latin typeface="Consolas" panose="020B0609020204030204" pitchFamily="49" charset="0"/>
              </a:rPr>
              <a:t>20</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"""Generate text using the n-gram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seed</a:t>
            </a:r>
          </a:p>
          <a:p>
            <a:pPr marL="0" indent="0">
              <a:lnSpc>
                <a:spcPct val="120000"/>
              </a:lnSpc>
              <a:spcBef>
                <a:spcPts val="0"/>
              </a:spcBef>
              <a:buNone/>
            </a:pPr>
            <a:r>
              <a:rPr lang="en-US" sz="700" b="0" dirty="0">
                <a:solidFill>
                  <a:srgbClr val="000000"/>
                </a:solidFill>
                <a:effectLst/>
                <a:latin typeface="Consolas" panose="020B0609020204030204" pitchFamily="49" charset="0"/>
              </a:rPr>
              <a:t>    result = list(seed)</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_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range(length):</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if</a:t>
            </a:r>
            <a:r>
              <a:rPr lang="en-US" sz="700" b="0" dirty="0">
                <a:solidFill>
                  <a:srgbClr val="000000"/>
                </a:solidFill>
                <a:effectLst/>
                <a:latin typeface="Consolas" panose="020B0609020204030204" pitchFamily="49" charset="0"/>
              </a:rPr>
              <a:t> current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model:</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Randomly select a possible next word</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random.choice</a:t>
            </a:r>
            <a:r>
              <a:rPr lang="en-US" sz="700" b="0" dirty="0">
                <a:solidFill>
                  <a:srgbClr val="000000"/>
                </a:solidFill>
                <a:effectLst/>
                <a:latin typeface="Consolas" panose="020B0609020204030204" pitchFamily="49" charset="0"/>
              </a:rPr>
              <a:t>(model[current])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result.append</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Update current n-gram</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current[</a:t>
            </a:r>
            <a:r>
              <a:rPr lang="en-US" sz="700" b="0" dirty="0">
                <a:solidFill>
                  <a:srgbClr val="098658"/>
                </a:solidFill>
                <a:effectLst/>
                <a:latin typeface="Consolas" panose="020B0609020204030204" pitchFamily="49" charset="0"/>
              </a:rPr>
              <a:t>1</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else</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If current n-gram is not in model, 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 '</a:t>
            </a:r>
            <a:r>
              <a:rPr lang="en-US" sz="700" b="0" dirty="0">
                <a:solidFill>
                  <a:srgbClr val="000000"/>
                </a:solidFill>
                <a:effectLst/>
                <a:latin typeface="Consolas" panose="020B0609020204030204" pitchFamily="49" charset="0"/>
              </a:rPr>
              <a:t>.join(result)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Sample text corpus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corpus = </a:t>
            </a:r>
            <a:r>
              <a:rPr lang="en-US" sz="700" b="0" dirty="0">
                <a:solidFill>
                  <a:srgbClr val="A31515"/>
                </a:solidFill>
                <a:effectLst/>
                <a:latin typeface="Consolas" panose="020B0609020204030204" pitchFamily="49" charset="0"/>
              </a:rPr>
              <a:t>"""Large language models are transforming how businesses operate.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These models can understand language, generate text, and perform various tasks.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Language models learn patterns from vast amounts of text data."""</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Build a bigram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(corpus, </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Generate text using the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seed = (</a:t>
            </a:r>
            <a:r>
              <a:rPr lang="en-US" sz="700" b="0" dirty="0">
                <a:solidFill>
                  <a:srgbClr val="A31515"/>
                </a:solidFill>
                <a:effectLst/>
                <a:latin typeface="Consolas" panose="020B0609020204030204" pitchFamily="49" charset="0"/>
              </a:rPr>
              <a:t>'language'</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'models'</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seed)</a:t>
            </a:r>
          </a:p>
          <a:p>
            <a:pPr marL="0" indent="0">
              <a:lnSpc>
                <a:spcPct val="120000"/>
              </a:lnSpc>
              <a:spcBef>
                <a:spcPts val="0"/>
              </a:spcBef>
              <a:buNone/>
            </a:pPr>
            <a:r>
              <a:rPr lang="en-US" sz="700" b="0" dirty="0">
                <a:solidFill>
                  <a:srgbClr val="000000"/>
                </a:solidFill>
                <a:effectLst/>
                <a:latin typeface="Consolas" panose="020B0609020204030204" pitchFamily="49" charset="0"/>
              </a:rPr>
              <a:t>print(</a:t>
            </a: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a:t>
            </a:r>
          </a:p>
          <a:p>
            <a:pPr marL="0" indent="0">
              <a:lnSpc>
                <a:spcPct val="120000"/>
              </a:lnSpc>
              <a:spcBef>
                <a:spcPts val="0"/>
              </a:spcBef>
            </a:pPr>
            <a:r>
              <a:rPr lang="en-US" sz="700" b="0" dirty="0">
                <a:solidFill>
                  <a:srgbClr val="008000"/>
                </a:solidFill>
                <a:effectLst/>
                <a:latin typeface="Consolas" panose="020B0609020204030204" pitchFamily="49" charset="0"/>
              </a:rPr>
              <a:t># Output might be: "language models learn patterns from vast amounts of text data 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endParaRPr lang="en-US" sz="700" dirty="0"/>
          </a:p>
        </p:txBody>
      </p:sp>
      <p:pic>
        <p:nvPicPr>
          <p:cNvPr id="1026" name="Picture 2" descr="N-grams - fastText Quick Start Guide [Book]">
            <a:extLst>
              <a:ext uri="{FF2B5EF4-FFF2-40B4-BE49-F238E27FC236}">
                <a16:creationId xmlns:a16="http://schemas.microsoft.com/office/drawing/2014/main" id="{9C123F94-BC05-DA2F-D744-F4CB2C79A9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58498" y="1755433"/>
            <a:ext cx="5195302" cy="2223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21445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D281-A534-66DD-A1FD-4A9DBA92E8BE}"/>
              </a:ext>
            </a:extLst>
          </p:cNvPr>
          <p:cNvSpPr>
            <a:spLocks noGrp="1"/>
          </p:cNvSpPr>
          <p:nvPr>
            <p:ph type="title"/>
          </p:nvPr>
        </p:nvSpPr>
        <p:spPr/>
        <p:txBody>
          <a:bodyPr/>
          <a:lstStyle/>
          <a:p>
            <a:r>
              <a:rPr lang="en-US" dirty="0"/>
              <a:t>Perplexity</a:t>
            </a:r>
          </a:p>
        </p:txBody>
      </p:sp>
      <p:sp>
        <p:nvSpPr>
          <p:cNvPr id="3" name="Content Placeholder 2">
            <a:extLst>
              <a:ext uri="{FF2B5EF4-FFF2-40B4-BE49-F238E27FC236}">
                <a16:creationId xmlns:a16="http://schemas.microsoft.com/office/drawing/2014/main" id="{13B04378-246B-4FE4-2C64-C63653A45260}"/>
              </a:ext>
            </a:extLst>
          </p:cNvPr>
          <p:cNvSpPr>
            <a:spLocks noGrp="1"/>
          </p:cNvSpPr>
          <p:nvPr>
            <p:ph idx="1"/>
          </p:nvPr>
        </p:nvSpPr>
        <p:spPr/>
        <p:txBody>
          <a:bodyPr>
            <a:normAutofit fontScale="55000" lnSpcReduction="20000"/>
          </a:bodyPr>
          <a:lstStyle/>
          <a:p>
            <a:pPr>
              <a:buNone/>
            </a:pPr>
            <a:r>
              <a:rPr lang="en-US" dirty="0"/>
              <a:t>Perplexity measures how confused a language model is when predicting text.</a:t>
            </a:r>
          </a:p>
          <a:p>
            <a:pPr>
              <a:buNone/>
            </a:pPr>
            <a:r>
              <a:rPr lang="en-US" b="1" dirty="0"/>
              <a:t>What It Means</a:t>
            </a:r>
          </a:p>
          <a:p>
            <a:pPr>
              <a:buFont typeface="Arial" panose="020B0604020202020204" pitchFamily="34" charset="0"/>
              <a:buChar char="•"/>
            </a:pPr>
            <a:r>
              <a:rPr lang="en-US" b="1" dirty="0"/>
              <a:t>Lower perplexity</a:t>
            </a:r>
            <a:r>
              <a:rPr lang="en-US" dirty="0"/>
              <a:t> = Model is more confident and accurate</a:t>
            </a:r>
          </a:p>
          <a:p>
            <a:pPr>
              <a:buFont typeface="Arial" panose="020B0604020202020204" pitchFamily="34" charset="0"/>
              <a:buChar char="•"/>
            </a:pPr>
            <a:r>
              <a:rPr lang="en-US" b="1" dirty="0"/>
              <a:t>Higher perplexity</a:t>
            </a:r>
            <a:r>
              <a:rPr lang="en-US" dirty="0"/>
              <a:t> = Model is more uncertain and confused</a:t>
            </a:r>
          </a:p>
          <a:p>
            <a:pPr>
              <a:buNone/>
            </a:pPr>
            <a:r>
              <a:rPr lang="en-US" b="1" dirty="0"/>
              <a:t>Simple Example</a:t>
            </a:r>
          </a:p>
          <a:p>
            <a:pPr>
              <a:buNone/>
            </a:pPr>
            <a:r>
              <a:rPr lang="en-US" dirty="0"/>
              <a:t>Imagine you're trying to predict the next word in: "I went to the _____"</a:t>
            </a:r>
          </a:p>
          <a:p>
            <a:pPr>
              <a:buFont typeface="Arial" panose="020B0604020202020204" pitchFamily="34" charset="0"/>
              <a:buChar char="•"/>
            </a:pPr>
            <a:r>
              <a:rPr lang="en-US" dirty="0"/>
              <a:t>A good model might assign high probability to words like "store," "park," "beach"</a:t>
            </a:r>
          </a:p>
          <a:p>
            <a:pPr>
              <a:buFont typeface="Arial" panose="020B0604020202020204" pitchFamily="34" charset="0"/>
              <a:buChar char="•"/>
            </a:pPr>
            <a:r>
              <a:rPr lang="en-US" dirty="0"/>
              <a:t>A confused model might spread probabilities evenly across thousands of words</a:t>
            </a:r>
          </a:p>
          <a:p>
            <a:pPr>
              <a:buNone/>
            </a:pPr>
            <a:r>
              <a:rPr lang="en-US" dirty="0"/>
              <a:t>Perplexity essentially counts how many reasonable options the model is considering. If the model has a perplexity of 10, it's like the model is equally confused between 10 possible words.</a:t>
            </a:r>
          </a:p>
          <a:p>
            <a:pPr>
              <a:buNone/>
            </a:pPr>
            <a:r>
              <a:rPr lang="en-US" b="1" dirty="0"/>
              <a:t>Real-World Comparison</a:t>
            </a:r>
          </a:p>
          <a:p>
            <a:pPr>
              <a:buNone/>
            </a:pPr>
            <a:r>
              <a:rPr lang="en-US" dirty="0"/>
              <a:t>If your phone keyboard suggests 3 very likely next words, it has low perplexity. If it suggests random unrelated words, it has high perplexity.</a:t>
            </a:r>
          </a:p>
          <a:p>
            <a:pPr>
              <a:buNone/>
            </a:pPr>
            <a:r>
              <a:rPr lang="en-US" b="1" dirty="0"/>
              <a:t>Why It Matters</a:t>
            </a:r>
          </a:p>
          <a:p>
            <a:pPr>
              <a:buNone/>
            </a:pPr>
            <a:r>
              <a:rPr lang="en-US" dirty="0"/>
              <a:t>Think of perplexity as a "confusion score" that helps researchers:</a:t>
            </a:r>
          </a:p>
          <a:p>
            <a:pPr>
              <a:buFont typeface="Arial" panose="020B0604020202020204" pitchFamily="34" charset="0"/>
              <a:buChar char="•"/>
            </a:pPr>
            <a:r>
              <a:rPr lang="en-US" dirty="0"/>
              <a:t>Compare different language models</a:t>
            </a:r>
          </a:p>
          <a:p>
            <a:pPr>
              <a:buFont typeface="Arial" panose="020B0604020202020204" pitchFamily="34" charset="0"/>
              <a:buChar char="•"/>
            </a:pPr>
            <a:r>
              <a:rPr lang="en-US" dirty="0"/>
              <a:t>Check if a model is improving during training</a:t>
            </a:r>
          </a:p>
          <a:p>
            <a:pPr>
              <a:buFont typeface="Arial" panose="020B0604020202020204" pitchFamily="34" charset="0"/>
              <a:buChar char="•"/>
            </a:pPr>
            <a:r>
              <a:rPr lang="en-US" dirty="0"/>
              <a:t>Identify when a model works better for certain types of text</a:t>
            </a:r>
          </a:p>
          <a:p>
            <a:r>
              <a:rPr lang="en-US" dirty="0"/>
              <a:t>The best language models today have much lower perplexity than older models, which is why they produce more natural-sounding text.</a:t>
            </a:r>
          </a:p>
          <a:p>
            <a:endParaRPr lang="en-US" dirty="0"/>
          </a:p>
        </p:txBody>
      </p:sp>
    </p:spTree>
    <p:extLst>
      <p:ext uri="{BB962C8B-B14F-4D97-AF65-F5344CB8AC3E}">
        <p14:creationId xmlns:p14="http://schemas.microsoft.com/office/powerpoint/2010/main" val="4213671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809B9-C541-93EC-3335-246077D074AB}"/>
              </a:ext>
            </a:extLst>
          </p:cNvPr>
          <p:cNvSpPr>
            <a:spLocks noGrp="1"/>
          </p:cNvSpPr>
          <p:nvPr>
            <p:ph type="title"/>
          </p:nvPr>
        </p:nvSpPr>
        <p:spPr/>
        <p:txBody>
          <a:bodyPr>
            <a:normAutofit/>
          </a:bodyPr>
          <a:lstStyle/>
          <a:p>
            <a:r>
              <a:rPr lang="en-US" dirty="0"/>
              <a:t>Limitations of N-gram Models</a:t>
            </a:r>
          </a:p>
        </p:txBody>
      </p:sp>
      <p:sp>
        <p:nvSpPr>
          <p:cNvPr id="3" name="Content Placeholder 2">
            <a:extLst>
              <a:ext uri="{FF2B5EF4-FFF2-40B4-BE49-F238E27FC236}">
                <a16:creationId xmlns:a16="http://schemas.microsoft.com/office/drawing/2014/main" id="{69D30B70-3D40-0B59-B5B7-CE324493CD2A}"/>
              </a:ext>
            </a:extLst>
          </p:cNvPr>
          <p:cNvSpPr>
            <a:spLocks noGrp="1"/>
          </p:cNvSpPr>
          <p:nvPr>
            <p:ph idx="1"/>
          </p:nvPr>
        </p:nvSpPr>
        <p:spPr/>
        <p:txBody>
          <a:bodyPr/>
          <a:lstStyle/>
          <a:p>
            <a:r>
              <a:rPr lang="en-US" dirty="0"/>
              <a:t>Limited context: Only consider a fixed number of previous words</a:t>
            </a:r>
          </a:p>
          <a:p>
            <a:r>
              <a:rPr lang="en-US" dirty="0"/>
              <a:t>No long-range dependencies: Cannot capture relationships between distant words</a:t>
            </a:r>
          </a:p>
          <a:p>
            <a:r>
              <a:rPr lang="en-US" dirty="0"/>
              <a:t>No semantic understanding: Model captures statistical patterns but not meaning</a:t>
            </a:r>
          </a:p>
          <a:p>
            <a:r>
              <a:rPr lang="en-US" dirty="0"/>
              <a:t>Memory intensive: Storing all possible n-grams requires significant space</a:t>
            </a:r>
          </a:p>
          <a:p>
            <a:r>
              <a:rPr lang="en-US" dirty="0"/>
              <a:t>Data sparsity: Many valid word combinations don't appear in training data</a:t>
            </a:r>
          </a:p>
          <a:p>
            <a:endParaRPr lang="en-US" dirty="0"/>
          </a:p>
        </p:txBody>
      </p:sp>
    </p:spTree>
    <p:extLst>
      <p:ext uri="{BB962C8B-B14F-4D97-AF65-F5344CB8AC3E}">
        <p14:creationId xmlns:p14="http://schemas.microsoft.com/office/powerpoint/2010/main" val="2953760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7491</TotalTime>
  <Words>5119</Words>
  <Application>Microsoft Office PowerPoint</Application>
  <PresentationFormat>Widescreen</PresentationFormat>
  <Paragraphs>503</Paragraphs>
  <Slides>36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Arial</vt:lpstr>
      <vt:lpstr>Calibri</vt:lpstr>
      <vt:lpstr>Calibri Light</vt:lpstr>
      <vt:lpstr>Consolas</vt:lpstr>
      <vt:lpstr>TimesNewRomanPS-ItalicMT</vt:lpstr>
      <vt:lpstr>var(--font-tiempos)</vt:lpstr>
      <vt:lpstr>var(--notebook-cell-output-font-family)</vt:lpstr>
      <vt:lpstr>Office Theme</vt:lpstr>
      <vt:lpstr>307307 Introduction to Text Mining and  Natural Language Processing</vt:lpstr>
      <vt:lpstr>What is Natural Language Processing?</vt:lpstr>
      <vt:lpstr>Historical Development of NLP</vt:lpstr>
      <vt:lpstr>Why is NLP Challenging?</vt:lpstr>
      <vt:lpstr>Common NLP Applications</vt:lpstr>
      <vt:lpstr>PowerPoint Presentation</vt:lpstr>
      <vt:lpstr>Fundamental NLP Techniques</vt:lpstr>
      <vt:lpstr>NLTK (Natural Language Toolkit)</vt:lpstr>
      <vt:lpstr>Tokenization</vt:lpstr>
      <vt:lpstr>Tokenize text using NLTK package</vt:lpstr>
      <vt:lpstr>Normalization</vt:lpstr>
      <vt:lpstr>Stopwords Removal</vt:lpstr>
      <vt:lpstr>Stemming and Lemmatization</vt:lpstr>
      <vt:lpstr>Stemming</vt:lpstr>
      <vt:lpstr>Lemmatization</vt:lpstr>
      <vt:lpstr>PowerPoint Presentation</vt:lpstr>
      <vt:lpstr>Representing Text – Converting Text into Numbers</vt:lpstr>
      <vt:lpstr>Representing Text - Bag of Words (BoW)</vt:lpstr>
      <vt:lpstr>Bag of Words (BoW)</vt:lpstr>
      <vt:lpstr>BoW Example</vt:lpstr>
      <vt:lpstr>Representing Text - TF-IDF (Term Frequency-Inverse Document Frequency)</vt:lpstr>
      <vt:lpstr>TF-IDF (Term Frequency-Inverse Document Frequency)</vt:lpstr>
      <vt:lpstr>TF-IDF (Term Frequency-Inverse Document Frequency)</vt:lpstr>
      <vt:lpstr>TF-IDF (Term Frequency-Inverse Document Frequency)</vt:lpstr>
      <vt:lpstr>Practical Example</vt:lpstr>
      <vt:lpstr>Sentiment Analysis of Movie Reviews</vt:lpstr>
      <vt:lpstr>PowerPoint Presentation</vt:lpstr>
      <vt:lpstr>PowerPoint Presentation</vt:lpstr>
      <vt:lpstr>PowerPoint Presentation</vt:lpstr>
      <vt:lpstr>PowerPoint Presentation</vt:lpstr>
      <vt:lpstr>Language Models</vt:lpstr>
      <vt:lpstr>Language Models: N-grams</vt:lpstr>
      <vt:lpstr>Core Concepts</vt:lpstr>
      <vt:lpstr>Implementing N-grams</vt:lpstr>
      <vt:lpstr>Perplexity</vt:lpstr>
      <vt:lpstr>Limitations of N-gram Models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2025-03-18T02:15:58Z</dcterms:modified>
</cp:coreProperties>
</file>