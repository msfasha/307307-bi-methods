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55" r:id="rId2"/>
    <p:sldId id="474" r:id="rId3"/>
    <p:sldId id="473" r:id="rId4"/>
    <p:sldId id="456" r:id="rId5"/>
    <p:sldId id="457" r:id="rId6"/>
    <p:sldId id="458" r:id="rId7"/>
    <p:sldId id="459" r:id="rId8"/>
    <p:sldId id="460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5" r:id="rId18"/>
    <p:sldId id="471" r:id="rId19"/>
    <p:sldId id="470" r:id="rId20"/>
    <p:sldId id="4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0772F-FBEA-EE7C-9CDA-4D457F7DA5BE}" v="14" dt="2025-03-22T01:56:09.674"/>
    <p1510:client id="{B068E183-0D75-02A0-3529-319AC2E4F47A}" v="274" dt="2025-03-22T04:49:22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3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4B0C216D-0431-4C08-83EB-B615D906D932}"/>
    <pc:docChg chg="custSel addSld delSld modSld sldOrd">
      <pc:chgData name="Mohammed Fasha" userId="cc64f42d-a1a6-4f08-b97b-0c37f877119f" providerId="ADAL" clId="{4B0C216D-0431-4C08-83EB-B615D906D932}" dt="2025-03-18T02:16:41.167" v="152" actId="20577"/>
      <pc:docMkLst>
        <pc:docMk/>
      </pc:docMkLst>
      <pc:sldChg chg="ord">
        <pc:chgData name="Mohammed Fasha" userId="cc64f42d-a1a6-4f08-b97b-0c37f877119f" providerId="ADAL" clId="{4B0C216D-0431-4C08-83EB-B615D906D932}" dt="2025-03-18T02:15:01.379" v="67"/>
        <pc:sldMkLst>
          <pc:docMk/>
          <pc:sldMk cId="2282942957" sldId="456"/>
        </pc:sldMkLst>
      </pc:sldChg>
      <pc:sldChg chg="addSp delSp modSp new del mod modClrScheme chgLayout">
        <pc:chgData name="Mohammed Fasha" userId="cc64f42d-a1a6-4f08-b97b-0c37f877119f" providerId="ADAL" clId="{4B0C216D-0431-4C08-83EB-B615D906D932}" dt="2025-03-18T02:14:19.984" v="50" actId="2696"/>
        <pc:sldMkLst>
          <pc:docMk/>
          <pc:sldMk cId="3499033775" sldId="472"/>
        </pc:sldMkLst>
        <pc:spChg chg="del">
          <ac:chgData name="Mohammed Fasha" userId="cc64f42d-a1a6-4f08-b97b-0c37f877119f" providerId="ADAL" clId="{4B0C216D-0431-4C08-83EB-B615D906D932}" dt="2025-03-18T02:10:37.371" v="17" actId="700"/>
          <ac:spMkLst>
            <pc:docMk/>
            <pc:sldMk cId="3499033775" sldId="472"/>
            <ac:spMk id="2" creationId="{AB7BAFA6-DB51-46E2-3B2C-880150CF6E9E}"/>
          </ac:spMkLst>
        </pc:spChg>
        <pc:spChg chg="del">
          <ac:chgData name="Mohammed Fasha" userId="cc64f42d-a1a6-4f08-b97b-0c37f877119f" providerId="ADAL" clId="{4B0C216D-0431-4C08-83EB-B615D906D932}" dt="2025-03-18T02:09:22.665" v="1"/>
          <ac:spMkLst>
            <pc:docMk/>
            <pc:sldMk cId="3499033775" sldId="472"/>
            <ac:spMk id="3" creationId="{DD372FA3-C25C-CAD2-0432-3181C995C6E8}"/>
          </ac:spMkLst>
        </pc:spChg>
        <pc:spChg chg="add mod">
          <ac:chgData name="Mohammed Fasha" userId="cc64f42d-a1a6-4f08-b97b-0c37f877119f" providerId="ADAL" clId="{4B0C216D-0431-4C08-83EB-B615D906D932}" dt="2025-03-18T02:10:48.549" v="21" actId="1076"/>
          <ac:spMkLst>
            <pc:docMk/>
            <pc:sldMk cId="3499033775" sldId="472"/>
            <ac:spMk id="5" creationId="{C0CCA68B-FBDC-D4D4-D7A8-6F0C17215B1C}"/>
          </ac:spMkLst>
        </pc:spChg>
        <pc:spChg chg="add">
          <ac:chgData name="Mohammed Fasha" userId="cc64f42d-a1a6-4f08-b97b-0c37f877119f" providerId="ADAL" clId="{4B0C216D-0431-4C08-83EB-B615D906D932}" dt="2025-03-18T02:12:39.523" v="22"/>
          <ac:spMkLst>
            <pc:docMk/>
            <pc:sldMk cId="3499033775" sldId="472"/>
            <ac:spMk id="6" creationId="{F5E73FDA-2144-84F7-2ACD-C11FA3ED9FE4}"/>
          </ac:spMkLst>
        </pc:spChg>
        <pc:spChg chg="add mod">
          <ac:chgData name="Mohammed Fasha" userId="cc64f42d-a1a6-4f08-b97b-0c37f877119f" providerId="ADAL" clId="{4B0C216D-0431-4C08-83EB-B615D906D932}" dt="2025-03-18T02:13:33.095" v="32" actId="1076"/>
          <ac:spMkLst>
            <pc:docMk/>
            <pc:sldMk cId="3499033775" sldId="472"/>
            <ac:spMk id="8" creationId="{40366A84-7CB3-FF9E-E536-9EDD1F635741}"/>
          </ac:spMkLst>
        </pc:spChg>
        <pc:spChg chg="add">
          <ac:chgData name="Mohammed Fasha" userId="cc64f42d-a1a6-4f08-b97b-0c37f877119f" providerId="ADAL" clId="{4B0C216D-0431-4C08-83EB-B615D906D932}" dt="2025-03-18T02:12:56.180" v="26"/>
          <ac:spMkLst>
            <pc:docMk/>
            <pc:sldMk cId="3499033775" sldId="472"/>
            <ac:spMk id="9" creationId="{5C21B3EC-1E90-8F97-CC61-EE703464D5FF}"/>
          </ac:spMkLst>
        </pc:spChg>
        <pc:picChg chg="add del mod ord">
          <ac:chgData name="Mohammed Fasha" userId="cc64f42d-a1a6-4f08-b97b-0c37f877119f" providerId="ADAL" clId="{4B0C216D-0431-4C08-83EB-B615D906D932}" dt="2025-03-18T02:14:09.652" v="47" actId="21"/>
          <ac:picMkLst>
            <pc:docMk/>
            <pc:sldMk cId="3499033775" sldId="472"/>
            <ac:picMk id="2050" creationId="{804C5AFC-2370-82B7-38A0-7C05C6C3769B}"/>
          </ac:picMkLst>
        </pc:picChg>
      </pc:sldChg>
      <pc:sldChg chg="addSp delSp modSp new mod ord modClrScheme chgLayout">
        <pc:chgData name="Mohammed Fasha" userId="cc64f42d-a1a6-4f08-b97b-0c37f877119f" providerId="ADAL" clId="{4B0C216D-0431-4C08-83EB-B615D906D932}" dt="2025-03-18T02:16:41.167" v="152" actId="20577"/>
        <pc:sldMkLst>
          <pc:docMk/>
          <pc:sldMk cId="3385747305" sldId="473"/>
        </pc:sldMkLst>
        <pc:spChg chg="add del mod">
          <ac:chgData name="Mohammed Fasha" userId="cc64f42d-a1a6-4f08-b97b-0c37f877119f" providerId="ADAL" clId="{4B0C216D-0431-4C08-83EB-B615D906D932}" dt="2025-03-18T02:14:15.631" v="49" actId="700"/>
          <ac:spMkLst>
            <pc:docMk/>
            <pc:sldMk cId="3385747305" sldId="473"/>
            <ac:spMk id="2" creationId="{BF2B1AA0-2F67-FD33-DF5C-FACDA7455A75}"/>
          </ac:spMkLst>
        </pc:spChg>
        <pc:spChg chg="add mod ord">
          <ac:chgData name="Mohammed Fasha" userId="cc64f42d-a1a6-4f08-b97b-0c37f877119f" providerId="ADAL" clId="{4B0C216D-0431-4C08-83EB-B615D906D932}" dt="2025-03-18T02:16:23.541" v="106" actId="27636"/>
          <ac:spMkLst>
            <pc:docMk/>
            <pc:sldMk cId="3385747305" sldId="473"/>
            <ac:spMk id="3" creationId="{A41D86F4-2CDE-CB20-3664-2556C0F84D47}"/>
          </ac:spMkLst>
        </pc:spChg>
        <pc:spChg chg="add mod ord">
          <ac:chgData name="Mohammed Fasha" userId="cc64f42d-a1a6-4f08-b97b-0c37f877119f" providerId="ADAL" clId="{4B0C216D-0431-4C08-83EB-B615D906D932}" dt="2025-03-18T02:16:41.167" v="152" actId="20577"/>
          <ac:spMkLst>
            <pc:docMk/>
            <pc:sldMk cId="3385747305" sldId="473"/>
            <ac:spMk id="4" creationId="{0B0DDC81-A74C-861A-3FF8-DEFF3BE23C27}"/>
          </ac:spMkLst>
        </pc:spChg>
        <pc:picChg chg="add mod">
          <ac:chgData name="Mohammed Fasha" userId="cc64f42d-a1a6-4f08-b97b-0c37f877119f" providerId="ADAL" clId="{4B0C216D-0431-4C08-83EB-B615D906D932}" dt="2025-03-18T02:16:29.343" v="108" actId="1076"/>
          <ac:picMkLst>
            <pc:docMk/>
            <pc:sldMk cId="3385747305" sldId="473"/>
            <ac:picMk id="2050" creationId="{804C5AFC-2370-82B7-38A0-7C05C6C3769B}"/>
          </ac:picMkLst>
        </pc:picChg>
      </pc:sldChg>
      <pc:sldChg chg="modSp new mod">
        <pc:chgData name="Mohammed Fasha" userId="cc64f42d-a1a6-4f08-b97b-0c37f877119f" providerId="ADAL" clId="{4B0C216D-0431-4C08-83EB-B615D906D932}" dt="2025-03-18T02:15:56.699" v="100"/>
        <pc:sldMkLst>
          <pc:docMk/>
          <pc:sldMk cId="1939766790" sldId="474"/>
        </pc:sldMkLst>
        <pc:spChg chg="mod">
          <ac:chgData name="Mohammed Fasha" userId="cc64f42d-a1a6-4f08-b97b-0c37f877119f" providerId="ADAL" clId="{4B0C216D-0431-4C08-83EB-B615D906D932}" dt="2025-03-18T02:15:19.652" v="99" actId="20577"/>
          <ac:spMkLst>
            <pc:docMk/>
            <pc:sldMk cId="1939766790" sldId="474"/>
            <ac:spMk id="2" creationId="{43A12493-75ED-FFA9-A1BD-A09AEC623815}"/>
          </ac:spMkLst>
        </pc:spChg>
        <pc:spChg chg="mod">
          <ac:chgData name="Mohammed Fasha" userId="cc64f42d-a1a6-4f08-b97b-0c37f877119f" providerId="ADAL" clId="{4B0C216D-0431-4C08-83EB-B615D906D932}" dt="2025-03-18T02:15:56.699" v="100"/>
          <ac:spMkLst>
            <pc:docMk/>
            <pc:sldMk cId="1939766790" sldId="474"/>
            <ac:spMk id="3" creationId="{4C7102F1-33CC-09ED-19D1-63AD5315FDDF}"/>
          </ac:spMkLst>
        </pc:spChg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S::mohammed.fasha@uop.edu.jo::cc64f42d-a1a6-4f08-b97b-0c37f877119f" providerId="AD" clId="Web-{B068E183-0D75-02A0-3529-319AC2E4F47A}"/>
    <pc:docChg chg="addSld modSld sldOrd">
      <pc:chgData name="Mohammed Fasha" userId="S::mohammed.fasha@uop.edu.jo::cc64f42d-a1a6-4f08-b97b-0c37f877119f" providerId="AD" clId="Web-{B068E183-0D75-02A0-3529-319AC2E4F47A}" dt="2025-03-22T04:49:22.786" v="208"/>
      <pc:docMkLst>
        <pc:docMk/>
      </pc:docMkLst>
      <pc:sldChg chg="addSp delSp modSp">
        <pc:chgData name="Mohammed Fasha" userId="S::mohammed.fasha@uop.edu.jo::cc64f42d-a1a6-4f08-b97b-0c37f877119f" providerId="AD" clId="Web-{B068E183-0D75-02A0-3529-319AC2E4F47A}" dt="2025-03-22T04:47:03.544" v="175" actId="20577"/>
        <pc:sldMkLst>
          <pc:docMk/>
          <pc:sldMk cId="2175348861" sldId="469"/>
        </pc:sldMkLst>
        <pc:spChg chg="mod">
          <ac:chgData name="Mohammed Fasha" userId="S::mohammed.fasha@uop.edu.jo::cc64f42d-a1a6-4f08-b97b-0c37f877119f" providerId="AD" clId="Web-{B068E183-0D75-02A0-3529-319AC2E4F47A}" dt="2025-03-22T04:35:18.654" v="55" actId="20577"/>
          <ac:spMkLst>
            <pc:docMk/>
            <pc:sldMk cId="2175348861" sldId="469"/>
            <ac:spMk id="2" creationId="{A573F54E-BACB-58CD-BC7C-81F34103F84E}"/>
          </ac:spMkLst>
        </pc:spChg>
        <pc:spChg chg="del">
          <ac:chgData name="Mohammed Fasha" userId="S::mohammed.fasha@uop.edu.jo::cc64f42d-a1a6-4f08-b97b-0c37f877119f" providerId="AD" clId="Web-{B068E183-0D75-02A0-3529-319AC2E4F47A}" dt="2025-03-22T04:34:24.059" v="26"/>
          <ac:spMkLst>
            <pc:docMk/>
            <pc:sldMk cId="2175348861" sldId="469"/>
            <ac:spMk id="3" creationId="{ACAB5321-6249-B890-447D-B220E06314A4}"/>
          </ac:spMkLst>
        </pc:spChg>
        <pc:spChg chg="add mod">
          <ac:chgData name="Mohammed Fasha" userId="S::mohammed.fasha@uop.edu.jo::cc64f42d-a1a6-4f08-b97b-0c37f877119f" providerId="AD" clId="Web-{B068E183-0D75-02A0-3529-319AC2E4F47A}" dt="2025-03-22T04:47:03.544" v="175" actId="20577"/>
          <ac:spMkLst>
            <pc:docMk/>
            <pc:sldMk cId="2175348861" sldId="469"/>
            <ac:spMk id="7" creationId="{7DF1D0DF-AA3A-E40F-CAD9-483FC8AFA6D7}"/>
          </ac:spMkLst>
        </pc:spChg>
        <pc:picChg chg="add mod ord">
          <ac:chgData name="Mohammed Fasha" userId="S::mohammed.fasha@uop.edu.jo::cc64f42d-a1a6-4f08-b97b-0c37f877119f" providerId="AD" clId="Web-{B068E183-0D75-02A0-3529-319AC2E4F47A}" dt="2025-03-22T04:35:39.920" v="62" actId="14100"/>
          <ac:picMkLst>
            <pc:docMk/>
            <pc:sldMk cId="2175348861" sldId="469"/>
            <ac:picMk id="4" creationId="{65259977-3E7E-A4AE-DBE7-352AA3189737}"/>
          </ac:picMkLst>
        </pc:picChg>
        <pc:picChg chg="add mod">
          <ac:chgData name="Mohammed Fasha" userId="S::mohammed.fasha@uop.edu.jo::cc64f42d-a1a6-4f08-b97b-0c37f877119f" providerId="AD" clId="Web-{B068E183-0D75-02A0-3529-319AC2E4F47A}" dt="2025-03-22T04:36:07.328" v="68" actId="1076"/>
          <ac:picMkLst>
            <pc:docMk/>
            <pc:sldMk cId="2175348861" sldId="469"/>
            <ac:picMk id="5" creationId="{9B2C679B-63DA-CF0C-0E33-796998510633}"/>
          </ac:picMkLst>
        </pc:picChg>
        <pc:picChg chg="add mod">
          <ac:chgData name="Mohammed Fasha" userId="S::mohammed.fasha@uop.edu.jo::cc64f42d-a1a6-4f08-b97b-0c37f877119f" providerId="AD" clId="Web-{B068E183-0D75-02A0-3529-319AC2E4F47A}" dt="2025-03-22T04:36:06.563" v="67" actId="14100"/>
          <ac:picMkLst>
            <pc:docMk/>
            <pc:sldMk cId="2175348861" sldId="469"/>
            <ac:picMk id="6" creationId="{80F12BB6-BE06-F304-D008-8BE2063DBA03}"/>
          </ac:picMkLst>
        </pc:picChg>
      </pc:sldChg>
      <pc:sldChg chg="addSp delSp modSp">
        <pc:chgData name="Mohammed Fasha" userId="S::mohammed.fasha@uop.edu.jo::cc64f42d-a1a6-4f08-b97b-0c37f877119f" providerId="AD" clId="Web-{B068E183-0D75-02A0-3529-319AC2E4F47A}" dt="2025-03-22T04:18:16.784" v="25" actId="20577"/>
        <pc:sldMkLst>
          <pc:docMk/>
          <pc:sldMk cId="2988183144" sldId="470"/>
        </pc:sldMkLst>
        <pc:spChg chg="mod">
          <ac:chgData name="Mohammed Fasha" userId="S::mohammed.fasha@uop.edu.jo::cc64f42d-a1a6-4f08-b97b-0c37f877119f" providerId="AD" clId="Web-{B068E183-0D75-02A0-3529-319AC2E4F47A}" dt="2025-03-22T04:18:16.784" v="25" actId="20577"/>
          <ac:spMkLst>
            <pc:docMk/>
            <pc:sldMk cId="2988183144" sldId="470"/>
            <ac:spMk id="2" creationId="{7E11964B-9B6A-91D3-3780-BFA5E7A21ED8}"/>
          </ac:spMkLst>
        </pc:spChg>
        <pc:spChg chg="del">
          <ac:chgData name="Mohammed Fasha" userId="S::mohammed.fasha@uop.edu.jo::cc64f42d-a1a6-4f08-b97b-0c37f877119f" providerId="AD" clId="Web-{B068E183-0D75-02A0-3529-319AC2E4F47A}" dt="2025-03-22T04:17:59.487" v="1"/>
          <ac:spMkLst>
            <pc:docMk/>
            <pc:sldMk cId="2988183144" sldId="470"/>
            <ac:spMk id="3" creationId="{3674F00E-D8A7-F5ED-39F3-0A87CDA6A250}"/>
          </ac:spMkLst>
        </pc:spChg>
        <pc:picChg chg="add mod ord">
          <ac:chgData name="Mohammed Fasha" userId="S::mohammed.fasha@uop.edu.jo::cc64f42d-a1a6-4f08-b97b-0c37f877119f" providerId="AD" clId="Web-{B068E183-0D75-02A0-3529-319AC2E4F47A}" dt="2025-03-22T04:17:59.487" v="1"/>
          <ac:picMkLst>
            <pc:docMk/>
            <pc:sldMk cId="2988183144" sldId="470"/>
            <ac:picMk id="4" creationId="{98DA5E81-D221-33DB-9F5A-B5F58C408A1D}"/>
          </ac:picMkLst>
        </pc:picChg>
      </pc:sldChg>
      <pc:sldChg chg="ord">
        <pc:chgData name="Mohammed Fasha" userId="S::mohammed.fasha@uop.edu.jo::cc64f42d-a1a6-4f08-b97b-0c37f877119f" providerId="AD" clId="Web-{B068E183-0D75-02A0-3529-319AC2E4F47A}" dt="2025-03-22T04:17:53.908" v="0"/>
        <pc:sldMkLst>
          <pc:docMk/>
          <pc:sldMk cId="1572681964" sldId="471"/>
        </pc:sldMkLst>
      </pc:sldChg>
      <pc:sldChg chg="addSp modSp new">
        <pc:chgData name="Mohammed Fasha" userId="S::mohammed.fasha@uop.edu.jo::cc64f42d-a1a6-4f08-b97b-0c37f877119f" providerId="AD" clId="Web-{B068E183-0D75-02A0-3529-319AC2E4F47A}" dt="2025-03-22T04:49:22.786" v="208"/>
        <pc:sldMkLst>
          <pc:docMk/>
          <pc:sldMk cId="1489896525" sldId="475"/>
        </pc:sldMkLst>
        <pc:spChg chg="mod">
          <ac:chgData name="Mohammed Fasha" userId="S::mohammed.fasha@uop.edu.jo::cc64f42d-a1a6-4f08-b97b-0c37f877119f" providerId="AD" clId="Web-{B068E183-0D75-02A0-3529-319AC2E4F47A}" dt="2025-03-22T04:49:01.582" v="196" actId="14100"/>
          <ac:spMkLst>
            <pc:docMk/>
            <pc:sldMk cId="1489896525" sldId="475"/>
            <ac:spMk id="3" creationId="{7E90837B-D985-4B49-4BB6-3DE9D38678F2}"/>
          </ac:spMkLst>
        </pc:spChg>
        <pc:spChg chg="add mod">
          <ac:chgData name="Mohammed Fasha" userId="S::mohammed.fasha@uop.edu.jo::cc64f42d-a1a6-4f08-b97b-0c37f877119f" providerId="AD" clId="Web-{B068E183-0D75-02A0-3529-319AC2E4F47A}" dt="2025-03-22T04:49:22.786" v="208"/>
          <ac:spMkLst>
            <pc:docMk/>
            <pc:sldMk cId="1489896525" sldId="475"/>
            <ac:spMk id="5" creationId="{84495C4B-946D-68BB-6F46-90A30F1F254B}"/>
          </ac:spMkLst>
        </pc:spChg>
        <pc:picChg chg="add mod">
          <ac:chgData name="Mohammed Fasha" userId="S::mohammed.fasha@uop.edu.jo::cc64f42d-a1a6-4f08-b97b-0c37f877119f" providerId="AD" clId="Web-{B068E183-0D75-02A0-3529-319AC2E4F47A}" dt="2025-03-22T04:49:02.613" v="197" actId="1076"/>
          <ac:picMkLst>
            <pc:docMk/>
            <pc:sldMk cId="1489896525" sldId="475"/>
            <ac:picMk id="4" creationId="{268B461B-8752-3AB4-0522-3BC9204DD33F}"/>
          </ac:picMkLst>
        </pc:picChg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S::mohammed.fasha@uop.edu.jo::cc64f42d-a1a6-4f08-b97b-0c37f877119f" providerId="AD" clId="Web-{8A90772F-FBEA-EE7C-9CDA-4D457F7DA5BE}"/>
    <pc:docChg chg="modSld">
      <pc:chgData name="Mohammed Fasha" userId="S::mohammed.fasha@uop.edu.jo::cc64f42d-a1a6-4f08-b97b-0c37f877119f" providerId="AD" clId="Web-{8A90772F-FBEA-EE7C-9CDA-4D457F7DA5BE}" dt="2025-03-22T01:56:07.673" v="11" actId="20577"/>
      <pc:docMkLst>
        <pc:docMk/>
      </pc:docMkLst>
      <pc:sldChg chg="modSp">
        <pc:chgData name="Mohammed Fasha" userId="S::mohammed.fasha@uop.edu.jo::cc64f42d-a1a6-4f08-b97b-0c37f877119f" providerId="AD" clId="Web-{8A90772F-FBEA-EE7C-9CDA-4D457F7DA5BE}" dt="2025-03-22T01:55:31.125" v="1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8A90772F-FBEA-EE7C-9CDA-4D457F7DA5BE}" dt="2025-03-22T01:55:31.125" v="1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addSp delSp modSp">
        <pc:chgData name="Mohammed Fasha" userId="S::mohammed.fasha@uop.edu.jo::cc64f42d-a1a6-4f08-b97b-0c37f877119f" providerId="AD" clId="Web-{8A90772F-FBEA-EE7C-9CDA-4D457F7DA5BE}" dt="2025-03-22T01:56:07.673" v="11" actId="20577"/>
        <pc:sldMkLst>
          <pc:docMk/>
          <pc:sldMk cId="1572681964" sldId="471"/>
        </pc:sldMkLst>
        <pc:spChg chg="mod">
          <ac:chgData name="Mohammed Fasha" userId="S::mohammed.fasha@uop.edu.jo::cc64f42d-a1a6-4f08-b97b-0c37f877119f" providerId="AD" clId="Web-{8A90772F-FBEA-EE7C-9CDA-4D457F7DA5BE}" dt="2025-03-22T01:56:07.673" v="11" actId="20577"/>
          <ac:spMkLst>
            <pc:docMk/>
            <pc:sldMk cId="1572681964" sldId="471"/>
            <ac:spMk id="2" creationId="{EA7ECEBE-D203-F806-65E5-F9A73B3302F6}"/>
          </ac:spMkLst>
        </pc:spChg>
        <pc:spChg chg="del">
          <ac:chgData name="Mohammed Fasha" userId="S::mohammed.fasha@uop.edu.jo::cc64f42d-a1a6-4f08-b97b-0c37f877119f" providerId="AD" clId="Web-{8A90772F-FBEA-EE7C-9CDA-4D457F7DA5BE}" dt="2025-03-22T01:55:34.735" v="2"/>
          <ac:spMkLst>
            <pc:docMk/>
            <pc:sldMk cId="1572681964" sldId="471"/>
            <ac:spMk id="3" creationId="{3D5FB528-AECA-38EB-102E-6E15BF5B792C}"/>
          </ac:spMkLst>
        </pc:spChg>
        <pc:picChg chg="add mod ord">
          <ac:chgData name="Mohammed Fasha" userId="S::mohammed.fasha@uop.edu.jo::cc64f42d-a1a6-4f08-b97b-0c37f877119f" providerId="AD" clId="Web-{8A90772F-FBEA-EE7C-9CDA-4D457F7DA5BE}" dt="2025-03-22T01:55:42.719" v="3" actId="1076"/>
          <ac:picMkLst>
            <pc:docMk/>
            <pc:sldMk cId="1572681964" sldId="471"/>
            <ac:picMk id="4" creationId="{D1718E41-CB73-E37C-673E-003FFF89A105}"/>
          </ac:picMkLst>
        </pc:picChg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66E75AB1-FCE8-0FCD-8995-E220AF9681CC}"/>
    <pc:docChg chg="addSld delSld modSld sldOrd">
      <pc:chgData name="Mohammed Fasha" userId="S::mohammed.fasha@uop.edu.jo::cc64f42d-a1a6-4f08-b97b-0c37f877119f" providerId="AD" clId="Web-{66E75AB1-FCE8-0FCD-8995-E220AF9681CC}" dt="2025-03-15T07:27:28.077" v="349" actId="1076"/>
      <pc:docMkLst>
        <pc:docMk/>
      </pc:docMkLst>
      <pc:sldChg chg="del">
        <pc:chgData name="Mohammed Fasha" userId="S::mohammed.fasha@uop.edu.jo::cc64f42d-a1a6-4f08-b97b-0c37f877119f" providerId="AD" clId="Web-{66E75AB1-FCE8-0FCD-8995-E220AF9681CC}" dt="2025-03-15T06:52:43.111" v="52"/>
        <pc:sldMkLst>
          <pc:docMk/>
          <pc:sldMk cId="89912501" sldId="2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8"/>
        <pc:sldMkLst>
          <pc:docMk/>
          <pc:sldMk cId="1847087325" sldId="2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7"/>
        <pc:sldMkLst>
          <pc:docMk/>
          <pc:sldMk cId="771290671" sldId="2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2"/>
        <pc:sldMkLst>
          <pc:docMk/>
          <pc:sldMk cId="1234327519" sldId="28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0"/>
        <pc:sldMkLst>
          <pc:docMk/>
          <pc:sldMk cId="3304405524" sldId="2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9"/>
        <pc:sldMkLst>
          <pc:docMk/>
          <pc:sldMk cId="1217643332" sldId="2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8"/>
        <pc:sldMkLst>
          <pc:docMk/>
          <pc:sldMk cId="3526654973" sldId="2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2"/>
        <pc:sldMkLst>
          <pc:docMk/>
          <pc:sldMk cId="0" sldId="30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1"/>
        <pc:sldMkLst>
          <pc:docMk/>
          <pc:sldMk cId="0" sldId="3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9"/>
        <pc:sldMkLst>
          <pc:docMk/>
          <pc:sldMk cId="0" sldId="30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1"/>
        <pc:sldMkLst>
          <pc:docMk/>
          <pc:sldMk cId="0" sldId="3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6"/>
        <pc:sldMkLst>
          <pc:docMk/>
          <pc:sldMk cId="2362708721" sldId="32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7"/>
        <pc:sldMkLst>
          <pc:docMk/>
          <pc:sldMk cId="1477953107" sldId="32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5"/>
        <pc:sldMkLst>
          <pc:docMk/>
          <pc:sldMk cId="1624740157" sldId="3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60"/>
        <pc:sldMkLst>
          <pc:docMk/>
          <pc:sldMk cId="1093295885" sldId="36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4"/>
        <pc:sldMkLst>
          <pc:docMk/>
          <pc:sldMk cId="3638528156" sldId="3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0"/>
        <pc:sldMkLst>
          <pc:docMk/>
          <pc:sldMk cId="2714000580" sldId="36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0"/>
        <pc:sldMkLst>
          <pc:docMk/>
          <pc:sldMk cId="4103125789" sldId="36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7"/>
        <pc:sldMkLst>
          <pc:docMk/>
          <pc:sldMk cId="3243173744" sldId="36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9"/>
        <pc:sldMkLst>
          <pc:docMk/>
          <pc:sldMk cId="533099717" sldId="37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5"/>
        <pc:sldMkLst>
          <pc:docMk/>
          <pc:sldMk cId="403304745" sldId="3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5"/>
        <pc:sldMkLst>
          <pc:docMk/>
          <pc:sldMk cId="1274929313" sldId="3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0"/>
        <pc:sldMkLst>
          <pc:docMk/>
          <pc:sldMk cId="3412111298" sldId="3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4"/>
        <pc:sldMkLst>
          <pc:docMk/>
          <pc:sldMk cId="3601872685" sldId="38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3"/>
        <pc:sldMkLst>
          <pc:docMk/>
          <pc:sldMk cId="215899539" sldId="3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9"/>
        <pc:sldMkLst>
          <pc:docMk/>
          <pc:sldMk cId="2001631854" sldId="3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4"/>
        <pc:sldMkLst>
          <pc:docMk/>
          <pc:sldMk cId="2976191511" sldId="3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7"/>
        <pc:sldMkLst>
          <pc:docMk/>
          <pc:sldMk cId="3942416368" sldId="3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5"/>
        <pc:sldMkLst>
          <pc:docMk/>
          <pc:sldMk cId="2455239288" sldId="39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6"/>
        <pc:sldMkLst>
          <pc:docMk/>
          <pc:sldMk cId="322630100" sldId="4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3"/>
        <pc:sldMkLst>
          <pc:docMk/>
          <pc:sldMk cId="2446723419" sldId="40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8"/>
        <pc:sldMkLst>
          <pc:docMk/>
          <pc:sldMk cId="2708838154" sldId="40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5"/>
        <pc:sldMkLst>
          <pc:docMk/>
          <pc:sldMk cId="711859222" sldId="40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4"/>
        <pc:sldMkLst>
          <pc:docMk/>
          <pc:sldMk cId="430192280" sldId="40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3"/>
        <pc:sldMkLst>
          <pc:docMk/>
          <pc:sldMk cId="1261728788" sldId="41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9"/>
        <pc:sldMkLst>
          <pc:docMk/>
          <pc:sldMk cId="465427976" sldId="4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6"/>
        <pc:sldMkLst>
          <pc:docMk/>
          <pc:sldMk cId="4222832899" sldId="41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0"/>
        <pc:sldMkLst>
          <pc:docMk/>
          <pc:sldMk cId="3168225218" sldId="42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9"/>
        <pc:sldMkLst>
          <pc:docMk/>
          <pc:sldMk cId="2310344807" sldId="42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2"/>
        <pc:sldMkLst>
          <pc:docMk/>
          <pc:sldMk cId="707737036" sldId="42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6"/>
        <pc:sldMkLst>
          <pc:docMk/>
          <pc:sldMk cId="232656594" sldId="42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4"/>
        <pc:sldMkLst>
          <pc:docMk/>
          <pc:sldMk cId="404333880" sldId="43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3"/>
        <pc:sldMkLst>
          <pc:docMk/>
          <pc:sldMk cId="2523349106" sldId="44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4"/>
        <pc:sldMkLst>
          <pc:docMk/>
          <pc:sldMk cId="2515022167" sldId="44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2"/>
        <pc:sldMkLst>
          <pc:docMk/>
          <pc:sldMk cId="1977389857" sldId="44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1"/>
        <pc:sldMkLst>
          <pc:docMk/>
          <pc:sldMk cId="2140515002" sldId="4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09"/>
        <pc:sldMkLst>
          <pc:docMk/>
          <pc:sldMk cId="1932795151" sldId="44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3"/>
        <pc:sldMkLst>
          <pc:docMk/>
          <pc:sldMk cId="1837964685" sldId="45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2"/>
        <pc:sldMkLst>
          <pc:docMk/>
          <pc:sldMk cId="1229244997" sldId="45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1"/>
        <pc:sldMkLst>
          <pc:docMk/>
          <pc:sldMk cId="1789205401" sldId="453"/>
        </pc:sldMkLst>
      </pc:sldChg>
      <pc:sldChg chg="modSp">
        <pc:chgData name="Mohammed Fasha" userId="S::mohammed.fasha@uop.edu.jo::cc64f42d-a1a6-4f08-b97b-0c37f877119f" providerId="AD" clId="Web-{66E75AB1-FCE8-0FCD-8995-E220AF9681CC}" dt="2025-03-15T06:52:38.939" v="37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66E75AB1-FCE8-0FCD-8995-E220AF9681CC}" dt="2025-03-15T06:52:38.939" v="37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modSp new">
        <pc:chgData name="Mohammed Fasha" userId="S::mohammed.fasha@uop.edu.jo::cc64f42d-a1a6-4f08-b97b-0c37f877119f" providerId="AD" clId="Web-{66E75AB1-FCE8-0FCD-8995-E220AF9681CC}" dt="2025-03-15T07:01:33.222" v="193" actId="20577"/>
        <pc:sldMkLst>
          <pc:docMk/>
          <pc:sldMk cId="2282942957" sldId="456"/>
        </pc:sldMkLst>
        <pc:spChg chg="mod">
          <ac:chgData name="Mohammed Fasha" userId="S::mohammed.fasha@uop.edu.jo::cc64f42d-a1a6-4f08-b97b-0c37f877119f" providerId="AD" clId="Web-{66E75AB1-FCE8-0FCD-8995-E220AF9681CC}" dt="2025-03-15T06:53:19.395" v="143" actId="20577"/>
          <ac:spMkLst>
            <pc:docMk/>
            <pc:sldMk cId="2282942957" sldId="456"/>
            <ac:spMk id="2" creationId="{B641E847-78EB-D12D-1289-076C03040899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1:33.222" v="193" actId="20577"/>
          <ac:spMkLst>
            <pc:docMk/>
            <pc:sldMk cId="2282942957" sldId="456"/>
            <ac:spMk id="3" creationId="{370CEA9E-7399-77E7-47C4-29CCAD688E3D}"/>
          </ac:spMkLst>
        </pc:spChg>
      </pc:sldChg>
      <pc:sldChg chg="addSp delSp modSp add replId addAnim">
        <pc:chgData name="Mohammed Fasha" userId="S::mohammed.fasha@uop.edu.jo::cc64f42d-a1a6-4f08-b97b-0c37f877119f" providerId="AD" clId="Web-{66E75AB1-FCE8-0FCD-8995-E220AF9681CC}" dt="2025-03-15T07:00:17.530" v="170" actId="20577"/>
        <pc:sldMkLst>
          <pc:docMk/>
          <pc:sldMk cId="1674895679" sldId="457"/>
        </pc:sldMkLst>
        <pc:spChg chg="mod">
          <ac:chgData name="Mohammed Fasha" userId="S::mohammed.fasha@uop.edu.jo::cc64f42d-a1a6-4f08-b97b-0c37f877119f" providerId="AD" clId="Web-{66E75AB1-FCE8-0FCD-8995-E220AF9681CC}" dt="2025-03-15T07:00:17.530" v="170" actId="20577"/>
          <ac:spMkLst>
            <pc:docMk/>
            <pc:sldMk cId="1674895679" sldId="457"/>
            <ac:spMk id="2" creationId="{1C61FB57-5DED-E50C-1567-36D9B32EDBAC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6:57:21.722" v="150" actId="14100"/>
          <ac:spMkLst>
            <pc:docMk/>
            <pc:sldMk cId="1674895679" sldId="457"/>
            <ac:spMk id="3" creationId="{B7528FB2-87E2-1D21-8D90-2EFD9759E534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6:57:53.787" v="154" actId="1076"/>
          <ac:picMkLst>
            <pc:docMk/>
            <pc:sldMk cId="1674895679" sldId="457"/>
            <ac:picMk id="5" creationId="{636FA7FB-3AE2-6015-EDCA-D3841BBEA00C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5"/>
        <pc:sldMkLst>
          <pc:docMk/>
          <pc:sldMk cId="2921402285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1"/>
        <pc:sldMkLst>
          <pc:docMk/>
          <pc:sldMk cId="1912979039" sldId="458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1:24.191" v="192" actId="20577"/>
        <pc:sldMkLst>
          <pc:docMk/>
          <pc:sldMk cId="3292514151" sldId="458"/>
        </pc:sldMkLst>
        <pc:spChg chg="mod">
          <ac:chgData name="Mohammed Fasha" userId="S::mohammed.fasha@uop.edu.jo::cc64f42d-a1a6-4f08-b97b-0c37f877119f" providerId="AD" clId="Web-{66E75AB1-FCE8-0FCD-8995-E220AF9681CC}" dt="2025-03-15T07:01:24.191" v="192" actId="20577"/>
          <ac:spMkLst>
            <pc:docMk/>
            <pc:sldMk cId="3292514151" sldId="458"/>
            <ac:spMk id="2" creationId="{45EB7BEC-4D69-812E-F89E-4ADE17CABFD3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0:23.906" v="173" actId="14100"/>
          <ac:spMkLst>
            <pc:docMk/>
            <pc:sldMk cId="3292514151" sldId="458"/>
            <ac:spMk id="3" creationId="{CC874DA9-7000-FA16-2C22-09366EA22F8E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0:58.783" v="176" actId="1076"/>
          <ac:picMkLst>
            <pc:docMk/>
            <pc:sldMk cId="3292514151" sldId="458"/>
            <ac:picMk id="4" creationId="{04FEF93C-E659-4588-019E-11ECBC9C1E25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0"/>
        <pc:sldMkLst>
          <pc:docMk/>
          <pc:sldMk cId="484589733" sldId="459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2:26.163" v="210" actId="1076"/>
        <pc:sldMkLst>
          <pc:docMk/>
          <pc:sldMk cId="3675936543" sldId="459"/>
        </pc:sldMkLst>
        <pc:spChg chg="mod">
          <ac:chgData name="Mohammed Fasha" userId="S::mohammed.fasha@uop.edu.jo::cc64f42d-a1a6-4f08-b97b-0c37f877119f" providerId="AD" clId="Web-{66E75AB1-FCE8-0FCD-8995-E220AF9681CC}" dt="2025-03-15T07:02:09.037" v="208" actId="20577"/>
          <ac:spMkLst>
            <pc:docMk/>
            <pc:sldMk cId="3675936543" sldId="459"/>
            <ac:spMk id="2" creationId="{0B3ACAF2-DAEF-7BBA-0F42-12648ABEC08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2:04.334" v="196" actId="20577"/>
          <ac:spMkLst>
            <pc:docMk/>
            <pc:sldMk cId="3675936543" sldId="459"/>
            <ac:spMk id="3" creationId="{6F97936B-8C4D-ED10-13ED-8EE0239951F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2:26.163" v="210" actId="1076"/>
          <ac:picMkLst>
            <pc:docMk/>
            <pc:sldMk cId="3675936543" sldId="459"/>
            <ac:picMk id="4" creationId="{AB9BA58E-1DF8-D2A6-CB44-1B983B8A677E}"/>
          </ac:picMkLst>
        </pc:picChg>
      </pc:sldChg>
      <pc:sldChg chg="addSp modSp new ord addAnim">
        <pc:chgData name="Mohammed Fasha" userId="S::mohammed.fasha@uop.edu.jo::cc64f42d-a1a6-4f08-b97b-0c37f877119f" providerId="AD" clId="Web-{66E75AB1-FCE8-0FCD-8995-E220AF9681CC}" dt="2025-03-15T07:04:19.795" v="257"/>
        <pc:sldMkLst>
          <pc:docMk/>
          <pc:sldMk cId="819366188" sldId="460"/>
        </pc:sldMkLst>
        <pc:spChg chg="mod">
          <ac:chgData name="Mohammed Fasha" userId="S::mohammed.fasha@uop.edu.jo::cc64f42d-a1a6-4f08-b97b-0c37f877119f" providerId="AD" clId="Web-{66E75AB1-FCE8-0FCD-8995-E220AF9681CC}" dt="2025-03-15T07:03:56.887" v="253" actId="14100"/>
          <ac:spMkLst>
            <pc:docMk/>
            <pc:sldMk cId="819366188" sldId="460"/>
            <ac:spMk id="3" creationId="{0F1F1C94-3747-2B3B-C88F-DC7404B91F9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4:09.544" v="255" actId="1076"/>
          <ac:picMkLst>
            <pc:docMk/>
            <pc:sldMk cId="819366188" sldId="460"/>
            <ac:picMk id="4" creationId="{14D54A45-6B20-6430-76F9-AD84FDC40094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99"/>
        <pc:sldMkLst>
          <pc:docMk/>
          <pc:sldMk cId="1770736122" sldId="460"/>
        </pc:sldMkLst>
      </pc:sldChg>
      <pc:sldChg chg="modSp new">
        <pc:chgData name="Mohammed Fasha" userId="S::mohammed.fasha@uop.edu.jo::cc64f42d-a1a6-4f08-b97b-0c37f877119f" providerId="AD" clId="Web-{66E75AB1-FCE8-0FCD-8995-E220AF9681CC}" dt="2025-03-15T07:04:38.046" v="266" actId="20577"/>
        <pc:sldMkLst>
          <pc:docMk/>
          <pc:sldMk cId="247418909" sldId="461"/>
        </pc:sldMkLst>
        <pc:spChg chg="mod">
          <ac:chgData name="Mohammed Fasha" userId="S::mohammed.fasha@uop.edu.jo::cc64f42d-a1a6-4f08-b97b-0c37f877119f" providerId="AD" clId="Web-{66E75AB1-FCE8-0FCD-8995-E220AF9681CC}" dt="2025-03-15T07:04:35.749" v="263" actId="20577"/>
          <ac:spMkLst>
            <pc:docMk/>
            <pc:sldMk cId="247418909" sldId="461"/>
            <ac:spMk id="2" creationId="{4D21DB0D-2E23-686F-FCBA-3B3B56206A9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4:38.046" v="266" actId="20577"/>
          <ac:spMkLst>
            <pc:docMk/>
            <pc:sldMk cId="247418909" sldId="461"/>
            <ac:spMk id="3" creationId="{7183F8A0-72C4-77C2-DF53-34D853F65091}"/>
          </ac:spMkLst>
        </pc:spChg>
      </pc:sldChg>
      <pc:sldChg chg="addSp delSp modSp new">
        <pc:chgData name="Mohammed Fasha" userId="S::mohammed.fasha@uop.edu.jo::cc64f42d-a1a6-4f08-b97b-0c37f877119f" providerId="AD" clId="Web-{66E75AB1-FCE8-0FCD-8995-E220AF9681CC}" dt="2025-03-15T07:09:35.299" v="331" actId="1076"/>
        <pc:sldMkLst>
          <pc:docMk/>
          <pc:sldMk cId="1157240725" sldId="462"/>
        </pc:sldMkLst>
        <pc:spChg chg="mod">
          <ac:chgData name="Mohammed Fasha" userId="S::mohammed.fasha@uop.edu.jo::cc64f42d-a1a6-4f08-b97b-0c37f877119f" providerId="AD" clId="Web-{66E75AB1-FCE8-0FCD-8995-E220AF9681CC}" dt="2025-03-15T07:07:27.072" v="311" actId="20577"/>
          <ac:spMkLst>
            <pc:docMk/>
            <pc:sldMk cId="1157240725" sldId="462"/>
            <ac:spMk id="2" creationId="{FD8ACEC8-0F55-9759-D03C-14EC0DAB9405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5:19.564" v="279" actId="14100"/>
          <ac:spMkLst>
            <pc:docMk/>
            <pc:sldMk cId="1157240725" sldId="462"/>
            <ac:spMk id="3" creationId="{2EC12319-03FE-522D-1B17-28A18671AD74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9.814" v="329" actId="1076"/>
          <ac:spMkLst>
            <pc:docMk/>
            <pc:sldMk cId="1157240725" sldId="462"/>
            <ac:spMk id="6" creationId="{419C88E5-311B-7C37-EF21-759240673147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7.157" v="328" actId="1076"/>
          <ac:spMkLst>
            <pc:docMk/>
            <pc:sldMk cId="1157240725" sldId="462"/>
            <ac:spMk id="7" creationId="{35A5277C-1397-7A8F-6AC4-A6499E15E61D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9:35.299" v="331" actId="1076"/>
          <ac:picMkLst>
            <pc:docMk/>
            <pc:sldMk cId="1157240725" sldId="462"/>
            <ac:picMk id="5" creationId="{B9235460-1193-17E8-C395-E3B702DEAFC0}"/>
          </ac:picMkLst>
        </pc:picChg>
      </pc:sldChg>
      <pc:sldChg chg="addSp modSp add replId">
        <pc:chgData name="Mohammed Fasha" userId="S::mohammed.fasha@uop.edu.jo::cc64f42d-a1a6-4f08-b97b-0c37f877119f" providerId="AD" clId="Web-{66E75AB1-FCE8-0FCD-8995-E220AF9681CC}" dt="2025-03-15T07:27:28.077" v="349" actId="1076"/>
        <pc:sldMkLst>
          <pc:docMk/>
          <pc:sldMk cId="2617340595" sldId="463"/>
        </pc:sldMkLst>
        <pc:spChg chg="mod">
          <ac:chgData name="Mohammed Fasha" userId="S::mohammed.fasha@uop.edu.jo::cc64f42d-a1a6-4f08-b97b-0c37f877119f" providerId="AD" clId="Web-{66E75AB1-FCE8-0FCD-8995-E220AF9681CC}" dt="2025-03-15T07:27:24.436" v="348" actId="20577"/>
          <ac:spMkLst>
            <pc:docMk/>
            <pc:sldMk cId="2617340595" sldId="463"/>
            <ac:spMk id="3" creationId="{891DCAA0-5A3F-EEBE-021E-8D9D6B92B64A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27:10.514" v="346" actId="1076"/>
          <ac:spMkLst>
            <pc:docMk/>
            <pc:sldMk cId="2617340595" sldId="463"/>
            <ac:spMk id="5" creationId="{0EE62ADA-E312-FE03-63AA-32558CEA7F2B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27:28.077" v="349" actId="1076"/>
          <ac:picMkLst>
            <pc:docMk/>
            <pc:sldMk cId="2617340595" sldId="463"/>
            <ac:picMk id="4" creationId="{76C95208-81C7-5CF3-E454-2C18A3F25FC0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2"/>
        <pc:sldMkLst>
          <pc:docMk/>
          <pc:sldMk cId="2965647848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1"/>
        <pc:sldMkLst>
          <pc:docMk/>
          <pc:sldMk cId="109379533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015" v="269"/>
        <pc:sldMkLst>
          <pc:docMk/>
          <pc:sldMk cId="2675381745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140" v="270"/>
        <pc:sldMkLst>
          <pc:docMk/>
          <pc:sldMk cId="4195523681" sldId="465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484" v="271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2"/>
        <pc:sldMkLst>
          <pc:docMk/>
          <pc:sldMk cId="719424402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609" v="272"/>
        <pc:sldMkLst>
          <pc:docMk/>
          <pc:sldMk cId="3183967706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953" v="273"/>
        <pc:sldMkLst>
          <pc:docMk/>
          <pc:sldMk cId="3161654258" sldId="468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078" v="274"/>
        <pc:sldMkLst>
          <pc:docMk/>
          <pc:sldMk cId="2175348861" sldId="469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281" v="275"/>
        <pc:sldMkLst>
          <pc:docMk/>
          <pc:sldMk cId="2988183144" sldId="470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421" v="276"/>
        <pc:sldMkLst>
          <pc:docMk/>
          <pc:sldMk cId="1572681964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4"/>
        <pc:sldMkLst>
          <pc:docMk/>
          <pc:sldMk cId="3168600941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0"/>
        <pc:sldMkLst>
          <pc:docMk/>
          <pc:sldMk cId="2302099845" sldId="4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8"/>
        <pc:sldMkLst>
          <pc:docMk/>
          <pc:sldMk cId="118211851" sldId="47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7"/>
        <pc:sldMkLst>
          <pc:docMk/>
          <pc:sldMk cId="1150689950" sldId="4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3"/>
        <pc:sldMkLst>
          <pc:docMk/>
          <pc:sldMk cId="942593251" sldId="47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6"/>
        <pc:sldMkLst>
          <pc:docMk/>
          <pc:sldMk cId="94366255" sldId="4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8"/>
        <pc:sldMkLst>
          <pc:docMk/>
          <pc:sldMk cId="3109107256" sldId="47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8"/>
        <pc:sldMkLst>
          <pc:docMk/>
          <pc:sldMk cId="408884363" sldId="4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8"/>
        <pc:sldMkLst>
          <pc:docMk/>
          <pc:sldMk cId="994101439" sldId="4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7"/>
        <pc:sldMkLst>
          <pc:docMk/>
          <pc:sldMk cId="1440183149" sldId="48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8"/>
        <pc:sldMkLst>
          <pc:docMk/>
          <pc:sldMk cId="3841714060" sldId="48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4"/>
        <pc:sldMkLst>
          <pc:docMk/>
          <pc:sldMk cId="833725597" sldId="48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3"/>
        <pc:sldMkLst>
          <pc:docMk/>
          <pc:sldMk cId="4123470834" sldId="48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7"/>
        <pc:sldMkLst>
          <pc:docMk/>
          <pc:sldMk cId="4022017735" sldId="4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1"/>
        <pc:sldMkLst>
          <pc:docMk/>
          <pc:sldMk cId="2225061527" sldId="49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6"/>
        <pc:sldMkLst>
          <pc:docMk/>
          <pc:sldMk cId="673932695" sldId="4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5"/>
        <pc:sldMkLst>
          <pc:docMk/>
          <pc:sldMk cId="2512069021" sldId="4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1"/>
        <pc:sldMkLst>
          <pc:docMk/>
          <pc:sldMk cId="3290660304" sldId="4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3"/>
        <pc:sldMkLst>
          <pc:docMk/>
          <pc:sldMk cId="4079654275" sldId="4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6"/>
        <pc:sldMkLst>
          <pc:docMk/>
          <pc:sldMk cId="1501311303" sldId="49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5"/>
        <pc:sldMkLst>
          <pc:docMk/>
          <pc:sldMk cId="2557217836" sldId="4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UNmqTiOnRf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p.migdal.pl/2017/01/06/king-man-woman-queen-why.html" TargetMode="External"/><Relationship Id="rId2" Type="http://schemas.openxmlformats.org/officeDocument/2006/relationships/hyperlink" Target="https://machinelearningmastery.com/what-are-word-embedding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hogrammer.com/2017/01/20/the-list-of-pretrained-word-embeddings/" TargetMode="External"/><Relationship Id="rId5" Type="http://schemas.openxmlformats.org/officeDocument/2006/relationships/hyperlink" Target="https://en.wikipedia.org/wiki/Word_embedding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delcontextprotocol/servers/blob/main/src/google-maps/index.ts#L297" TargetMode="External"/><Relationship Id="rId3" Type="http://schemas.openxmlformats.org/officeDocument/2006/relationships/image" Target="../media/image14.png"/><Relationship Id="rId7" Type="http://schemas.openxmlformats.org/officeDocument/2006/relationships/hyperlink" Target="https://github.com/modelcontextprotocol/python-sdk/blob/main/examples/clients/simple-chatbot/mcp_simple_chatbot/main.py" TargetMode="External"/><Relationship Id="rId12" Type="http://schemas.openxmlformats.org/officeDocument/2006/relationships/hyperlink" Target="https://modelcontextprotocol.io/docs/tools/inspector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odelcontextprotocol.io/introduction" TargetMode="External"/><Relationship Id="rId11" Type="http://schemas.openxmlformats.org/officeDocument/2006/relationships/hyperlink" Target="https://www.youtube.com/redirect?event=video_description&amp;redir_token=QUFFLUhqblZ2d29pZ2JfbnZISU11cDQxUEx1a0h0ajhrUXxBQ3Jtc0tsZ2p3VGZ2VzRRb0sxdWk1Ul9ZRmZnUUZjYTFMVXZ4WHBxc2lucXlHdHQ5Z1puSHAySG9lcGZtXzYxYTdrb2dsYVdUR09lX2lfYjBRZGpVVXFvRXFEOW1iYW13enpxYWhUQmFoNW55Qk1haktTbkYydw&amp;q=https%3A%2F%2Fmodelcontextprotocol.io%2Fexamples&amp;v=tzrwxLNHtRY" TargetMode="External"/><Relationship Id="rId5" Type="http://schemas.openxmlformats.org/officeDocument/2006/relationships/hyperlink" Target="http://Youhttps:/www.youtube.com/watch?v=tzrwxLNHtRY" TargetMode="External"/><Relationship Id="rId10" Type="http://schemas.openxmlformats.org/officeDocument/2006/relationships/hyperlink" Target="https://github.com/modelcontextprotocol/python-sdk/tree/main/examples/servers" TargetMode="External"/><Relationship Id="rId4" Type="http://schemas.openxmlformats.org/officeDocument/2006/relationships/image" Target="../media/image15.png"/><Relationship Id="rId9" Type="http://schemas.openxmlformats.org/officeDocument/2006/relationships/hyperlink" Target="https://github.com/modelcontextprotocol/specification/blob/main/schema/2024-11-05/schema.t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introductio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jalammar.github.io/visualizing-neural-machine-translation-mechanics-of-seq2seq-models-with-atten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307307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Part 3 – Introduction to Large Language Models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493-75ED-FFA9-A1BD-A09AEC62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02F1-33CC-09ED-19D1-63AD5315F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advanced artificial intelligence system trained on vast amounts of text data to understand, generate, and manipulate human language. These models use </a:t>
            </a:r>
            <a:r>
              <a:rPr lang="en-US" b="1" dirty="0"/>
              <a:t>deep learning</a:t>
            </a:r>
            <a:r>
              <a:rPr lang="en-US" dirty="0"/>
              <a:t>, particularly </a:t>
            </a:r>
            <a:r>
              <a:rPr lang="en-US" b="1" dirty="0"/>
              <a:t>transformers</a:t>
            </a:r>
            <a:r>
              <a:rPr lang="en-US" dirty="0"/>
              <a:t>, to predict and generate text in a coherent and context-aware manner.</a:t>
            </a:r>
          </a:p>
          <a:p>
            <a:pPr>
              <a:buNone/>
            </a:pPr>
            <a:r>
              <a:rPr lang="en-US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on billions of words from books, articles, and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perform tasks like translation, summarization, code generation, and answering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 include </a:t>
            </a:r>
            <a:r>
              <a:rPr lang="en-US" b="1" dirty="0"/>
              <a:t>GPT-4, ChatGPT, BERT, </a:t>
            </a:r>
            <a:r>
              <a:rPr lang="en-US" b="1" dirty="0" err="1"/>
              <a:t>PaLM</a:t>
            </a:r>
            <a:r>
              <a:rPr lang="en-US" b="1" dirty="0"/>
              <a:t>, </a:t>
            </a:r>
            <a:r>
              <a:rPr lang="en-US" b="1" dirty="0" err="1"/>
              <a:t>LLaMA</a:t>
            </a:r>
            <a:r>
              <a:rPr lang="en-US" b="1" dirty="0"/>
              <a:t>, and Claude</a:t>
            </a:r>
            <a:r>
              <a:rPr lang="en-US" dirty="0"/>
              <a:t>.</a:t>
            </a:r>
          </a:p>
          <a:p>
            <a:r>
              <a:rPr lang="en-US" dirty="0"/>
              <a:t>LLMs power modern AI applications, including chatbots, virtual assistants, and content creation tools.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0DDC81-A74C-861A-3FF8-DEFF3BE2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</a:t>
            </a:r>
            <a:r>
              <a:rPr lang="en-US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D86F4-2CDE-CB20-3664-2556C0F84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4919133" cy="4991039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image is an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evolutionary tree of natural language processing (NLP) models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showing their development from 2018 to 2023. It categorizes models into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open-source (light color) and closed-source (darker color)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tracking major advancements in transformer-based architectures.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highlights: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Early models (2018-2019):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Word embeddings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Word2Vec,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FastText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GloVe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evolving into transformer-based models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BERT,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RoBERTa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XLNet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Growth in 2020-2021: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Expansion into encoder-only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ELECTRA, ALBERT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encoder-decoder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T5, BART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and decoder-only models (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GPT-2, GPT-3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2022-2023 advancements: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Introduction of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ChatGPT, GPT-4, Claude,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PaLM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LLaMA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Bard, BLOOM, and more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reflecting both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research-driven (open-source) and commercial (closed-source) efforts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diagram illustrates the competition and innovation between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Google, OpenAI, Meta, AI21 Labs, and Anthropic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among others.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4C5AFC-2370-82B7-38A0-7C05C6C37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6007"/>
            <a:ext cx="5987627" cy="471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74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E847-78EB-D12D-1289-076C0304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The Basics of 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EA9E-7399-77E7-47C4-29CCAD688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At its simplest, attention is a way for a model to focus on relevant parts of input when producing output. </a:t>
            </a:r>
          </a:p>
          <a:p>
            <a:r>
              <a:rPr lang="en-US" dirty="0">
                <a:ea typeface="+mn-lt"/>
                <a:cs typeface="+mn-lt"/>
              </a:rPr>
              <a:t>Think of it as how humans pay attention to specific words or ideas in a conversation while ignoring irrelevant details.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94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ED72-FB9A-608C-9361-5D08DC09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FB57-5DED-E50C-1567-36D9B32E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Sequence to Sequence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28FB2-87E2-1D21-8D90-2EFD9759E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1450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 sequence-to-sequence model is a model that takes a sequence of items (words, letters, features of an images…</a:t>
            </a:r>
            <a:r>
              <a:rPr lang="en-US" dirty="0" err="1">
                <a:ea typeface="Calibri"/>
                <a:cs typeface="Calibri"/>
              </a:rPr>
              <a:t>etc</a:t>
            </a:r>
            <a:r>
              <a:rPr lang="en-US" dirty="0">
                <a:ea typeface="Calibri"/>
                <a:cs typeface="Calibri"/>
              </a:rPr>
              <a:t>) and outputs another sequence of items. A trained model would work like this:</a:t>
            </a:r>
            <a:endParaRPr lang="en-US" dirty="0"/>
          </a:p>
        </p:txBody>
      </p:sp>
      <p:pic>
        <p:nvPicPr>
          <p:cNvPr id="5" name="seq2seq_1">
            <a:hlinkClick r:id="" action="ppaction://media"/>
            <a:extLst>
              <a:ext uri="{FF2B5EF4-FFF2-40B4-BE49-F238E27FC236}">
                <a16:creationId xmlns:a16="http://schemas.microsoft.com/office/drawing/2014/main" id="{636FA7FB-3AE2-6015-EDCA-D3841BBEA0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376" y="3059206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9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22C7-B2B8-77EF-6C75-4480304F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7BEC-4D69-812E-F89E-4ADE17CA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Neural Machine 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4DA9-7000-FA16-2C22-09366EA2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477"/>
            <a:ext cx="10515600" cy="11511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 neural machine translation, a sequence is a series of words, processed one after another. The output is, likewise, a series of words:</a:t>
            </a:r>
            <a:endParaRPr lang="en-US" dirty="0"/>
          </a:p>
        </p:txBody>
      </p:sp>
      <p:pic>
        <p:nvPicPr>
          <p:cNvPr id="4" name="seq2seq_2">
            <a:hlinkClick r:id="" action="ppaction://media"/>
            <a:extLst>
              <a:ext uri="{FF2B5EF4-FFF2-40B4-BE49-F238E27FC236}">
                <a16:creationId xmlns:a16="http://schemas.microsoft.com/office/drawing/2014/main" id="{04FEF93C-E659-4588-019E-11ECBC9C1E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044264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1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8BB5-F980-49ED-DFAE-DF17EDD9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CAF2-DAEF-7BBA-0F42-12648ABE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Looking Under the Hood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936B-8C4D-ED10-13ED-8EE023995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Under the hood, the model is composed of an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 a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.</a:t>
            </a:r>
            <a:endParaRPr lang="en-US" dirty="0"/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processes each item in the input sequence, it compiles the information it captures into a vector (called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 After processing the entire input sequence,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sends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over to the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, which begins producing the output sequence item by item.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seq2seq_3">
            <a:hlinkClick r:id="" action="ppaction://media"/>
            <a:extLst>
              <a:ext uri="{FF2B5EF4-FFF2-40B4-BE49-F238E27FC236}">
                <a16:creationId xmlns:a16="http://schemas.microsoft.com/office/drawing/2014/main" id="{AB9BA58E-1DF8-D2A6-CB44-1B983B8A67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306482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3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231D-5644-569B-60F1-118FB6FD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1C94-3747-2B3B-C88F-DC7404B9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837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The same applies in the case of machine translation.</a:t>
            </a:r>
          </a:p>
        </p:txBody>
      </p:sp>
      <p:pic>
        <p:nvPicPr>
          <p:cNvPr id="4" name="seq2seq_4">
            <a:hlinkClick r:id="" action="ppaction://media"/>
            <a:extLst>
              <a:ext uri="{FF2B5EF4-FFF2-40B4-BE49-F238E27FC236}">
                <a16:creationId xmlns:a16="http://schemas.microsoft.com/office/drawing/2014/main" id="{14D54A45-6B20-6430-76F9-AD84FDC400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2969777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6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CEC8-0F55-9759-D03C-14EC0DAB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Text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2319-03FE-522D-1B17-28A18671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749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is a vector (an array of numbers, basically) in the case of machine translation.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tend to both be recurrent neural networks (Be sure to check out Luis Serrano’s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A friendly introduction to Recurrent Neural Networks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for an intro to RNNs).</a:t>
            </a:r>
            <a:endParaRPr lang="en-US" dirty="0"/>
          </a:p>
        </p:txBody>
      </p:sp>
      <p:pic>
        <p:nvPicPr>
          <p:cNvPr id="5" name="Picture 4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B9235460-1193-17E8-C395-E3B702DE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245" y="2653682"/>
            <a:ext cx="6199511" cy="2177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C88E5-311B-7C37-EF21-759240673147}"/>
              </a:ext>
            </a:extLst>
          </p:cNvPr>
          <p:cNvSpPr txBox="1"/>
          <p:nvPr/>
        </p:nvSpPr>
        <p:spPr>
          <a:xfrm>
            <a:off x="2580011" y="5048081"/>
            <a:ext cx="73961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The </a:t>
            </a:r>
            <a:r>
              <a:rPr lang="en-US" sz="120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is a vector of floats. Later in this post we will visualize vectors in color by assigning brighter colors to the cells with higher values.</a:t>
            </a:r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5277C-1397-7A8F-6AC4-A6499E15E61D}"/>
              </a:ext>
            </a:extLst>
          </p:cNvPr>
          <p:cNvSpPr txBox="1"/>
          <p:nvPr/>
        </p:nvSpPr>
        <p:spPr>
          <a:xfrm>
            <a:off x="806508" y="5843798"/>
            <a:ext cx="109431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You can set the size of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when you set up your model. It is basically the number of hidden units in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RNN. These visualizations show a vector of size 4, but in real world applications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would be of a size like 256, 512, or 1024.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24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DD7F-7DC3-8CC9-C0F0-1647D96B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4489-C96E-64DA-01C7-8148E0CF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CAA0-5A3F-EEBE-021E-8D9D6B92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By design, a RNN takes two inputs at each time step: an input (in the case of the encoder, one word from the input sentence), and a hidden state.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 word, however, needs to be represented by a vector.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To transform a word into a vector, we turn to the class of methods called “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word embedding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” algorithms.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These turn words into vector spaces that capture a lot of the meaning/semantic information of the words (e.g.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3"/>
              </a:rPr>
              <a:t>king - man + woman = queen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group of numbers in green squares&#10;&#10;AI-generated content may be incorrect.">
            <a:extLst>
              <a:ext uri="{FF2B5EF4-FFF2-40B4-BE49-F238E27FC236}">
                <a16:creationId xmlns:a16="http://schemas.microsoft.com/office/drawing/2014/main" id="{76C95208-81C7-5CF3-E454-2C18A3F2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374" y="3332201"/>
            <a:ext cx="5750737" cy="1879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E62ADA-E312-FE03-63AA-32558CEA7F2B}"/>
              </a:ext>
            </a:extLst>
          </p:cNvPr>
          <p:cNvSpPr txBox="1"/>
          <p:nvPr/>
        </p:nvSpPr>
        <p:spPr>
          <a:xfrm>
            <a:off x="2687904" y="5837055"/>
            <a:ext cx="76793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We need to turn the input words into vectors before processing them. That transformation is done using a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5"/>
              </a:rPr>
              <a:t>word embedding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algorithm. We can use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6"/>
              </a:rPr>
              <a:t>pre-trained embeddings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or train our own embedding on our dataset. Embedding vectors of size 200 or 300 are typical, we're showing a vector of size four for simplicity.</a:t>
            </a: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4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6451-7A3A-9597-7660-A77AE45B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3FBD-A8EC-A535-0F43-B16F175A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9EE4F-F63A-9666-F6DF-B1E9BFF4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C29F-8B32-2D99-5511-B01BC15C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1BC3-1372-0276-CAB5-BE531AB1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9EB8C-F685-F451-C494-75550D72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207E-053F-772D-966D-0C59BC2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E086-0DB2-36CE-DEBD-6E726BBD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E48D-2072-0C02-61D1-4BB2B435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27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C64F-DE9C-1A7A-24ED-EC9E02BD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964-3943-DF47-7B77-64435A4C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7EA0-79CA-4B28-8932-4D05077F8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6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66C1-C63C-B912-789A-1A4891FB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44BD-FE0A-EE81-6FA5-4B18B06E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1225-22CB-E149-3C27-D3E57F47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54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FC91-A9FF-1601-9B02-D9EC8B93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F54E-BACB-58CD-BC7C-81F34103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MCP Client Code Shared by Anthropic</a:t>
            </a:r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259977-3E7E-A4AE-DBE7-352AA3189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524" y="1540754"/>
            <a:ext cx="4110806" cy="3044725"/>
          </a:xfr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2C679B-63DA-CF0C-0E33-79699851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519" y="1502196"/>
            <a:ext cx="3897562" cy="3045705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F12BB6-BE06-F304-D008-8BE2063DB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050" y="1713352"/>
            <a:ext cx="3438526" cy="2632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F1D0DF-AA3A-E40F-CAD9-483FC8AFA6D7}"/>
              </a:ext>
            </a:extLst>
          </p:cNvPr>
          <p:cNvSpPr txBox="1"/>
          <p:nvPr/>
        </p:nvSpPr>
        <p:spPr>
          <a:xfrm>
            <a:off x="831774" y="4724400"/>
            <a:ext cx="10629440" cy="2262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Useful Links:</a:t>
            </a:r>
          </a:p>
          <a:p>
            <a:r>
              <a:rPr lang="en-US" sz="1200" err="1"/>
              <a:t>Youtube</a:t>
            </a:r>
            <a:r>
              <a:rPr lang="en-US" sz="1200" dirty="0"/>
              <a:t> Video: </a:t>
            </a:r>
            <a:r>
              <a:rPr lang="en-US" sz="1200" dirty="0">
                <a:hlinkClick r:id="rId5"/>
              </a:rPr>
              <a:t>https://www.youtube.com/watch?v=tzrwxLNHtRY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MCP Website: </a:t>
            </a:r>
            <a:r>
              <a:rPr lang="en-US" sz="1200" dirty="0">
                <a:ea typeface="+mn-lt"/>
                <a:cs typeface="+mn-lt"/>
                <a:hlinkClick r:id="rId6"/>
              </a:rPr>
              <a:t>https://modelcontextprotocol.io/introduction</a:t>
            </a:r>
            <a:endParaRPr lang="en-US">
              <a:ea typeface="+mn-lt"/>
              <a:cs typeface="+mn-lt"/>
            </a:endParaRPr>
          </a:p>
          <a:p>
            <a:r>
              <a:rPr lang="en-US" sz="1100" dirty="0">
                <a:solidFill>
                  <a:srgbClr val="131313"/>
                </a:solidFill>
                <a:latin typeface="Roboto"/>
                <a:ea typeface="Roboto"/>
                <a:cs typeface="Roboto"/>
              </a:rPr>
              <a:t>Sample MCP client: </a:t>
            </a:r>
            <a:r>
              <a:rPr lang="en-US" sz="1200" dirty="0">
                <a:ea typeface="+mn-lt"/>
                <a:cs typeface="+mn-lt"/>
                <a:hlinkClick r:id="rId7"/>
              </a:rPr>
              <a:t>https://github.com/modelcontextprotocol/python-sdk/blob/main/examples/clients/simple-chatbot/mcp_simple_chatbot/main.py</a:t>
            </a:r>
            <a:br>
              <a:rPr lang="en-US" sz="1200" dirty="0">
                <a:ea typeface="+mn-lt"/>
                <a:cs typeface="+mn-lt"/>
              </a:rPr>
            </a:br>
            <a:r>
              <a:rPr lang="en-US" sz="1100" dirty="0">
                <a:solidFill>
                  <a:srgbClr val="131313"/>
                </a:solidFill>
                <a:latin typeface="Roboto"/>
                <a:ea typeface="Roboto"/>
                <a:cs typeface="Roboto"/>
              </a:rPr>
              <a:t>Google maps MCP server: </a:t>
            </a:r>
            <a:r>
              <a:rPr lang="en-US" sz="1200" dirty="0">
                <a:ea typeface="+mn-lt"/>
                <a:cs typeface="+mn-lt"/>
                <a:hlinkClick r:id="rId8"/>
              </a:rPr>
              <a:t>https://github.com/modelcontextprotocol/servers/blob/main/src/google-maps/index.ts#L297</a:t>
            </a:r>
            <a:br>
              <a:rPr lang="en-US" sz="1200" dirty="0">
                <a:ea typeface="+mn-lt"/>
                <a:cs typeface="+mn-lt"/>
              </a:rPr>
            </a:br>
            <a:r>
              <a:rPr lang="en-US" sz="1200" dirty="0">
                <a:ea typeface="+mn-lt"/>
                <a:cs typeface="+mn-lt"/>
              </a:rPr>
              <a:t>MCP Schema: </a:t>
            </a:r>
            <a:r>
              <a:rPr lang="en-US" sz="1200" dirty="0">
                <a:ea typeface="+mn-lt"/>
                <a:cs typeface="+mn-lt"/>
                <a:hlinkClick r:id="rId9"/>
              </a:rPr>
              <a:t>https://github.com/modelcontextprotocol/specification/blob/main/schema/2024-11-05/schema.ts</a:t>
            </a:r>
            <a:endParaRPr lang="en-US">
              <a:ea typeface="Calibri"/>
              <a:cs typeface="Calibri"/>
            </a:endParaRPr>
          </a:p>
          <a:p>
            <a:r>
              <a:rPr lang="en-US" sz="1100" dirty="0">
                <a:solidFill>
                  <a:srgbClr val="131313"/>
                </a:solidFill>
                <a:latin typeface="Roboto"/>
                <a:ea typeface="Roboto"/>
                <a:cs typeface="Roboto"/>
              </a:rPr>
              <a:t>Simple tool, resource, prompt servers: </a:t>
            </a:r>
            <a:r>
              <a:rPr lang="en-US" sz="1200" dirty="0">
                <a:ea typeface="+mn-lt"/>
                <a:cs typeface="+mn-lt"/>
                <a:hlinkClick r:id="rId10"/>
              </a:rPr>
              <a:t>https://github.com/modelcontextprotocol/python-sdk/tree/main/examples/servers</a:t>
            </a:r>
            <a:endParaRPr lang="en-US">
              <a:ea typeface="+mn-lt"/>
              <a:cs typeface="+mn-lt"/>
            </a:endParaRPr>
          </a:p>
          <a:p>
            <a:r>
              <a:rPr lang="en-US" sz="1100" dirty="0">
                <a:solidFill>
                  <a:srgbClr val="131313"/>
                </a:solidFill>
                <a:latin typeface="Roboto"/>
                <a:ea typeface="Roboto"/>
                <a:cs typeface="Roboto"/>
              </a:rPr>
              <a:t>Example servers: </a:t>
            </a:r>
            <a:r>
              <a:rPr lang="en-US" sz="1100" dirty="0">
                <a:solidFill>
                  <a:srgbClr val="065FD4"/>
                </a:solidFill>
                <a:latin typeface="Roboto"/>
                <a:ea typeface="Roboto"/>
                <a:cs typeface="Roboto"/>
                <a:hlinkClick r:id="rId11"/>
              </a:rPr>
              <a:t>https://modelcontextprotocol.io/examples</a:t>
            </a:r>
            <a:endParaRPr lang="en-US"/>
          </a:p>
          <a:p>
            <a:r>
              <a:rPr lang="en-US" sz="1100">
                <a:solidFill>
                  <a:srgbClr val="131313"/>
                </a:solidFill>
                <a:latin typeface="Roboto"/>
                <a:ea typeface="Roboto"/>
                <a:cs typeface="Roboto"/>
              </a:rPr>
              <a:t>MCP inspector (postman like tool): </a:t>
            </a:r>
            <a:r>
              <a:rPr lang="en-US" sz="1100" dirty="0">
                <a:solidFill>
                  <a:srgbClr val="065FD4"/>
                </a:solidFill>
                <a:ea typeface="+mn-lt"/>
                <a:cs typeface="+mn-l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https://modelcontextprotocol.io/docs/tools/inspector</a:t>
            </a:r>
            <a:endParaRPr lang="en-US">
              <a:ea typeface="Calibri"/>
              <a:cs typeface="Calibri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1100" dirty="0">
              <a:solidFill>
                <a:srgbClr val="065FD4"/>
              </a:solidFill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34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CF84-1DA5-E5C6-304C-C1825D76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837B-D985-4B49-4BB6-3DE9D386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187"/>
            <a:ext cx="5750805" cy="4981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Why MCP?</a:t>
            </a:r>
            <a:endParaRPr lang="en-US" sz="1200" b="1" dirty="0">
              <a:ea typeface="+mn-lt"/>
              <a:cs typeface="+mn-lt"/>
            </a:endParaRPr>
          </a:p>
          <a:p>
            <a:r>
              <a:rPr lang="en-US" sz="1200">
                <a:solidFill>
                  <a:srgbClr val="3E3E3E"/>
                </a:solidFill>
                <a:ea typeface="+mn-lt"/>
                <a:cs typeface="+mn-lt"/>
              </a:rPr>
              <a:t>MCP helps you build agents and complex workflows on top of LLMs. LLMs frequently need to integrate with data and tools, and MCP provides:</a:t>
            </a:r>
            <a:endParaRPr lang="en-US"/>
          </a:p>
          <a:p>
            <a:r>
              <a:rPr lang="en-US" sz="1200">
                <a:solidFill>
                  <a:srgbClr val="3E3E3E"/>
                </a:solidFill>
                <a:ea typeface="+mn-lt"/>
                <a:cs typeface="+mn-lt"/>
              </a:rPr>
              <a:t>A growing list of pre-built integrations that your LLM can directly plug into</a:t>
            </a:r>
            <a:endParaRPr lang="en-US"/>
          </a:p>
          <a:p>
            <a:r>
              <a:rPr lang="en-US" sz="1200">
                <a:solidFill>
                  <a:srgbClr val="3E3E3E"/>
                </a:solidFill>
                <a:ea typeface="+mn-lt"/>
                <a:cs typeface="+mn-lt"/>
              </a:rPr>
              <a:t>The flexibility to switch between LLM providers and vendors</a:t>
            </a:r>
            <a:endParaRPr lang="en-US"/>
          </a:p>
          <a:p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Best practices for securing your data within your infrastructure</a:t>
            </a:r>
            <a:endParaRPr lang="en-US" dirty="0"/>
          </a:p>
          <a:p>
            <a:r>
              <a:rPr lang="en-US" b="1" dirty="0"/>
              <a:t>General architecture</a:t>
            </a:r>
            <a:endParaRPr lang="en-US" dirty="0"/>
          </a:p>
          <a:p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At its core, MCP follows a client-server architecture where a host application can connect to multiple servers:</a:t>
            </a:r>
            <a:endParaRPr lang="en-US" dirty="0"/>
          </a:p>
          <a:p>
            <a:r>
              <a:rPr lang="en-US" sz="1200" b="1" dirty="0">
                <a:ea typeface="+mn-lt"/>
                <a:cs typeface="+mn-lt"/>
              </a:rPr>
              <a:t>MCP Hosts</a:t>
            </a:r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: Programs like Claude Desktop, IDEs, or AI tools that want to access data through MCP</a:t>
            </a:r>
            <a:endParaRPr lang="en-US" dirty="0">
              <a:ea typeface="Calibri"/>
              <a:cs typeface="Calibri"/>
            </a:endParaRPr>
          </a:p>
          <a:p>
            <a:r>
              <a:rPr lang="en-US" sz="1200" b="1" dirty="0">
                <a:ea typeface="+mn-lt"/>
                <a:cs typeface="+mn-lt"/>
              </a:rPr>
              <a:t>MCP Clients</a:t>
            </a:r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: Protocol clients that maintain 1:1 connections with servers</a:t>
            </a:r>
            <a:endParaRPr lang="en-US" dirty="0"/>
          </a:p>
          <a:p>
            <a:r>
              <a:rPr lang="en-US" sz="1200" b="1" dirty="0">
                <a:ea typeface="+mn-lt"/>
                <a:cs typeface="+mn-lt"/>
              </a:rPr>
              <a:t>MCP Servers</a:t>
            </a:r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: Lightweight programs that each expose specific capabilities through the standardized Model Context Protocol</a:t>
            </a:r>
            <a:endParaRPr lang="en-US" dirty="0"/>
          </a:p>
          <a:p>
            <a:r>
              <a:rPr lang="en-US" sz="1200" b="1" dirty="0">
                <a:ea typeface="+mn-lt"/>
                <a:cs typeface="+mn-lt"/>
              </a:rPr>
              <a:t>Local Data Sources</a:t>
            </a:r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: Your computer’s files, databases, and services that MCP servers can securely access</a:t>
            </a:r>
            <a:endParaRPr lang="en-US" dirty="0"/>
          </a:p>
          <a:p>
            <a:r>
              <a:rPr lang="en-US" sz="1200" b="1" dirty="0">
                <a:ea typeface="+mn-lt"/>
                <a:cs typeface="+mn-lt"/>
              </a:rPr>
              <a:t>Remote Services</a:t>
            </a:r>
            <a:r>
              <a:rPr lang="en-US" sz="1200" dirty="0">
                <a:solidFill>
                  <a:srgbClr val="3E3E3E"/>
                </a:solidFill>
                <a:ea typeface="+mn-lt"/>
                <a:cs typeface="+mn-lt"/>
              </a:rPr>
              <a:t>: External systems available over the internet (e.g., through APIs) that MCP servers can connect to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68B461B-8752-3AB4-0522-3BC9204DD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472" y="1713238"/>
            <a:ext cx="4379779" cy="3036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495C4B-946D-68BB-6F46-90A30F1F254B}"/>
              </a:ext>
            </a:extLst>
          </p:cNvPr>
          <p:cNvSpPr txBox="1"/>
          <p:nvPr/>
        </p:nvSpPr>
        <p:spPr>
          <a:xfrm>
            <a:off x="7047123" y="5009003"/>
            <a:ext cx="452426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hlinkClick r:id="rId3"/>
              </a:rPr>
              <a:t>https://modelcontextprotocol.io/introduction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8989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AE81-6DE8-62D4-C688-87F58C9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CEBE-D203-F806-65E5-F9A73B33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LLM Agents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D1718E41-CB73-E37C-673E-003FFF89A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011" y="1706007"/>
            <a:ext cx="9021003" cy="4991039"/>
          </a:xfrm>
        </p:spPr>
      </p:pic>
    </p:spTree>
    <p:extLst>
      <p:ext uri="{BB962C8B-B14F-4D97-AF65-F5344CB8AC3E}">
        <p14:creationId xmlns:p14="http://schemas.microsoft.com/office/powerpoint/2010/main" val="1572681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DCA-FE82-C165-0EA8-C9C21640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964B-9B6A-91D3-3780-BFA5E7A2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Model Context Protocol (MCP)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DA5E81-D221-33DB-9F5A-B5F58C408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891" y="1706007"/>
            <a:ext cx="9432218" cy="4991039"/>
          </a:xfrm>
        </p:spPr>
      </p:pic>
    </p:spTree>
    <p:extLst>
      <p:ext uri="{BB962C8B-B14F-4D97-AF65-F5344CB8AC3E}">
        <p14:creationId xmlns:p14="http://schemas.microsoft.com/office/powerpoint/2010/main" val="2988183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DB0D-2E23-686F-FCBA-3B3B5620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F8A0-72C4-77C2-DF53-34D853F6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https://jalammar.github.io/visualizing-neural-machine-translation-mechanics-of-seq2seq-models-with-attention/</a:t>
            </a:r>
            <a:endParaRPr lang="en-US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1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7349</TotalTime>
  <Words>817</Words>
  <Application>Microsoft Office PowerPoint</Application>
  <PresentationFormat>Widescreen</PresentationFormat>
  <Paragraphs>37</Paragraphs>
  <Slides>20</Slides>
  <Notes>0</Notes>
  <HiddenSlides>0</HiddenSlides>
  <MMClips>4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307307 Part 3 – Introduction to Large Language Models</vt:lpstr>
      <vt:lpstr>What is a Large Language Model?</vt:lpstr>
      <vt:lpstr>Evolution of Large Language Models</vt:lpstr>
      <vt:lpstr>The Basics of Attention</vt:lpstr>
      <vt:lpstr>Sequence to Sequence Models</vt:lpstr>
      <vt:lpstr>Neural Machine Translation</vt:lpstr>
      <vt:lpstr>Looking Under the Hood</vt:lpstr>
      <vt:lpstr>PowerPoint Presentation</vt:lpstr>
      <vt:lpstr>Text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MCP Client Code Shared by Anthropic</vt:lpstr>
      <vt:lpstr>PowerPoint Presentation</vt:lpstr>
      <vt:lpstr>LLM Agents</vt:lpstr>
      <vt:lpstr>Model Context Protocol (MCP)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1255</cp:revision>
  <dcterms:created xsi:type="dcterms:W3CDTF">2023-03-26T11:17:23Z</dcterms:created>
  <dcterms:modified xsi:type="dcterms:W3CDTF">2025-03-22T04:49:26Z</dcterms:modified>
</cp:coreProperties>
</file>