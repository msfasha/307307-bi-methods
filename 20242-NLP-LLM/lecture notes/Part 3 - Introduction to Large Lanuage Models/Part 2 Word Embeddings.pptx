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455" r:id="rId2"/>
    <p:sldId id="459" r:id="rId3"/>
    <p:sldId id="460" r:id="rId4"/>
    <p:sldId id="466" r:id="rId5"/>
    <p:sldId id="462" r:id="rId6"/>
    <p:sldId id="467" r:id="rId7"/>
    <p:sldId id="468" r:id="rId8"/>
    <p:sldId id="469" r:id="rId9"/>
    <p:sldId id="470" r:id="rId10"/>
    <p:sldId id="461" r:id="rId11"/>
    <p:sldId id="463" r:id="rId12"/>
    <p:sldId id="464" r:id="rId13"/>
    <p:sldId id="465" r:id="rId14"/>
    <p:sldId id="458" r:id="rId15"/>
    <p:sldId id="457" r:id="rId16"/>
    <p:sldId id="456" r:id="rId17"/>
    <p:sldId id="289" r:id="rId18"/>
    <p:sldId id="290" r:id="rId19"/>
    <p:sldId id="291" r:id="rId20"/>
    <p:sldId id="292" r:id="rId21"/>
    <p:sldId id="293" r:id="rId22"/>
    <p:sldId id="294" r:id="rId23"/>
    <p:sldId id="296" r:id="rId24"/>
    <p:sldId id="309" r:id="rId25"/>
    <p:sldId id="297" r:id="rId26"/>
    <p:sldId id="298" r:id="rId27"/>
    <p:sldId id="299" r:id="rId28"/>
    <p:sldId id="300" r:id="rId29"/>
    <p:sldId id="305" r:id="rId30"/>
    <p:sldId id="308" r:id="rId31"/>
    <p:sldId id="302" r:id="rId32"/>
    <p:sldId id="303" r:id="rId33"/>
    <p:sldId id="304" r:id="rId34"/>
    <p:sldId id="28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23B"/>
    <a:srgbClr val="67337A"/>
    <a:srgbClr val="00642D"/>
    <a:srgbClr val="98A5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86E801-D2EF-92BA-0550-CFAF0E1AFAFC}" v="82" dt="2025-03-15T08:07:49.192"/>
    <p1510:client id="{66E75AB1-FCE8-0FCD-8995-E220AF9681CC}" v="351" dt="2025-03-15T07:27:28.249"/>
    <p1510:client id="{BAA24B5F-E316-4807-ADAF-14922A29E8E2}" v="33" dt="2025-03-15T11:50:08.14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338" autoAdjust="0"/>
    <p:restoredTop sz="94660"/>
  </p:normalViewPr>
  <p:slideViewPr>
    <p:cSldViewPr snapToGrid="0">
      <p:cViewPr varScale="1">
        <p:scale>
          <a:sx n="141" d="100"/>
          <a:sy n="141" d="100"/>
        </p:scale>
        <p:origin x="132" y="4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commentAuthors" Target="commentAuthors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hammed Fasha" userId="cc64f42d-a1a6-4f08-b97b-0c37f877119f" providerId="ADAL" clId="{BAA24B5F-E316-4807-ADAF-14922A29E8E2}"/>
    <pc:docChg chg="undo custSel addSld modSld sldOrd">
      <pc:chgData name="Mohammed Fasha" userId="cc64f42d-a1a6-4f08-b97b-0c37f877119f" providerId="ADAL" clId="{BAA24B5F-E316-4807-ADAF-14922A29E8E2}" dt="2025-03-15T11:50:13.661" v="227" actId="12"/>
      <pc:docMkLst>
        <pc:docMk/>
      </pc:docMkLst>
      <pc:sldChg chg="addSp delSp modSp add mod chgLayout">
        <pc:chgData name="Mohammed Fasha" userId="cc64f42d-a1a6-4f08-b97b-0c37f877119f" providerId="ADAL" clId="{BAA24B5F-E316-4807-ADAF-14922A29E8E2}" dt="2025-03-15T09:30:10.852" v="75" actId="20577"/>
        <pc:sldMkLst>
          <pc:docMk/>
          <pc:sldMk cId="3259240421" sldId="458"/>
        </pc:sldMkLst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2" creationId="{00000000-0000-0000-0000-000000000000}"/>
          </ac:spMkLst>
        </pc:spChg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3" creationId="{00000000-0000-0000-0000-000000000000}"/>
          </ac:spMkLst>
        </pc:spChg>
        <pc:spChg chg="add del mod ord">
          <ac:chgData name="Mohammed Fasha" userId="cc64f42d-a1a6-4f08-b97b-0c37f877119f" providerId="ADAL" clId="{BAA24B5F-E316-4807-ADAF-14922A29E8E2}" dt="2025-03-15T09:29:42.049" v="2" actId="700"/>
          <ac:spMkLst>
            <pc:docMk/>
            <pc:sldMk cId="3259240421" sldId="458"/>
            <ac:spMk id="4" creationId="{33C25889-268B-713E-B7E2-8EEBE6DE3B2A}"/>
          </ac:spMkLst>
        </pc:spChg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5" creationId="{00000000-0000-0000-0000-000000000000}"/>
          </ac:spMkLst>
        </pc:spChg>
        <pc:spChg chg="add del mod ord">
          <ac:chgData name="Mohammed Fasha" userId="cc64f42d-a1a6-4f08-b97b-0c37f877119f" providerId="ADAL" clId="{BAA24B5F-E316-4807-ADAF-14922A29E8E2}" dt="2025-03-15T09:29:42.049" v="2" actId="700"/>
          <ac:spMkLst>
            <pc:docMk/>
            <pc:sldMk cId="3259240421" sldId="458"/>
            <ac:spMk id="6" creationId="{A45441DB-71E6-CF02-C2E9-EFA7BF970AC0}"/>
          </ac:spMkLst>
        </pc:spChg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7" creationId="{00000000-0000-0000-0000-000000000000}"/>
          </ac:spMkLst>
        </pc:spChg>
        <pc:spChg chg="add mod ord">
          <ac:chgData name="Mohammed Fasha" userId="cc64f42d-a1a6-4f08-b97b-0c37f877119f" providerId="ADAL" clId="{BAA24B5F-E316-4807-ADAF-14922A29E8E2}" dt="2025-03-15T09:30:10.852" v="75" actId="20577"/>
          <ac:spMkLst>
            <pc:docMk/>
            <pc:sldMk cId="3259240421" sldId="458"/>
            <ac:spMk id="8" creationId="{844C69F2-05F6-5350-5064-3146E8C405FE}"/>
          </ac:spMkLst>
        </pc:spChg>
        <pc:spChg chg="add mod ord">
          <ac:chgData name="Mohammed Fasha" userId="cc64f42d-a1a6-4f08-b97b-0c37f877119f" providerId="ADAL" clId="{BAA24B5F-E316-4807-ADAF-14922A29E8E2}" dt="2025-03-15T09:29:58.853" v="41" actId="700"/>
          <ac:spMkLst>
            <pc:docMk/>
            <pc:sldMk cId="3259240421" sldId="458"/>
            <ac:spMk id="9" creationId="{E77C13ED-BA33-EFC5-E059-C36C28A72D68}"/>
          </ac:spMkLst>
        </pc:spChg>
        <pc:spChg chg="del">
          <ac:chgData name="Mohammed Fasha" userId="cc64f42d-a1a6-4f08-b97b-0c37f877119f" providerId="ADAL" clId="{BAA24B5F-E316-4807-ADAF-14922A29E8E2}" dt="2025-03-15T09:29:47.435" v="3" actId="478"/>
          <ac:spMkLst>
            <pc:docMk/>
            <pc:sldMk cId="3259240421" sldId="458"/>
            <ac:spMk id="10" creationId="{00000000-0000-0000-0000-000000000000}"/>
          </ac:spMkLst>
        </pc:spChg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15" creationId="{00000000-0000-0000-0000-000000000000}"/>
          </ac:spMkLst>
        </pc:spChg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16" creationId="{00000000-0000-0000-0000-000000000000}"/>
          </ac:spMkLst>
        </pc:spChg>
        <pc:spChg chg="mod">
          <ac:chgData name="Mohammed Fasha" userId="cc64f42d-a1a6-4f08-b97b-0c37f877119f" providerId="ADAL" clId="{BAA24B5F-E316-4807-ADAF-14922A29E8E2}" dt="2025-03-15T09:29:55.442" v="40" actId="1036"/>
          <ac:spMkLst>
            <pc:docMk/>
            <pc:sldMk cId="3259240421" sldId="458"/>
            <ac:spMk id="22" creationId="{00000000-0000-0000-0000-000000000000}"/>
          </ac:spMkLst>
        </pc:spChg>
        <pc:spChg chg="del">
          <ac:chgData name="Mohammed Fasha" userId="cc64f42d-a1a6-4f08-b97b-0c37f877119f" providerId="ADAL" clId="{BAA24B5F-E316-4807-ADAF-14922A29E8E2}" dt="2025-03-15T09:29:51.486" v="4" actId="478"/>
          <ac:spMkLst>
            <pc:docMk/>
            <pc:sldMk cId="3259240421" sldId="458"/>
            <ac:spMk id="45060" creationId="{00000000-0000-0000-0000-000000000000}"/>
          </ac:spMkLst>
        </pc:spChg>
      </pc:sldChg>
      <pc:sldChg chg="modSp new mod">
        <pc:chgData name="Mohammed Fasha" userId="cc64f42d-a1a6-4f08-b97b-0c37f877119f" providerId="ADAL" clId="{BAA24B5F-E316-4807-ADAF-14922A29E8E2}" dt="2025-03-15T10:54:27.780" v="83" actId="113"/>
        <pc:sldMkLst>
          <pc:docMk/>
          <pc:sldMk cId="48836864" sldId="459"/>
        </pc:sldMkLst>
        <pc:spChg chg="mod">
          <ac:chgData name="Mohammed Fasha" userId="cc64f42d-a1a6-4f08-b97b-0c37f877119f" providerId="ADAL" clId="{BAA24B5F-E316-4807-ADAF-14922A29E8E2}" dt="2025-03-15T10:54:27.780" v="83" actId="113"/>
          <ac:spMkLst>
            <pc:docMk/>
            <pc:sldMk cId="48836864" sldId="459"/>
            <ac:spMk id="2" creationId="{155C2314-3CF3-F0A9-685A-3156E5CE2674}"/>
          </ac:spMkLst>
        </pc:spChg>
        <pc:spChg chg="mod">
          <ac:chgData name="Mohammed Fasha" userId="cc64f42d-a1a6-4f08-b97b-0c37f877119f" providerId="ADAL" clId="{BAA24B5F-E316-4807-ADAF-14922A29E8E2}" dt="2025-03-15T10:54:22.602" v="78" actId="21"/>
          <ac:spMkLst>
            <pc:docMk/>
            <pc:sldMk cId="48836864" sldId="459"/>
            <ac:spMk id="3" creationId="{B1CD1ADE-0294-A1FB-F5E9-1676C5183664}"/>
          </ac:spMkLst>
        </pc:spChg>
      </pc:sldChg>
      <pc:sldChg chg="addSp modSp new mod">
        <pc:chgData name="Mohammed Fasha" userId="cc64f42d-a1a6-4f08-b97b-0c37f877119f" providerId="ADAL" clId="{BAA24B5F-E316-4807-ADAF-14922A29E8E2}" dt="2025-03-15T11:11:44.181" v="127" actId="12385"/>
        <pc:sldMkLst>
          <pc:docMk/>
          <pc:sldMk cId="928322667" sldId="460"/>
        </pc:sldMkLst>
        <pc:spChg chg="mod">
          <ac:chgData name="Mohammed Fasha" userId="cc64f42d-a1a6-4f08-b97b-0c37f877119f" providerId="ADAL" clId="{BAA24B5F-E316-4807-ADAF-14922A29E8E2}" dt="2025-03-15T10:54:55.846" v="95" actId="113"/>
          <ac:spMkLst>
            <pc:docMk/>
            <pc:sldMk cId="928322667" sldId="460"/>
            <ac:spMk id="2" creationId="{51BB7355-8D6D-8485-0894-0AB532961579}"/>
          </ac:spMkLst>
        </pc:spChg>
        <pc:spChg chg="mod">
          <ac:chgData name="Mohammed Fasha" userId="cc64f42d-a1a6-4f08-b97b-0c37f877119f" providerId="ADAL" clId="{BAA24B5F-E316-4807-ADAF-14922A29E8E2}" dt="2025-03-15T10:58:15.086" v="98" actId="21"/>
          <ac:spMkLst>
            <pc:docMk/>
            <pc:sldMk cId="928322667" sldId="460"/>
            <ac:spMk id="3" creationId="{978D9617-84BF-81D4-C219-85A58FE307F3}"/>
          </ac:spMkLst>
        </pc:spChg>
        <pc:graphicFrameChg chg="add mod modGraphic">
          <ac:chgData name="Mohammed Fasha" userId="cc64f42d-a1a6-4f08-b97b-0c37f877119f" providerId="ADAL" clId="{BAA24B5F-E316-4807-ADAF-14922A29E8E2}" dt="2025-03-15T11:11:44.181" v="127" actId="12385"/>
          <ac:graphicFrameMkLst>
            <pc:docMk/>
            <pc:sldMk cId="928322667" sldId="460"/>
            <ac:graphicFrameMk id="4" creationId="{E227B7C6-2CDC-88BB-C41D-BC7307D9374E}"/>
          </ac:graphicFrameMkLst>
        </pc:graphicFrameChg>
      </pc:sldChg>
      <pc:sldChg chg="addSp delSp modSp add mod">
        <pc:chgData name="Mohammed Fasha" userId="cc64f42d-a1a6-4f08-b97b-0c37f877119f" providerId="ADAL" clId="{BAA24B5F-E316-4807-ADAF-14922A29E8E2}" dt="2025-03-15T11:17:03.543" v="216" actId="21"/>
        <pc:sldMkLst>
          <pc:docMk/>
          <pc:sldMk cId="1395444050" sldId="461"/>
        </pc:sldMkLst>
        <pc:spChg chg="del">
          <ac:chgData name="Mohammed Fasha" userId="cc64f42d-a1a6-4f08-b97b-0c37f877119f" providerId="ADAL" clId="{BAA24B5F-E316-4807-ADAF-14922A29E8E2}" dt="2025-03-15T10:57:59.724" v="96"/>
          <ac:spMkLst>
            <pc:docMk/>
            <pc:sldMk cId="1395444050" sldId="461"/>
            <ac:spMk id="3" creationId="{35E93A62-9443-3145-BE7E-7623D69C8376}"/>
          </ac:spMkLst>
        </pc:spChg>
        <pc:spChg chg="add del mod">
          <ac:chgData name="Mohammed Fasha" userId="cc64f42d-a1a6-4f08-b97b-0c37f877119f" providerId="ADAL" clId="{BAA24B5F-E316-4807-ADAF-14922A29E8E2}" dt="2025-03-15T11:04:11.870" v="104"/>
          <ac:spMkLst>
            <pc:docMk/>
            <pc:sldMk cId="1395444050" sldId="461"/>
            <ac:spMk id="6" creationId="{7623C3C0-E9C3-5221-3C5D-F8F78B7A1D59}"/>
          </ac:spMkLst>
        </pc:spChg>
        <pc:spChg chg="add mod">
          <ac:chgData name="Mohammed Fasha" userId="cc64f42d-a1a6-4f08-b97b-0c37f877119f" providerId="ADAL" clId="{BAA24B5F-E316-4807-ADAF-14922A29E8E2}" dt="2025-03-15T11:17:03.543" v="216" actId="21"/>
          <ac:spMkLst>
            <pc:docMk/>
            <pc:sldMk cId="1395444050" sldId="461"/>
            <ac:spMk id="7" creationId="{CB06B31B-619A-A1D9-FE73-ACF05C08B9EA}"/>
          </ac:spMkLst>
        </pc:spChg>
        <pc:graphicFrameChg chg="add del mod">
          <ac:chgData name="Mohammed Fasha" userId="cc64f42d-a1a6-4f08-b97b-0c37f877119f" providerId="ADAL" clId="{BAA24B5F-E316-4807-ADAF-14922A29E8E2}" dt="2025-03-15T10:58:18.495" v="99" actId="21"/>
          <ac:graphicFrameMkLst>
            <pc:docMk/>
            <pc:sldMk cId="1395444050" sldId="461"/>
            <ac:graphicFrameMk id="4" creationId="{E227B7C6-2CDC-88BB-C41D-BC7307D9374E}"/>
          </ac:graphicFrameMkLst>
        </pc:graphicFrameChg>
        <pc:picChg chg="add del mod">
          <ac:chgData name="Mohammed Fasha" userId="cc64f42d-a1a6-4f08-b97b-0c37f877119f" providerId="ADAL" clId="{BAA24B5F-E316-4807-ADAF-14922A29E8E2}" dt="2025-03-15T11:17:03.543" v="216" actId="21"/>
          <ac:picMkLst>
            <pc:docMk/>
            <pc:sldMk cId="1395444050" sldId="461"/>
            <ac:picMk id="1026" creationId="{FF83FE64-97DB-E58E-0CC0-7EF8621200C9}"/>
          </ac:picMkLst>
        </pc:picChg>
      </pc:sldChg>
      <pc:sldChg chg="addSp modSp add mod ord">
        <pc:chgData name="Mohammed Fasha" userId="cc64f42d-a1a6-4f08-b97b-0c37f877119f" providerId="ADAL" clId="{BAA24B5F-E316-4807-ADAF-14922A29E8E2}" dt="2025-03-15T11:17:15.321" v="223" actId="1076"/>
        <pc:sldMkLst>
          <pc:docMk/>
          <pc:sldMk cId="2284286539" sldId="462"/>
        </pc:sldMkLst>
        <pc:spChg chg="mod">
          <ac:chgData name="Mohammed Fasha" userId="cc64f42d-a1a6-4f08-b97b-0c37f877119f" providerId="ADAL" clId="{BAA24B5F-E316-4807-ADAF-14922A29E8E2}" dt="2025-03-15T11:16:57.225" v="211" actId="113"/>
          <ac:spMkLst>
            <pc:docMk/>
            <pc:sldMk cId="2284286539" sldId="462"/>
            <ac:spMk id="2" creationId="{C87CB883-DFFD-09F6-5356-084C060B0614}"/>
          </ac:spMkLst>
        </pc:spChg>
        <pc:spChg chg="mod">
          <ac:chgData name="Mohammed Fasha" userId="cc64f42d-a1a6-4f08-b97b-0c37f877119f" providerId="ADAL" clId="{BAA24B5F-E316-4807-ADAF-14922A29E8E2}" dt="2025-03-15T11:17:08.019" v="218" actId="27636"/>
          <ac:spMkLst>
            <pc:docMk/>
            <pc:sldMk cId="2284286539" sldId="462"/>
            <ac:spMk id="3" creationId="{36DAAF18-EF8F-EF3B-EC26-A6DD77CB63EC}"/>
          </ac:spMkLst>
        </pc:spChg>
        <pc:picChg chg="add mod">
          <ac:chgData name="Mohammed Fasha" userId="cc64f42d-a1a6-4f08-b97b-0c37f877119f" providerId="ADAL" clId="{BAA24B5F-E316-4807-ADAF-14922A29E8E2}" dt="2025-03-15T11:17:15.321" v="223" actId="1076"/>
          <ac:picMkLst>
            <pc:docMk/>
            <pc:sldMk cId="2284286539" sldId="462"/>
            <ac:picMk id="1026" creationId="{FF83FE64-97DB-E58E-0CC0-7EF8621200C9}"/>
          </ac:picMkLst>
        </pc:picChg>
      </pc:sldChg>
      <pc:sldChg chg="add">
        <pc:chgData name="Mohammed Fasha" userId="cc64f42d-a1a6-4f08-b97b-0c37f877119f" providerId="ADAL" clId="{BAA24B5F-E316-4807-ADAF-14922A29E8E2}" dt="2025-03-15T10:54:33.100" v="87"/>
        <pc:sldMkLst>
          <pc:docMk/>
          <pc:sldMk cId="3026790438" sldId="463"/>
        </pc:sldMkLst>
      </pc:sldChg>
      <pc:sldChg chg="add">
        <pc:chgData name="Mohammed Fasha" userId="cc64f42d-a1a6-4f08-b97b-0c37f877119f" providerId="ADAL" clId="{BAA24B5F-E316-4807-ADAF-14922A29E8E2}" dt="2025-03-15T10:54:33.205" v="88"/>
        <pc:sldMkLst>
          <pc:docMk/>
          <pc:sldMk cId="559781770" sldId="464"/>
        </pc:sldMkLst>
      </pc:sldChg>
      <pc:sldChg chg="add">
        <pc:chgData name="Mohammed Fasha" userId="cc64f42d-a1a6-4f08-b97b-0c37f877119f" providerId="ADAL" clId="{BAA24B5F-E316-4807-ADAF-14922A29E8E2}" dt="2025-03-15T10:54:33.392" v="89"/>
        <pc:sldMkLst>
          <pc:docMk/>
          <pc:sldMk cId="1438401834" sldId="465"/>
        </pc:sldMkLst>
      </pc:sldChg>
      <pc:sldChg chg="addSp delSp modSp add mod">
        <pc:chgData name="Mohammed Fasha" userId="cc64f42d-a1a6-4f08-b97b-0c37f877119f" providerId="ADAL" clId="{BAA24B5F-E316-4807-ADAF-14922A29E8E2}" dt="2025-03-15T11:15:39.043" v="200" actId="14100"/>
        <pc:sldMkLst>
          <pc:docMk/>
          <pc:sldMk cId="446689935" sldId="466"/>
        </pc:sldMkLst>
        <pc:spChg chg="mod">
          <ac:chgData name="Mohammed Fasha" userId="cc64f42d-a1a6-4f08-b97b-0c37f877119f" providerId="ADAL" clId="{BAA24B5F-E316-4807-ADAF-14922A29E8E2}" dt="2025-03-15T11:12:35.210" v="138" actId="27636"/>
          <ac:spMkLst>
            <pc:docMk/>
            <pc:sldMk cId="446689935" sldId="466"/>
            <ac:spMk id="3" creationId="{01739F70-6609-23E4-8242-5877432501A5}"/>
          </ac:spMkLst>
        </pc:spChg>
        <pc:spChg chg="add del">
          <ac:chgData name="Mohammed Fasha" userId="cc64f42d-a1a6-4f08-b97b-0c37f877119f" providerId="ADAL" clId="{BAA24B5F-E316-4807-ADAF-14922A29E8E2}" dt="2025-03-15T11:13:25.879" v="158" actId="478"/>
          <ac:spMkLst>
            <pc:docMk/>
            <pc:sldMk cId="446689935" sldId="466"/>
            <ac:spMk id="5" creationId="{D602607A-5907-D5F1-7A45-DBAC8C1F402C}"/>
          </ac:spMkLst>
        </pc:spChg>
        <pc:spChg chg="add mod">
          <ac:chgData name="Mohammed Fasha" userId="cc64f42d-a1a6-4f08-b97b-0c37f877119f" providerId="ADAL" clId="{BAA24B5F-E316-4807-ADAF-14922A29E8E2}" dt="2025-03-15T11:15:39.043" v="200" actId="14100"/>
          <ac:spMkLst>
            <pc:docMk/>
            <pc:sldMk cId="446689935" sldId="466"/>
            <ac:spMk id="6" creationId="{92914B84-CEDA-F1F7-43A7-C8BAE37A70A8}"/>
          </ac:spMkLst>
        </pc:spChg>
        <pc:graphicFrameChg chg="add mod modGraphic">
          <ac:chgData name="Mohammed Fasha" userId="cc64f42d-a1a6-4f08-b97b-0c37f877119f" providerId="ADAL" clId="{BAA24B5F-E316-4807-ADAF-14922A29E8E2}" dt="2025-03-15T11:12:40.755" v="139" actId="1076"/>
          <ac:graphicFrameMkLst>
            <pc:docMk/>
            <pc:sldMk cId="446689935" sldId="466"/>
            <ac:graphicFrameMk id="4" creationId="{1E03E6E9-29DB-6231-D36D-166BD1A4B0BC}"/>
          </ac:graphicFrameMkLst>
        </pc:graphicFrameChg>
        <pc:picChg chg="add mod">
          <ac:chgData name="Mohammed Fasha" userId="cc64f42d-a1a6-4f08-b97b-0c37f877119f" providerId="ADAL" clId="{BAA24B5F-E316-4807-ADAF-14922A29E8E2}" dt="2025-03-15T11:12:44.215" v="140" actId="1076"/>
          <ac:picMkLst>
            <pc:docMk/>
            <pc:sldMk cId="446689935" sldId="466"/>
            <ac:picMk id="3074" creationId="{7838B5EC-812C-CDC8-5CFB-BD8E43326345}"/>
          </ac:picMkLst>
        </pc:picChg>
      </pc:sldChg>
      <pc:sldChg chg="modSp new mod">
        <pc:chgData name="Mohammed Fasha" userId="cc64f42d-a1a6-4f08-b97b-0c37f877119f" providerId="ADAL" clId="{BAA24B5F-E316-4807-ADAF-14922A29E8E2}" dt="2025-03-15T11:50:13.661" v="227" actId="12"/>
        <pc:sldMkLst>
          <pc:docMk/>
          <pc:sldMk cId="1353442942" sldId="467"/>
        </pc:sldMkLst>
        <pc:spChg chg="mod">
          <ac:chgData name="Mohammed Fasha" userId="cc64f42d-a1a6-4f08-b97b-0c37f877119f" providerId="ADAL" clId="{BAA24B5F-E316-4807-ADAF-14922A29E8E2}" dt="2025-03-15T11:50:13.661" v="227" actId="12"/>
          <ac:spMkLst>
            <pc:docMk/>
            <pc:sldMk cId="1353442942" sldId="467"/>
            <ac:spMk id="3" creationId="{D4586A0B-3C3C-CE61-6FE2-FBE78CD3EEBA}"/>
          </ac:spMkLst>
        </pc:spChg>
      </pc:sldChg>
      <pc:sldChg chg="add">
        <pc:chgData name="Mohammed Fasha" userId="cc64f42d-a1a6-4f08-b97b-0c37f877119f" providerId="ADAL" clId="{BAA24B5F-E316-4807-ADAF-14922A29E8E2}" dt="2025-03-15T11:17:00.994" v="213"/>
        <pc:sldMkLst>
          <pc:docMk/>
          <pc:sldMk cId="885699272" sldId="468"/>
        </pc:sldMkLst>
      </pc:sldChg>
      <pc:sldChg chg="add">
        <pc:chgData name="Mohammed Fasha" userId="cc64f42d-a1a6-4f08-b97b-0c37f877119f" providerId="ADAL" clId="{BAA24B5F-E316-4807-ADAF-14922A29E8E2}" dt="2025-03-15T11:17:01.159" v="214"/>
        <pc:sldMkLst>
          <pc:docMk/>
          <pc:sldMk cId="2161886032" sldId="469"/>
        </pc:sldMkLst>
      </pc:sldChg>
      <pc:sldChg chg="add">
        <pc:chgData name="Mohammed Fasha" userId="cc64f42d-a1a6-4f08-b97b-0c37f877119f" providerId="ADAL" clId="{BAA24B5F-E316-4807-ADAF-14922A29E8E2}" dt="2025-03-15T11:17:01.295" v="215"/>
        <pc:sldMkLst>
          <pc:docMk/>
          <pc:sldMk cId="228845551" sldId="470"/>
        </pc:sldMkLst>
      </pc:sldChg>
    </pc:docChg>
  </pc:docChgLst>
  <pc:docChgLst>
    <pc:chgData name="Mohammed Fasha" userId="cc64f42d-a1a6-4f08-b97b-0c37f877119f" providerId="ADAL" clId="{5980B3BB-4EB6-4E37-92BF-3A2A8F4B2C7A}"/>
    <pc:docChg chg="custSel modSld">
      <pc:chgData name="Mohammed Fasha" userId="cc64f42d-a1a6-4f08-b97b-0c37f877119f" providerId="ADAL" clId="{5980B3BB-4EB6-4E37-92BF-3A2A8F4B2C7A}" dt="2024-10-15T02:28:13.535" v="0" actId="478"/>
      <pc:docMkLst>
        <pc:docMk/>
      </pc:docMkLst>
      <pc:sldChg chg="delSp mod">
        <pc:chgData name="Mohammed Fasha" userId="cc64f42d-a1a6-4f08-b97b-0c37f877119f" providerId="ADAL" clId="{5980B3BB-4EB6-4E37-92BF-3A2A8F4B2C7A}" dt="2024-10-15T02:28:13.535" v="0" actId="478"/>
        <pc:sldMkLst>
          <pc:docMk/>
          <pc:sldMk cId="2297456757" sldId="483"/>
        </pc:sldMkLst>
      </pc:sldChg>
    </pc:docChg>
  </pc:docChgLst>
  <pc:docChgLst>
    <pc:chgData name="Mohammed Fasha" userId="cc64f42d-a1a6-4f08-b97b-0c37f877119f" providerId="ADAL" clId="{4C71ED24-115E-432D-933D-C801DA3E52F1}"/>
    <pc:docChg chg="delSld">
      <pc:chgData name="Mohammed Fasha" userId="cc64f42d-a1a6-4f08-b97b-0c37f877119f" providerId="ADAL" clId="{4C71ED24-115E-432D-933D-C801DA3E52F1}" dt="2024-12-29T03:12:49.974" v="2" actId="47"/>
      <pc:docMkLst>
        <pc:docMk/>
      </pc:docMkLst>
      <pc:sldChg chg="del">
        <pc:chgData name="Mohammed Fasha" userId="cc64f42d-a1a6-4f08-b97b-0c37f877119f" providerId="ADAL" clId="{4C71ED24-115E-432D-933D-C801DA3E52F1}" dt="2024-12-29T03:12:48.360" v="0" actId="47"/>
        <pc:sldMkLst>
          <pc:docMk/>
          <pc:sldMk cId="2341000601" sldId="701"/>
        </pc:sldMkLst>
      </pc:sldChg>
      <pc:sldChg chg="del">
        <pc:chgData name="Mohammed Fasha" userId="cc64f42d-a1a6-4f08-b97b-0c37f877119f" providerId="ADAL" clId="{4C71ED24-115E-432D-933D-C801DA3E52F1}" dt="2024-12-29T03:12:49.133" v="1" actId="47"/>
        <pc:sldMkLst>
          <pc:docMk/>
          <pc:sldMk cId="3519698944" sldId="702"/>
        </pc:sldMkLst>
      </pc:sldChg>
      <pc:sldChg chg="del">
        <pc:chgData name="Mohammed Fasha" userId="cc64f42d-a1a6-4f08-b97b-0c37f877119f" providerId="ADAL" clId="{4C71ED24-115E-432D-933D-C801DA3E52F1}" dt="2024-12-29T03:12:49.974" v="2" actId="47"/>
        <pc:sldMkLst>
          <pc:docMk/>
          <pc:sldMk cId="3934257344" sldId="703"/>
        </pc:sldMkLst>
      </pc:sldChg>
    </pc:docChg>
  </pc:docChgLst>
  <pc:docChgLst>
    <pc:chgData name="Mohammed Fasha" userId="S::mohammed.fasha@uop.edu.jo::cc64f42d-a1a6-4f08-b97b-0c37f877119f" providerId="AD" clId="Web-{5C86E801-D2EF-92BA-0550-CFAF0E1AFAFC}"/>
    <pc:docChg chg="addSld delSld modSld">
      <pc:chgData name="Mohammed Fasha" userId="S::mohammed.fasha@uop.edu.jo::cc64f42d-a1a6-4f08-b97b-0c37f877119f" providerId="AD" clId="Web-{5C86E801-D2EF-92BA-0550-CFAF0E1AFAFC}" dt="2025-03-15T08:07:49.192" v="76"/>
      <pc:docMkLst>
        <pc:docMk/>
      </pc:docMkLst>
      <pc:sldChg chg="add del">
        <pc:chgData name="Mohammed Fasha" userId="S::mohammed.fasha@uop.edu.jo::cc64f42d-a1a6-4f08-b97b-0c37f877119f" providerId="AD" clId="Web-{5C86E801-D2EF-92BA-0550-CFAF0E1AFAFC}" dt="2025-03-15T08:04:21.688" v="38"/>
        <pc:sldMkLst>
          <pc:docMk/>
          <pc:sldMk cId="0" sldId="256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1.422" v="37"/>
        <pc:sldMkLst>
          <pc:docMk/>
          <pc:sldMk cId="1934860174" sldId="285"/>
        </pc:sldMkLst>
      </pc:sldChg>
      <pc:sldChg chg="addSp delSp modSp add del mod modClrScheme chgLayout">
        <pc:chgData name="Mohammed Fasha" userId="S::mohammed.fasha@uop.edu.jo::cc64f42d-a1a6-4f08-b97b-0c37f877119f" providerId="AD" clId="Web-{5C86E801-D2EF-92BA-0550-CFAF0E1AFAFC}" dt="2025-03-15T08:05:55.002" v="64"/>
        <pc:sldMkLst>
          <pc:docMk/>
          <pc:sldMk cId="1294835954" sldId="288"/>
        </pc:sldMkLst>
        <pc:spChg chg="add mod ord">
          <ac:chgData name="Mohammed Fasha" userId="S::mohammed.fasha@uop.edu.jo::cc64f42d-a1a6-4f08-b97b-0c37f877119f" providerId="AD" clId="Web-{5C86E801-D2EF-92BA-0550-CFAF0E1AFAFC}" dt="2025-03-15T08:04:38.360" v="44"/>
          <ac:spMkLst>
            <pc:docMk/>
            <pc:sldMk cId="1294835954" sldId="288"/>
            <ac:spMk id="2" creationId="{1C0BAC20-0B32-B24D-BB75-14C7E39C7B03}"/>
          </ac:spMkLst>
        </pc:spChg>
        <pc:spChg chg="add mod ord">
          <ac:chgData name="Mohammed Fasha" userId="S::mohammed.fasha@uop.edu.jo::cc64f42d-a1a6-4f08-b97b-0c37f877119f" providerId="AD" clId="Web-{5C86E801-D2EF-92BA-0550-CFAF0E1AFAFC}" dt="2025-03-15T08:05:47.252" v="62" actId="20577"/>
          <ac:spMkLst>
            <pc:docMk/>
            <pc:sldMk cId="1294835954" sldId="288"/>
            <ac:spMk id="3" creationId="{93D80A20-86B2-9CDB-4FC5-35E048AB60B7}"/>
          </ac:spMkLst>
        </pc:spChg>
        <pc:spChg chg="mod">
          <ac:chgData name="Mohammed Fasha" userId="S::mohammed.fasha@uop.edu.jo::cc64f42d-a1a6-4f08-b97b-0c37f877119f" providerId="AD" clId="Web-{5C86E801-D2EF-92BA-0550-CFAF0E1AFAFC}" dt="2025-03-15T08:04:50.907" v="46" actId="20577"/>
          <ac:spMkLst>
            <pc:docMk/>
            <pc:sldMk cId="1294835954" sldId="288"/>
            <ac:spMk id="26" creationId="{00000000-0000-0000-0000-000000000000}"/>
          </ac:spMkLst>
        </pc:spChg>
        <pc:spChg chg="del">
          <ac:chgData name="Mohammed Fasha" userId="S::mohammed.fasha@uop.edu.jo::cc64f42d-a1a6-4f08-b97b-0c37f877119f" providerId="AD" clId="Web-{5C86E801-D2EF-92BA-0550-CFAF0E1AFAFC}" dt="2025-03-15T08:04:58.142" v="50"/>
          <ac:spMkLst>
            <pc:docMk/>
            <pc:sldMk cId="1294835954" sldId="288"/>
            <ac:spMk id="28" creationId="{00000000-0000-0000-0000-000000000000}"/>
          </ac:spMkLst>
        </pc:spChg>
      </pc:sldChg>
      <pc:sldChg chg="add">
        <pc:chgData name="Mohammed Fasha" userId="S::mohammed.fasha@uop.edu.jo::cc64f42d-a1a6-4f08-b97b-0c37f877119f" providerId="AD" clId="Web-{5C86E801-D2EF-92BA-0550-CFAF0E1AFAFC}" dt="2025-03-15T08:04:09.547" v="20"/>
        <pc:sldMkLst>
          <pc:docMk/>
          <pc:sldMk cId="416776941" sldId="289"/>
        </pc:sldMkLst>
      </pc:sldChg>
      <pc:sldChg chg="add">
        <pc:chgData name="Mohammed Fasha" userId="S::mohammed.fasha@uop.edu.jo::cc64f42d-a1a6-4f08-b97b-0c37f877119f" providerId="AD" clId="Web-{5C86E801-D2EF-92BA-0550-CFAF0E1AFAFC}" dt="2025-03-15T08:04:09.641" v="21"/>
        <pc:sldMkLst>
          <pc:docMk/>
          <pc:sldMk cId="2079225657" sldId="290"/>
        </pc:sldMkLst>
      </pc:sldChg>
      <pc:sldChg chg="add">
        <pc:chgData name="Mohammed Fasha" userId="S::mohammed.fasha@uop.edu.jo::cc64f42d-a1a6-4f08-b97b-0c37f877119f" providerId="AD" clId="Web-{5C86E801-D2EF-92BA-0550-CFAF0E1AFAFC}" dt="2025-03-15T08:04:09.906" v="22"/>
        <pc:sldMkLst>
          <pc:docMk/>
          <pc:sldMk cId="2088001872" sldId="291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141" v="23"/>
        <pc:sldMkLst>
          <pc:docMk/>
          <pc:sldMk cId="1893373019" sldId="292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578" v="24"/>
        <pc:sldMkLst>
          <pc:docMk/>
          <pc:sldMk cId="105675678" sldId="293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594" v="25"/>
        <pc:sldMkLst>
          <pc:docMk/>
          <pc:sldMk cId="2028619254" sldId="294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594" v="26"/>
        <pc:sldMkLst>
          <pc:docMk/>
          <pc:sldMk cId="1648889151" sldId="296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672" v="28"/>
        <pc:sldMkLst>
          <pc:docMk/>
          <pc:sldMk cId="1751924142" sldId="297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688" v="29"/>
        <pc:sldMkLst>
          <pc:docMk/>
          <pc:sldMk cId="1359989136" sldId="298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703" v="30"/>
        <pc:sldMkLst>
          <pc:docMk/>
          <pc:sldMk cId="1821443450" sldId="299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891" v="31"/>
        <pc:sldMkLst>
          <pc:docMk/>
          <pc:sldMk cId="1376231676" sldId="300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1.203" v="34"/>
        <pc:sldMkLst>
          <pc:docMk/>
          <pc:sldMk cId="1620554975" sldId="302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1.359" v="35"/>
        <pc:sldMkLst>
          <pc:docMk/>
          <pc:sldMk cId="2095738023" sldId="303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1.422" v="36"/>
        <pc:sldMkLst>
          <pc:docMk/>
          <pc:sldMk cId="156663359" sldId="304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1.016" v="32"/>
        <pc:sldMkLst>
          <pc:docMk/>
          <pc:sldMk cId="155004230" sldId="305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1.094" v="33"/>
        <pc:sldMkLst>
          <pc:docMk/>
          <pc:sldMk cId="1689879719" sldId="308"/>
        </pc:sldMkLst>
      </pc:sldChg>
      <pc:sldChg chg="add">
        <pc:chgData name="Mohammed Fasha" userId="S::mohammed.fasha@uop.edu.jo::cc64f42d-a1a6-4f08-b97b-0c37f877119f" providerId="AD" clId="Web-{5C86E801-D2EF-92BA-0550-CFAF0E1AFAFC}" dt="2025-03-15T08:04:10.672" v="27"/>
        <pc:sldMkLst>
          <pc:docMk/>
          <pc:sldMk cId="15685033" sldId="309"/>
        </pc:sldMkLst>
      </pc:sldChg>
      <pc:sldChg chg="addSp delSp modSp">
        <pc:chgData name="Mohammed Fasha" userId="S::mohammed.fasha@uop.edu.jo::cc64f42d-a1a6-4f08-b97b-0c37f877119f" providerId="AD" clId="Web-{5C86E801-D2EF-92BA-0550-CFAF0E1AFAFC}" dt="2025-03-15T08:04:38.188" v="43" actId="20577"/>
        <pc:sldMkLst>
          <pc:docMk/>
          <pc:sldMk cId="1489447582" sldId="455"/>
        </pc:sldMkLst>
        <pc:spChg chg="mod">
          <ac:chgData name="Mohammed Fasha" userId="S::mohammed.fasha@uop.edu.jo::cc64f42d-a1a6-4f08-b97b-0c37f877119f" providerId="AD" clId="Web-{5C86E801-D2EF-92BA-0550-CFAF0E1AFAFC}" dt="2025-03-15T08:04:38.188" v="43" actId="20577"/>
          <ac:spMkLst>
            <pc:docMk/>
            <pc:sldMk cId="1489447582" sldId="455"/>
            <ac:spMk id="8" creationId="{107CF054-390C-DCFC-C9A6-9E95C859A175}"/>
          </ac:spMkLst>
        </pc:spChg>
        <pc:picChg chg="add del mod">
          <ac:chgData name="Mohammed Fasha" userId="S::mohammed.fasha@uop.edu.jo::cc64f42d-a1a6-4f08-b97b-0c37f877119f" providerId="AD" clId="Web-{5C86E801-D2EF-92BA-0550-CFAF0E1AFAFC}" dt="2025-03-15T08:02:34.732" v="17"/>
          <ac:picMkLst>
            <pc:docMk/>
            <pc:sldMk cId="1489447582" sldId="455"/>
            <ac:picMk id="2" creationId="{9038431E-6940-6731-1AE4-6370343137A2}"/>
          </ac:picMkLst>
        </pc:picChg>
      </pc:sldChg>
      <pc:sldChg chg="del">
        <pc:chgData name="Mohammed Fasha" userId="S::mohammed.fasha@uop.edu.jo::cc64f42d-a1a6-4f08-b97b-0c37f877119f" providerId="AD" clId="Web-{5C86E801-D2EF-92BA-0550-CFAF0E1AFAFC}" dt="2025-03-15T08:02:15.216" v="15"/>
        <pc:sldMkLst>
          <pc:docMk/>
          <pc:sldMk cId="2282942957" sldId="456"/>
        </pc:sldMkLst>
      </pc:sldChg>
      <pc:sldChg chg="addSp delSp modSp new">
        <pc:chgData name="Mohammed Fasha" userId="S::mohammed.fasha@uop.edu.jo::cc64f42d-a1a6-4f08-b97b-0c37f877119f" providerId="AD" clId="Web-{5C86E801-D2EF-92BA-0550-CFAF0E1AFAFC}" dt="2025-03-15T08:07:49.192" v="76"/>
        <pc:sldMkLst>
          <pc:docMk/>
          <pc:sldMk cId="3313801511" sldId="456"/>
        </pc:sldMkLst>
        <pc:spChg chg="mod">
          <ac:chgData name="Mohammed Fasha" userId="S::mohammed.fasha@uop.edu.jo::cc64f42d-a1a6-4f08-b97b-0c37f877119f" providerId="AD" clId="Web-{5C86E801-D2EF-92BA-0550-CFAF0E1AFAFC}" dt="2025-03-15T08:05:39.924" v="61" actId="20577"/>
          <ac:spMkLst>
            <pc:docMk/>
            <pc:sldMk cId="3313801511" sldId="456"/>
            <ac:spMk id="2" creationId="{0D249FBB-3121-E31B-EA14-7A6C8004056E}"/>
          </ac:spMkLst>
        </pc:spChg>
        <pc:spChg chg="del">
          <ac:chgData name="Mohammed Fasha" userId="S::mohammed.fasha@uop.edu.jo::cc64f42d-a1a6-4f08-b97b-0c37f877119f" providerId="AD" clId="Web-{5C86E801-D2EF-92BA-0550-CFAF0E1AFAFC}" dt="2025-03-15T08:07:44.395" v="75"/>
          <ac:spMkLst>
            <pc:docMk/>
            <pc:sldMk cId="3313801511" sldId="456"/>
            <ac:spMk id="3" creationId="{A858C915-02B0-797B-4818-39DDCE655AE7}"/>
          </ac:spMkLst>
        </pc:spChg>
        <pc:spChg chg="add mod">
          <ac:chgData name="Mohammed Fasha" userId="S::mohammed.fasha@uop.edu.jo::cc64f42d-a1a6-4f08-b97b-0c37f877119f" providerId="AD" clId="Web-{5C86E801-D2EF-92BA-0550-CFAF0E1AFAFC}" dt="2025-03-15T08:07:49.192" v="76"/>
          <ac:spMkLst>
            <pc:docMk/>
            <pc:sldMk cId="3313801511" sldId="456"/>
            <ac:spMk id="6" creationId="{028F3588-3A35-59C9-046D-8544746B15CF}"/>
          </ac:spMkLst>
        </pc:spChg>
        <pc:picChg chg="add del mod ord">
          <ac:chgData name="Mohammed Fasha" userId="S::mohammed.fasha@uop.edu.jo::cc64f42d-a1a6-4f08-b97b-0c37f877119f" providerId="AD" clId="Web-{5C86E801-D2EF-92BA-0550-CFAF0E1AFAFC}" dt="2025-03-15T08:07:49.192" v="76"/>
          <ac:picMkLst>
            <pc:docMk/>
            <pc:sldMk cId="3313801511" sldId="456"/>
            <ac:picMk id="4" creationId="{AC22CF93-F4C6-1D84-9CE4-A8CABC7A0D33}"/>
          </ac:picMkLst>
        </pc:picChg>
      </pc:sldChg>
      <pc:sldChg chg="del">
        <pc:chgData name="Mohammed Fasha" userId="S::mohammed.fasha@uop.edu.jo::cc64f42d-a1a6-4f08-b97b-0c37f877119f" providerId="AD" clId="Web-{5C86E801-D2EF-92BA-0550-CFAF0E1AFAFC}" dt="2025-03-15T08:02:15.216" v="14"/>
        <pc:sldMkLst>
          <pc:docMk/>
          <pc:sldMk cId="1674895679" sldId="457"/>
        </pc:sldMkLst>
      </pc:sldChg>
      <pc:sldChg chg="modSp new">
        <pc:chgData name="Mohammed Fasha" userId="S::mohammed.fasha@uop.edu.jo::cc64f42d-a1a6-4f08-b97b-0c37f877119f" providerId="AD" clId="Web-{5C86E801-D2EF-92BA-0550-CFAF0E1AFAFC}" dt="2025-03-15T08:06:12.362" v="74" actId="20577"/>
        <pc:sldMkLst>
          <pc:docMk/>
          <pc:sldMk cId="2736460752" sldId="457"/>
        </pc:sldMkLst>
        <pc:spChg chg="mod">
          <ac:chgData name="Mohammed Fasha" userId="S::mohammed.fasha@uop.edu.jo::cc64f42d-a1a6-4f08-b97b-0c37f877119f" providerId="AD" clId="Web-{5C86E801-D2EF-92BA-0550-CFAF0E1AFAFC}" dt="2025-03-15T08:06:12.362" v="74" actId="20577"/>
          <ac:spMkLst>
            <pc:docMk/>
            <pc:sldMk cId="2736460752" sldId="457"/>
            <ac:spMk id="3" creationId="{507D72B8-6DDB-C227-071B-A57A64BCAB35}"/>
          </ac:spMkLst>
        </pc:spChg>
      </pc:sldChg>
      <pc:sldChg chg="del">
        <pc:chgData name="Mohammed Fasha" userId="S::mohammed.fasha@uop.edu.jo::cc64f42d-a1a6-4f08-b97b-0c37f877119f" providerId="AD" clId="Web-{5C86E801-D2EF-92BA-0550-CFAF0E1AFAFC}" dt="2025-03-15T08:02:15.216" v="13"/>
        <pc:sldMkLst>
          <pc:docMk/>
          <pc:sldMk cId="3292514151" sldId="458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12"/>
        <pc:sldMkLst>
          <pc:docMk/>
          <pc:sldMk cId="3675936543" sldId="459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11"/>
        <pc:sldMkLst>
          <pc:docMk/>
          <pc:sldMk cId="819366188" sldId="460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01" v="0"/>
        <pc:sldMkLst>
          <pc:docMk/>
          <pc:sldMk cId="247418909" sldId="461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10"/>
        <pc:sldMkLst>
          <pc:docMk/>
          <pc:sldMk cId="1157240725" sldId="462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9"/>
        <pc:sldMkLst>
          <pc:docMk/>
          <pc:sldMk cId="2617340595" sldId="463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8"/>
        <pc:sldMkLst>
          <pc:docMk/>
          <pc:sldMk cId="2675381745" sldId="464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7"/>
        <pc:sldMkLst>
          <pc:docMk/>
          <pc:sldMk cId="4195523681" sldId="465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6"/>
        <pc:sldMkLst>
          <pc:docMk/>
          <pc:sldMk cId="4047127300" sldId="466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5"/>
        <pc:sldMkLst>
          <pc:docMk/>
          <pc:sldMk cId="3183967706" sldId="467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4"/>
        <pc:sldMkLst>
          <pc:docMk/>
          <pc:sldMk cId="3161654258" sldId="468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3"/>
        <pc:sldMkLst>
          <pc:docMk/>
          <pc:sldMk cId="2175348861" sldId="469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16" v="2"/>
        <pc:sldMkLst>
          <pc:docMk/>
          <pc:sldMk cId="2988183144" sldId="470"/>
        </pc:sldMkLst>
      </pc:sldChg>
      <pc:sldChg chg="del">
        <pc:chgData name="Mohammed Fasha" userId="S::mohammed.fasha@uop.edu.jo::cc64f42d-a1a6-4f08-b97b-0c37f877119f" providerId="AD" clId="Web-{5C86E801-D2EF-92BA-0550-CFAF0E1AFAFC}" dt="2025-03-15T08:02:15.201" v="1"/>
        <pc:sldMkLst>
          <pc:docMk/>
          <pc:sldMk cId="1572681964" sldId="471"/>
        </pc:sldMkLst>
      </pc:sldChg>
      <pc:sldMasterChg chg="addSldLayout">
        <pc:chgData name="Mohammed Fasha" userId="S::mohammed.fasha@uop.edu.jo::cc64f42d-a1a6-4f08-b97b-0c37f877119f" providerId="AD" clId="Web-{5C86E801-D2EF-92BA-0550-CFAF0E1AFAFC}" dt="2025-03-15T08:04:09.313" v="19"/>
        <pc:sldMasterMkLst>
          <pc:docMk/>
          <pc:sldMasterMk cId="742811419" sldId="2147483648"/>
        </pc:sldMasterMkLst>
        <pc:sldLayoutChg chg="add">
          <pc:chgData name="Mohammed Fasha" userId="S::mohammed.fasha@uop.edu.jo::cc64f42d-a1a6-4f08-b97b-0c37f877119f" providerId="AD" clId="Web-{5C86E801-D2EF-92BA-0550-CFAF0E1AFAFC}" dt="2025-03-15T08:04:09.313" v="18"/>
          <pc:sldLayoutMkLst>
            <pc:docMk/>
            <pc:sldMasterMk cId="742811419" sldId="2147483648"/>
            <pc:sldLayoutMk cId="2902274837" sldId="2147483660"/>
          </pc:sldLayoutMkLst>
        </pc:sldLayoutChg>
        <pc:sldLayoutChg chg="add">
          <pc:chgData name="Mohammed Fasha" userId="S::mohammed.fasha@uop.edu.jo::cc64f42d-a1a6-4f08-b97b-0c37f877119f" providerId="AD" clId="Web-{5C86E801-D2EF-92BA-0550-CFAF0E1AFAFC}" dt="2025-03-15T08:04:09.313" v="19"/>
          <pc:sldLayoutMkLst>
            <pc:docMk/>
            <pc:sldMasterMk cId="742811419" sldId="2147483648"/>
            <pc:sldLayoutMk cId="3220374438" sldId="2147483661"/>
          </pc:sldLayoutMkLst>
        </pc:sldLayoutChg>
      </pc:sldMasterChg>
    </pc:docChg>
  </pc:docChgLst>
  <pc:docChgLst>
    <pc:chgData name="Mohammed Fasha" userId="cc64f42d-a1a6-4f08-b97b-0c37f877119f" providerId="ADAL" clId="{BECD4A7F-C1AF-4585-8C31-FE7D4FE3ED16}"/>
    <pc:docChg chg="undo redo custSel addSld delSld modSld sldOrd">
      <pc:chgData name="Mohammed Fasha" userId="cc64f42d-a1a6-4f08-b97b-0c37f877119f" providerId="ADAL" clId="{BECD4A7F-C1AF-4585-8C31-FE7D4FE3ED16}" dt="2025-01-05T16:36:16.605" v="1945" actId="1076"/>
      <pc:docMkLst>
        <pc:docMk/>
      </pc:docMkLst>
      <pc:sldChg chg="modSp mod">
        <pc:chgData name="Mohammed Fasha" userId="cc64f42d-a1a6-4f08-b97b-0c37f877119f" providerId="ADAL" clId="{BECD4A7F-C1AF-4585-8C31-FE7D4FE3ED16}" dt="2024-12-30T18:47:27.683" v="988" actId="20577"/>
        <pc:sldMkLst>
          <pc:docMk/>
          <pc:sldMk cId="2281221656" sldId="527"/>
        </pc:sldMkLst>
      </pc:sldChg>
      <pc:sldChg chg="modSp mod">
        <pc:chgData name="Mohammed Fasha" userId="cc64f42d-a1a6-4f08-b97b-0c37f877119f" providerId="ADAL" clId="{BECD4A7F-C1AF-4585-8C31-FE7D4FE3ED16}" dt="2024-12-27T13:59:26.893" v="366" actId="20577"/>
        <pc:sldMkLst>
          <pc:docMk/>
          <pc:sldMk cId="3474268344" sldId="596"/>
        </pc:sldMkLst>
      </pc:sldChg>
      <pc:sldChg chg="modSp mod">
        <pc:chgData name="Mohammed Fasha" userId="cc64f42d-a1a6-4f08-b97b-0c37f877119f" providerId="ADAL" clId="{BECD4A7F-C1AF-4585-8C31-FE7D4FE3ED16}" dt="2024-12-30T18:44:34.649" v="884" actId="20577"/>
        <pc:sldMkLst>
          <pc:docMk/>
          <pc:sldMk cId="916802035" sldId="65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6516858" sldId="662"/>
        </pc:sldMkLst>
      </pc:sldChg>
      <pc:sldChg chg="modSp add del mod">
        <pc:chgData name="Mohammed Fasha" userId="cc64f42d-a1a6-4f08-b97b-0c37f877119f" providerId="ADAL" clId="{BECD4A7F-C1AF-4585-8C31-FE7D4FE3ED16}" dt="2025-01-05T16:34:59.233" v="1926" actId="20577"/>
        <pc:sldMkLst>
          <pc:docMk/>
          <pc:sldMk cId="691538069" sldId="662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895445062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3980180774" sldId="663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1728680596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900588277" sldId="664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123002105" sldId="665"/>
        </pc:sldMkLst>
      </pc:sldChg>
      <pc:sldChg chg="modSp add del mod">
        <pc:chgData name="Mohammed Fasha" userId="cc64f42d-a1a6-4f08-b97b-0c37f877119f" providerId="ADAL" clId="{BECD4A7F-C1AF-4585-8C31-FE7D4FE3ED16}" dt="2025-01-05T15:05:12.729" v="1226" actId="21"/>
        <pc:sldMkLst>
          <pc:docMk/>
          <pc:sldMk cId="148099094" sldId="665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659863378" sldId="676"/>
        </pc:sldMkLst>
      </pc:sldChg>
      <pc:sldChg chg="modSp add del mod">
        <pc:chgData name="Mohammed Fasha" userId="cc64f42d-a1a6-4f08-b97b-0c37f877119f" providerId="ADAL" clId="{BECD4A7F-C1AF-4585-8C31-FE7D4FE3ED16}" dt="2025-01-05T14:55:27.595" v="1130" actId="255"/>
        <pc:sldMkLst>
          <pc:docMk/>
          <pc:sldMk cId="1577854815" sldId="676"/>
        </pc:sldMkLst>
      </pc:sldChg>
      <pc:sldChg chg="modSp add del mod">
        <pc:chgData name="Mohammed Fasha" userId="cc64f42d-a1a6-4f08-b97b-0c37f877119f" providerId="ADAL" clId="{BECD4A7F-C1AF-4585-8C31-FE7D4FE3ED16}" dt="2025-01-05T14:55:43.754" v="1132" actId="1076"/>
        <pc:sldMkLst>
          <pc:docMk/>
          <pc:sldMk cId="139882925" sldId="677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2736863534" sldId="677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4146654093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4228312762" sldId="67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581717462" sldId="679"/>
        </pc:sldMkLst>
      </pc:sldChg>
      <pc:sldChg chg="addSp delSp modSp add del mod chgLayout">
        <pc:chgData name="Mohammed Fasha" userId="cc64f42d-a1a6-4f08-b97b-0c37f877119f" providerId="ADAL" clId="{BECD4A7F-C1AF-4585-8C31-FE7D4FE3ED16}" dt="2025-01-05T16:36:16.605" v="1945" actId="1076"/>
        <pc:sldMkLst>
          <pc:docMk/>
          <pc:sldMk cId="3454522070" sldId="679"/>
        </pc:sldMkLst>
      </pc:sldChg>
      <pc:sldChg chg="add del">
        <pc:chgData name="Mohammed Fasha" userId="cc64f42d-a1a6-4f08-b97b-0c37f877119f" providerId="ADAL" clId="{BECD4A7F-C1AF-4585-8C31-FE7D4FE3ED16}" dt="2025-01-05T14:43:16.100" v="993" actId="2696"/>
        <pc:sldMkLst>
          <pc:docMk/>
          <pc:sldMk cId="2856814121" sldId="681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083966018" sldId="681"/>
        </pc:sldMkLst>
      </pc:sldChg>
      <pc:sldChg chg="modSp mod">
        <pc:chgData name="Mohammed Fasha" userId="cc64f42d-a1a6-4f08-b97b-0c37f877119f" providerId="ADAL" clId="{BECD4A7F-C1AF-4585-8C31-FE7D4FE3ED16}" dt="2025-01-05T14:42:50.596" v="990" actId="14100"/>
        <pc:sldMkLst>
          <pc:docMk/>
          <pc:sldMk cId="1697141369" sldId="695"/>
        </pc:sldMkLst>
      </pc:sldChg>
      <pc:sldChg chg="addSp delSp modSp add del mod">
        <pc:chgData name="Mohammed Fasha" userId="cc64f42d-a1a6-4f08-b97b-0c37f877119f" providerId="ADAL" clId="{BECD4A7F-C1AF-4585-8C31-FE7D4FE3ED16}" dt="2025-01-05T14:54:31.375" v="1125" actId="14100"/>
        <pc:sldMkLst>
          <pc:docMk/>
          <pc:sldMk cId="265576630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991725834" sldId="698"/>
        </pc:sldMkLst>
      </pc:sldChg>
      <pc:sldChg chg="del">
        <pc:chgData name="Mohammed Fasha" userId="cc64f42d-a1a6-4f08-b97b-0c37f877119f" providerId="ADAL" clId="{BECD4A7F-C1AF-4585-8C31-FE7D4FE3ED16}" dt="2025-01-05T14:42:38.675" v="989" actId="2696"/>
        <pc:sldMkLst>
          <pc:docMk/>
          <pc:sldMk cId="3109561867" sldId="700"/>
        </pc:sldMkLst>
      </pc:sldChg>
      <pc:sldChg chg="addSp delSp modSp add del mod">
        <pc:chgData name="Mohammed Fasha" userId="cc64f42d-a1a6-4f08-b97b-0c37f877119f" providerId="ADAL" clId="{BECD4A7F-C1AF-4585-8C31-FE7D4FE3ED16}" dt="2025-01-05T16:00:05.564" v="1529" actId="20577"/>
        <pc:sldMkLst>
          <pc:docMk/>
          <pc:sldMk cId="4247717824" sldId="700"/>
        </pc:sldMkLst>
      </pc:sldChg>
      <pc:sldChg chg="addSp delSp modSp add mod">
        <pc:chgData name="Mohammed Fasha" userId="cc64f42d-a1a6-4f08-b97b-0c37f877119f" providerId="ADAL" clId="{BECD4A7F-C1AF-4585-8C31-FE7D4FE3ED16}" dt="2025-01-05T14:53:29.185" v="1101" actId="21"/>
        <pc:sldMkLst>
          <pc:docMk/>
          <pc:sldMk cId="67871309" sldId="709"/>
        </pc:sldMkLst>
      </pc:sldChg>
      <pc:sldChg chg="modSp add mod">
        <pc:chgData name="Mohammed Fasha" userId="cc64f42d-a1a6-4f08-b97b-0c37f877119f" providerId="ADAL" clId="{BECD4A7F-C1AF-4585-8C31-FE7D4FE3ED16}" dt="2025-01-05T15:31:09.113" v="1385" actId="6549"/>
        <pc:sldMkLst>
          <pc:docMk/>
          <pc:sldMk cId="4114896152" sldId="710"/>
        </pc:sldMkLst>
      </pc:sldChg>
      <pc:sldChg chg="addSp modSp add mod">
        <pc:chgData name="Mohammed Fasha" userId="cc64f42d-a1a6-4f08-b97b-0c37f877119f" providerId="ADAL" clId="{BECD4A7F-C1AF-4585-8C31-FE7D4FE3ED16}" dt="2025-01-05T15:27:36.027" v="1348" actId="20577"/>
        <pc:sldMkLst>
          <pc:docMk/>
          <pc:sldMk cId="3794385322" sldId="711"/>
        </pc:sldMkLst>
      </pc:sldChg>
      <pc:sldChg chg="add del">
        <pc:chgData name="Mohammed Fasha" userId="cc64f42d-a1a6-4f08-b97b-0c37f877119f" providerId="ADAL" clId="{BECD4A7F-C1AF-4585-8C31-FE7D4FE3ED16}" dt="2025-01-05T14:57:43.613" v="1146" actId="2696"/>
        <pc:sldMkLst>
          <pc:docMk/>
          <pc:sldMk cId="501127302" sldId="712"/>
        </pc:sldMkLst>
      </pc:sldChg>
      <pc:sldChg chg="modSp add mod">
        <pc:chgData name="Mohammed Fasha" userId="cc64f42d-a1a6-4f08-b97b-0c37f877119f" providerId="ADAL" clId="{BECD4A7F-C1AF-4585-8C31-FE7D4FE3ED16}" dt="2025-01-05T15:32:23.870" v="1388"/>
        <pc:sldMkLst>
          <pc:docMk/>
          <pc:sldMk cId="3701206727" sldId="712"/>
        </pc:sldMkLst>
      </pc:sldChg>
      <pc:sldChg chg="addSp modSp add mod">
        <pc:chgData name="Mohammed Fasha" userId="cc64f42d-a1a6-4f08-b97b-0c37f877119f" providerId="ADAL" clId="{BECD4A7F-C1AF-4585-8C31-FE7D4FE3ED16}" dt="2025-01-05T16:06:36.028" v="1538" actId="1076"/>
        <pc:sldMkLst>
          <pc:docMk/>
          <pc:sldMk cId="1499972066" sldId="713"/>
        </pc:sldMkLst>
      </pc:sldChg>
      <pc:sldChg chg="addSp delSp modSp add mod">
        <pc:chgData name="Mohammed Fasha" userId="cc64f42d-a1a6-4f08-b97b-0c37f877119f" providerId="ADAL" clId="{BECD4A7F-C1AF-4585-8C31-FE7D4FE3ED16}" dt="2025-01-05T16:19:08.436" v="1705" actId="1036"/>
        <pc:sldMkLst>
          <pc:docMk/>
          <pc:sldMk cId="1270641495" sldId="714"/>
        </pc:sldMkLst>
      </pc:sldChg>
      <pc:sldChg chg="addSp modSp new mod">
        <pc:chgData name="Mohammed Fasha" userId="cc64f42d-a1a6-4f08-b97b-0c37f877119f" providerId="ADAL" clId="{BECD4A7F-C1AF-4585-8C31-FE7D4FE3ED16}" dt="2025-01-05T16:23:44.632" v="1736" actId="12"/>
        <pc:sldMkLst>
          <pc:docMk/>
          <pc:sldMk cId="1096386322" sldId="715"/>
        </pc:sldMkLst>
      </pc:sldChg>
      <pc:sldChg chg="modSp new mod">
        <pc:chgData name="Mohammed Fasha" userId="cc64f42d-a1a6-4f08-b97b-0c37f877119f" providerId="ADAL" clId="{BECD4A7F-C1AF-4585-8C31-FE7D4FE3ED16}" dt="2025-01-05T16:34:02.360" v="1902" actId="27636"/>
        <pc:sldMkLst>
          <pc:docMk/>
          <pc:sldMk cId="1784058309" sldId="716"/>
        </pc:sldMkLst>
      </pc:sldChg>
      <pc:sldChg chg="modSp add mod ord">
        <pc:chgData name="Mohammed Fasha" userId="cc64f42d-a1a6-4f08-b97b-0c37f877119f" providerId="ADAL" clId="{BECD4A7F-C1AF-4585-8C31-FE7D4FE3ED16}" dt="2025-01-05T16:27:20.520" v="1803"/>
        <pc:sldMkLst>
          <pc:docMk/>
          <pc:sldMk cId="3139017106" sldId="717"/>
        </pc:sldMkLst>
      </pc:sldChg>
      <pc:sldChg chg="addSp delSp modSp new mod">
        <pc:chgData name="Mohammed Fasha" userId="cc64f42d-a1a6-4f08-b97b-0c37f877119f" providerId="ADAL" clId="{BECD4A7F-C1AF-4585-8C31-FE7D4FE3ED16}" dt="2025-01-05T16:32:45.446" v="1897" actId="20577"/>
        <pc:sldMkLst>
          <pc:docMk/>
          <pc:sldMk cId="3043812923" sldId="718"/>
        </pc:sldMkLst>
      </pc:sldChg>
    </pc:docChg>
  </pc:docChgLst>
  <pc:docChgLst>
    <pc:chgData name="Mohammed Fasha" userId="cc64f42d-a1a6-4f08-b97b-0c37f877119f" providerId="ADAL" clId="{2E5FBF59-3168-4932-9518-582502FE1AD5}"/>
    <pc:docChg chg="undo custSel delSld modSld">
      <pc:chgData name="Mohammed Fasha" userId="cc64f42d-a1a6-4f08-b97b-0c37f877119f" providerId="ADAL" clId="{2E5FBF59-3168-4932-9518-582502FE1AD5}" dt="2024-12-24T08:08:19.987" v="550" actId="20577"/>
      <pc:docMkLst>
        <pc:docMk/>
      </pc:docMkLst>
      <pc:sldChg chg="delSp">
        <pc:chgData name="Mohammed Fasha" userId="cc64f42d-a1a6-4f08-b97b-0c37f877119f" providerId="ADAL" clId="{2E5FBF59-3168-4932-9518-582502FE1AD5}" dt="2024-11-19T07:40:47.121" v="208" actId="478"/>
        <pc:sldMkLst>
          <pc:docMk/>
          <pc:sldMk cId="391491219" sldId="428"/>
        </pc:sldMkLst>
      </pc:sldChg>
      <pc:sldChg chg="modSp">
        <pc:chgData name="Mohammed Fasha" userId="cc64f42d-a1a6-4f08-b97b-0c37f877119f" providerId="ADAL" clId="{2E5FBF59-3168-4932-9518-582502FE1AD5}" dt="2024-12-03T07:43:58.007" v="456" actId="1076"/>
        <pc:sldMkLst>
          <pc:docMk/>
          <pc:sldMk cId="3339445507" sldId="430"/>
        </pc:sldMkLst>
      </pc:sldChg>
      <pc:sldChg chg="modSp">
        <pc:chgData name="Mohammed Fasha" userId="cc64f42d-a1a6-4f08-b97b-0c37f877119f" providerId="ADAL" clId="{2E5FBF59-3168-4932-9518-582502FE1AD5}" dt="2024-12-03T07:45:08.136" v="474" actId="20577"/>
        <pc:sldMkLst>
          <pc:docMk/>
          <pc:sldMk cId="3389046835" sldId="431"/>
        </pc:sldMkLst>
      </pc:sldChg>
      <pc:sldChg chg="modSp">
        <pc:chgData name="Mohammed Fasha" userId="cc64f42d-a1a6-4f08-b97b-0c37f877119f" providerId="ADAL" clId="{2E5FBF59-3168-4932-9518-582502FE1AD5}" dt="2024-11-10T06:33:09.727" v="37" actId="207"/>
        <pc:sldMkLst>
          <pc:docMk/>
          <pc:sldMk cId="2726994946" sldId="479"/>
        </pc:sldMkLst>
      </pc:sldChg>
      <pc:sldChg chg="modSp">
        <pc:chgData name="Mohammed Fasha" userId="cc64f42d-a1a6-4f08-b97b-0c37f877119f" providerId="ADAL" clId="{2E5FBF59-3168-4932-9518-582502FE1AD5}" dt="2024-11-19T07:44:28.766" v="211" actId="20577"/>
        <pc:sldMkLst>
          <pc:docMk/>
          <pc:sldMk cId="2297456757" sldId="483"/>
        </pc:sldMkLst>
      </pc:sldChg>
      <pc:sldChg chg="modSp">
        <pc:chgData name="Mohammed Fasha" userId="cc64f42d-a1a6-4f08-b97b-0c37f877119f" providerId="ADAL" clId="{2E5FBF59-3168-4932-9518-582502FE1AD5}" dt="2024-11-10T06:45:09.392" v="40" actId="20577"/>
        <pc:sldMkLst>
          <pc:docMk/>
          <pc:sldMk cId="3474268344" sldId="596"/>
        </pc:sldMkLst>
      </pc:sldChg>
      <pc:sldChg chg="modSp">
        <pc:chgData name="Mohammed Fasha" userId="cc64f42d-a1a6-4f08-b97b-0c37f877119f" providerId="ADAL" clId="{2E5FBF59-3168-4932-9518-582502FE1AD5}" dt="2024-12-03T07:47:21.561" v="476" actId="6549"/>
        <pc:sldMkLst>
          <pc:docMk/>
          <pc:sldMk cId="399592497" sldId="613"/>
        </pc:sldMkLst>
      </pc:sldChg>
      <pc:sldChg chg="modSp">
        <pc:chgData name="Mohammed Fasha" userId="cc64f42d-a1a6-4f08-b97b-0c37f877119f" providerId="ADAL" clId="{2E5FBF59-3168-4932-9518-582502FE1AD5}" dt="2024-12-03T07:49:02.980" v="478" actId="207"/>
        <pc:sldMkLst>
          <pc:docMk/>
          <pc:sldMk cId="3329135496" sldId="617"/>
        </pc:sldMkLst>
      </pc:sldChg>
      <pc:sldChg chg="modSp">
        <pc:chgData name="Mohammed Fasha" userId="cc64f42d-a1a6-4f08-b97b-0c37f877119f" providerId="ADAL" clId="{2E5FBF59-3168-4932-9518-582502FE1AD5}" dt="2024-12-24T08:05:16.608" v="482" actId="403"/>
        <pc:sldMkLst>
          <pc:docMk/>
          <pc:sldMk cId="2990045589" sldId="659"/>
        </pc:sldMkLst>
      </pc:sldChg>
      <pc:sldChg chg="modSp">
        <pc:chgData name="Mohammed Fasha" userId="cc64f42d-a1a6-4f08-b97b-0c37f877119f" providerId="ADAL" clId="{2E5FBF59-3168-4932-9518-582502FE1AD5}" dt="2024-12-24T08:08:19.987" v="550" actId="20577"/>
        <pc:sldMkLst>
          <pc:docMk/>
          <pc:sldMk cId="2680231355" sldId="669"/>
        </pc:sldMkLst>
      </pc:sldChg>
      <pc:sldChg chg="addSp modSp">
        <pc:chgData name="Mohammed Fasha" userId="cc64f42d-a1a6-4f08-b97b-0c37f877119f" providerId="ADAL" clId="{2E5FBF59-3168-4932-9518-582502FE1AD5}" dt="2024-12-24T08:05:52.910" v="488" actId="1076"/>
        <pc:sldMkLst>
          <pc:docMk/>
          <pc:sldMk cId="916102856" sldId="685"/>
        </pc:sldMkLst>
      </pc:sldChg>
      <pc:sldChg chg="modSp">
        <pc:chgData name="Mohammed Fasha" userId="cc64f42d-a1a6-4f08-b97b-0c37f877119f" providerId="ADAL" clId="{2E5FBF59-3168-4932-9518-582502FE1AD5}" dt="2024-11-19T07:03:29.557" v="206" actId="207"/>
        <pc:sldMkLst>
          <pc:docMk/>
          <pc:sldMk cId="32004852" sldId="708"/>
        </pc:sldMkLst>
      </pc:sldChg>
    </pc:docChg>
  </pc:docChgLst>
  <pc:docChgLst>
    <pc:chgData name="Mohammed Fasha" userId="cc64f42d-a1a6-4f08-b97b-0c37f877119f" providerId="ADAL" clId="{6804A8E6-8D7F-46E3-B091-66A8F6B926BF}"/>
    <pc:docChg chg="custSel modMainMaster">
      <pc:chgData name="Mohammed Fasha" userId="cc64f42d-a1a6-4f08-b97b-0c37f877119f" providerId="ADAL" clId="{6804A8E6-8D7F-46E3-B091-66A8F6B926BF}" dt="2024-11-09T05:15:35.019" v="2" actId="1076"/>
      <pc:docMkLst>
        <pc:docMk/>
      </pc:docMkLst>
      <pc:sldMasterChg chg="delSp mod modSldLayout">
        <pc:chgData name="Mohammed Fasha" userId="cc64f42d-a1a6-4f08-b97b-0c37f877119f" providerId="ADAL" clId="{6804A8E6-8D7F-46E3-B091-66A8F6B926BF}" dt="2024-11-09T05:15:35.019" v="2" actId="1076"/>
        <pc:sldMasterMkLst>
          <pc:docMk/>
          <pc:sldMasterMk cId="742811419" sldId="2147483648"/>
        </pc:sldMasterMkLst>
        <pc:sldLayoutChg chg="addSp modSp mod">
          <pc:chgData name="Mohammed Fasha" userId="cc64f42d-a1a6-4f08-b97b-0c37f877119f" providerId="ADAL" clId="{6804A8E6-8D7F-46E3-B091-66A8F6B926BF}" dt="2024-11-09T05:15:35.019" v="2" actId="1076"/>
          <pc:sldLayoutMkLst>
            <pc:docMk/>
            <pc:sldMasterMk cId="742811419" sldId="2147483648"/>
            <pc:sldLayoutMk cId="4063788262" sldId="2147483649"/>
          </pc:sldLayoutMkLst>
        </pc:sldLayoutChg>
      </pc:sldMasterChg>
    </pc:docChg>
  </pc:docChgLst>
  <pc:docChgLst>
    <pc:chgData name="Mohammed Fasha" userId="S::mohammed.fasha@uop.edu.jo::cc64f42d-a1a6-4f08-b97b-0c37f877119f" providerId="AD" clId="Web-{66E75AB1-FCE8-0FCD-8995-E220AF9681CC}"/>
    <pc:docChg chg="addSld delSld modSld sldOrd">
      <pc:chgData name="Mohammed Fasha" userId="S::mohammed.fasha@uop.edu.jo::cc64f42d-a1a6-4f08-b97b-0c37f877119f" providerId="AD" clId="Web-{66E75AB1-FCE8-0FCD-8995-E220AF9681CC}" dt="2025-03-15T07:27:28.077" v="349" actId="1076"/>
      <pc:docMkLst>
        <pc:docMk/>
      </pc:docMkLst>
      <pc:sldChg chg="del">
        <pc:chgData name="Mohammed Fasha" userId="S::mohammed.fasha@uop.edu.jo::cc64f42d-a1a6-4f08-b97b-0c37f877119f" providerId="AD" clId="Web-{66E75AB1-FCE8-0FCD-8995-E220AF9681CC}" dt="2025-03-15T06:52:43.111" v="52"/>
        <pc:sldMkLst>
          <pc:docMk/>
          <pc:sldMk cId="89912501" sldId="27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8"/>
        <pc:sldMkLst>
          <pc:docMk/>
          <pc:sldMk cId="1847087325" sldId="28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7"/>
        <pc:sldMkLst>
          <pc:docMk/>
          <pc:sldMk cId="771290671" sldId="28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2"/>
        <pc:sldMkLst>
          <pc:docMk/>
          <pc:sldMk cId="1234327519" sldId="28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0"/>
        <pc:sldMkLst>
          <pc:docMk/>
          <pc:sldMk cId="3304405524" sldId="29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39"/>
        <pc:sldMkLst>
          <pc:docMk/>
          <pc:sldMk cId="1217643332" sldId="29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38"/>
        <pc:sldMkLst>
          <pc:docMk/>
          <pc:sldMk cId="3526654973" sldId="29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2"/>
        <pc:sldMkLst>
          <pc:docMk/>
          <pc:sldMk cId="1376231676" sldId="30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1"/>
        <pc:sldMkLst>
          <pc:docMk/>
          <pc:sldMk cId="0" sldId="30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9"/>
        <pc:sldMkLst>
          <pc:docMk/>
          <pc:sldMk cId="156663359" sldId="30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1"/>
        <pc:sldMkLst>
          <pc:docMk/>
          <pc:sldMk cId="0" sldId="31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6"/>
        <pc:sldMkLst>
          <pc:docMk/>
          <pc:sldMk cId="2362708721" sldId="32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7"/>
        <pc:sldMkLst>
          <pc:docMk/>
          <pc:sldMk cId="1477953107" sldId="32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5"/>
        <pc:sldMkLst>
          <pc:docMk/>
          <pc:sldMk cId="1624740157" sldId="34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60"/>
        <pc:sldMkLst>
          <pc:docMk/>
          <pc:sldMk cId="1093295885" sldId="36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4"/>
        <pc:sldMkLst>
          <pc:docMk/>
          <pc:sldMk cId="3638528156" sldId="36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0"/>
        <pc:sldMkLst>
          <pc:docMk/>
          <pc:sldMk cId="2714000580" sldId="36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90"/>
        <pc:sldMkLst>
          <pc:docMk/>
          <pc:sldMk cId="4103125789" sldId="36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7"/>
        <pc:sldMkLst>
          <pc:docMk/>
          <pc:sldMk cId="3243173744" sldId="36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9"/>
        <pc:sldMkLst>
          <pc:docMk/>
          <pc:sldMk cId="533099717" sldId="37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5"/>
        <pc:sldMkLst>
          <pc:docMk/>
          <pc:sldMk cId="403304745" sldId="37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5"/>
        <pc:sldMkLst>
          <pc:docMk/>
          <pc:sldMk cId="1274929313" sldId="37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0"/>
        <pc:sldMkLst>
          <pc:docMk/>
          <pc:sldMk cId="3412111298" sldId="37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4"/>
        <pc:sldMkLst>
          <pc:docMk/>
          <pc:sldMk cId="3601872685" sldId="38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3"/>
        <pc:sldMkLst>
          <pc:docMk/>
          <pc:sldMk cId="215899539" sldId="38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79"/>
        <pc:sldMkLst>
          <pc:docMk/>
          <pc:sldMk cId="2001631854" sldId="39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4"/>
        <pc:sldMkLst>
          <pc:docMk/>
          <pc:sldMk cId="2976191511" sldId="39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7"/>
        <pc:sldMkLst>
          <pc:docMk/>
          <pc:sldMk cId="3942416368" sldId="39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5"/>
        <pc:sldMkLst>
          <pc:docMk/>
          <pc:sldMk cId="2455239288" sldId="39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6"/>
        <pc:sldMkLst>
          <pc:docMk/>
          <pc:sldMk cId="322630100" sldId="40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3"/>
        <pc:sldMkLst>
          <pc:docMk/>
          <pc:sldMk cId="2446723419" sldId="40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8"/>
        <pc:sldMkLst>
          <pc:docMk/>
          <pc:sldMk cId="2708838154" sldId="40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75"/>
        <pc:sldMkLst>
          <pc:docMk/>
          <pc:sldMk cId="711859222" sldId="40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4"/>
        <pc:sldMkLst>
          <pc:docMk/>
          <pc:sldMk cId="430192280" sldId="40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3"/>
        <pc:sldMkLst>
          <pc:docMk/>
          <pc:sldMk cId="1261728788" sldId="41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9"/>
        <pc:sldMkLst>
          <pc:docMk/>
          <pc:sldMk cId="465427976" sldId="41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6"/>
        <pc:sldMkLst>
          <pc:docMk/>
          <pc:sldMk cId="4222832899" sldId="41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0"/>
        <pc:sldMkLst>
          <pc:docMk/>
          <pc:sldMk cId="3168225218" sldId="42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9"/>
        <pc:sldMkLst>
          <pc:docMk/>
          <pc:sldMk cId="2310344807" sldId="42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90" v="62"/>
        <pc:sldMkLst>
          <pc:docMk/>
          <pc:sldMk cId="707737036" sldId="42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6"/>
        <pc:sldMkLst>
          <pc:docMk/>
          <pc:sldMk cId="232656594" sldId="42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4"/>
        <pc:sldMkLst>
          <pc:docMk/>
          <pc:sldMk cId="404333880" sldId="43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3"/>
        <pc:sldMkLst>
          <pc:docMk/>
          <pc:sldMk cId="2523349106" sldId="44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4"/>
        <pc:sldMkLst>
          <pc:docMk/>
          <pc:sldMk cId="2515022167" sldId="44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92"/>
        <pc:sldMkLst>
          <pc:docMk/>
          <pc:sldMk cId="1977389857" sldId="44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91"/>
        <pc:sldMkLst>
          <pc:docMk/>
          <pc:sldMk cId="2140515002" sldId="44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09"/>
        <pc:sldMkLst>
          <pc:docMk/>
          <pc:sldMk cId="1932795151" sldId="44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3"/>
        <pc:sldMkLst>
          <pc:docMk/>
          <pc:sldMk cId="1837964685" sldId="45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2"/>
        <pc:sldMkLst>
          <pc:docMk/>
          <pc:sldMk cId="1229244997" sldId="45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1"/>
        <pc:sldMkLst>
          <pc:docMk/>
          <pc:sldMk cId="1789205401" sldId="453"/>
        </pc:sldMkLst>
      </pc:sldChg>
      <pc:sldChg chg="modSp">
        <pc:chgData name="Mohammed Fasha" userId="S::mohammed.fasha@uop.edu.jo::cc64f42d-a1a6-4f08-b97b-0c37f877119f" providerId="AD" clId="Web-{66E75AB1-FCE8-0FCD-8995-E220AF9681CC}" dt="2025-03-15T06:52:38.939" v="37" actId="20577"/>
        <pc:sldMkLst>
          <pc:docMk/>
          <pc:sldMk cId="1489447582" sldId="455"/>
        </pc:sldMkLst>
        <pc:spChg chg="mod">
          <ac:chgData name="Mohammed Fasha" userId="S::mohammed.fasha@uop.edu.jo::cc64f42d-a1a6-4f08-b97b-0c37f877119f" providerId="AD" clId="Web-{66E75AB1-FCE8-0FCD-8995-E220AF9681CC}" dt="2025-03-15T06:52:38.939" v="37" actId="20577"/>
          <ac:spMkLst>
            <pc:docMk/>
            <pc:sldMk cId="1489447582" sldId="455"/>
            <ac:spMk id="8" creationId="{107CF054-390C-DCFC-C9A6-9E95C859A175}"/>
          </ac:spMkLst>
        </pc:spChg>
      </pc:sldChg>
      <pc:sldChg chg="modSp new">
        <pc:chgData name="Mohammed Fasha" userId="S::mohammed.fasha@uop.edu.jo::cc64f42d-a1a6-4f08-b97b-0c37f877119f" providerId="AD" clId="Web-{66E75AB1-FCE8-0FCD-8995-E220AF9681CC}" dt="2025-03-15T07:01:33.222" v="193" actId="20577"/>
        <pc:sldMkLst>
          <pc:docMk/>
          <pc:sldMk cId="2282942957" sldId="456"/>
        </pc:sldMkLst>
        <pc:spChg chg="mod">
          <ac:chgData name="Mohammed Fasha" userId="S::mohammed.fasha@uop.edu.jo::cc64f42d-a1a6-4f08-b97b-0c37f877119f" providerId="AD" clId="Web-{66E75AB1-FCE8-0FCD-8995-E220AF9681CC}" dt="2025-03-15T06:53:19.395" v="143" actId="20577"/>
          <ac:spMkLst>
            <pc:docMk/>
            <pc:sldMk cId="2282942957" sldId="456"/>
            <ac:spMk id="2" creationId="{B641E847-78EB-D12D-1289-076C03040899}"/>
          </ac:spMkLst>
        </pc:spChg>
        <pc:spChg chg="mod">
          <ac:chgData name="Mohammed Fasha" userId="S::mohammed.fasha@uop.edu.jo::cc64f42d-a1a6-4f08-b97b-0c37f877119f" providerId="AD" clId="Web-{66E75AB1-FCE8-0FCD-8995-E220AF9681CC}" dt="2025-03-15T07:01:33.222" v="193" actId="20577"/>
          <ac:spMkLst>
            <pc:docMk/>
            <pc:sldMk cId="2282942957" sldId="456"/>
            <ac:spMk id="3" creationId="{370CEA9E-7399-77E7-47C4-29CCAD688E3D}"/>
          </ac:spMkLst>
        </pc:spChg>
      </pc:sldChg>
      <pc:sldChg chg="addSp delSp modSp add replId addAnim">
        <pc:chgData name="Mohammed Fasha" userId="S::mohammed.fasha@uop.edu.jo::cc64f42d-a1a6-4f08-b97b-0c37f877119f" providerId="AD" clId="Web-{66E75AB1-FCE8-0FCD-8995-E220AF9681CC}" dt="2025-03-15T07:00:17.530" v="170" actId="20577"/>
        <pc:sldMkLst>
          <pc:docMk/>
          <pc:sldMk cId="1674895679" sldId="457"/>
        </pc:sldMkLst>
        <pc:spChg chg="mod">
          <ac:chgData name="Mohammed Fasha" userId="S::mohammed.fasha@uop.edu.jo::cc64f42d-a1a6-4f08-b97b-0c37f877119f" providerId="AD" clId="Web-{66E75AB1-FCE8-0FCD-8995-E220AF9681CC}" dt="2025-03-15T07:00:17.530" v="170" actId="20577"/>
          <ac:spMkLst>
            <pc:docMk/>
            <pc:sldMk cId="1674895679" sldId="457"/>
            <ac:spMk id="2" creationId="{1C61FB57-5DED-E50C-1567-36D9B32EDBAC}"/>
          </ac:spMkLst>
        </pc:spChg>
        <pc:spChg chg="mod">
          <ac:chgData name="Mohammed Fasha" userId="S::mohammed.fasha@uop.edu.jo::cc64f42d-a1a6-4f08-b97b-0c37f877119f" providerId="AD" clId="Web-{66E75AB1-FCE8-0FCD-8995-E220AF9681CC}" dt="2025-03-15T06:57:21.722" v="150" actId="14100"/>
          <ac:spMkLst>
            <pc:docMk/>
            <pc:sldMk cId="1674895679" sldId="457"/>
            <ac:spMk id="3" creationId="{B7528FB2-87E2-1D21-8D90-2EFD9759E534}"/>
          </ac:spMkLst>
        </pc:spChg>
        <pc:picChg chg="add del mod">
          <ac:chgData name="Mohammed Fasha" userId="S::mohammed.fasha@uop.edu.jo::cc64f42d-a1a6-4f08-b97b-0c37f877119f" providerId="AD" clId="Web-{66E75AB1-FCE8-0FCD-8995-E220AF9681CC}" dt="2025-03-15T06:57:27.238" v="152"/>
          <ac:picMkLst>
            <pc:docMk/>
            <pc:sldMk cId="1674895679" sldId="457"/>
            <ac:picMk id="4" creationId="{A3858177-300E-7078-A3BC-8E4C7D8BA9AF}"/>
          </ac:picMkLst>
        </pc:picChg>
        <pc:picChg chg="add mod">
          <ac:chgData name="Mohammed Fasha" userId="S::mohammed.fasha@uop.edu.jo::cc64f42d-a1a6-4f08-b97b-0c37f877119f" providerId="AD" clId="Web-{66E75AB1-FCE8-0FCD-8995-E220AF9681CC}" dt="2025-03-15T06:57:53.787" v="154" actId="1076"/>
          <ac:picMkLst>
            <pc:docMk/>
            <pc:sldMk cId="1674895679" sldId="457"/>
            <ac:picMk id="5" creationId="{636FA7FB-3AE2-6015-EDCA-D3841BBEA00C}"/>
          </ac:picMkLst>
        </pc:picChg>
      </pc:sldChg>
      <pc:sldChg chg="del">
        <pc:chgData name="Mohammed Fasha" userId="S::mohammed.fasha@uop.edu.jo::cc64f42d-a1a6-4f08-b97b-0c37f877119f" providerId="AD" clId="Web-{66E75AB1-FCE8-0FCD-8995-E220AF9681CC}" dt="2025-03-15T06:52:43.236" v="105"/>
        <pc:sldMkLst>
          <pc:docMk/>
          <pc:sldMk cId="2921402285" sldId="45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1"/>
        <pc:sldMkLst>
          <pc:docMk/>
          <pc:sldMk cId="1912979039" sldId="458"/>
        </pc:sldMkLst>
      </pc:sldChg>
      <pc:sldChg chg="addSp modSp add replId addAnim">
        <pc:chgData name="Mohammed Fasha" userId="S::mohammed.fasha@uop.edu.jo::cc64f42d-a1a6-4f08-b97b-0c37f877119f" providerId="AD" clId="Web-{66E75AB1-FCE8-0FCD-8995-E220AF9681CC}" dt="2025-03-15T07:01:24.191" v="192" actId="20577"/>
        <pc:sldMkLst>
          <pc:docMk/>
          <pc:sldMk cId="3292514151" sldId="458"/>
        </pc:sldMkLst>
        <pc:spChg chg="mod">
          <ac:chgData name="Mohammed Fasha" userId="S::mohammed.fasha@uop.edu.jo::cc64f42d-a1a6-4f08-b97b-0c37f877119f" providerId="AD" clId="Web-{66E75AB1-FCE8-0FCD-8995-E220AF9681CC}" dt="2025-03-15T07:01:24.191" v="192" actId="20577"/>
          <ac:spMkLst>
            <pc:docMk/>
            <pc:sldMk cId="3292514151" sldId="458"/>
            <ac:spMk id="2" creationId="{45EB7BEC-4D69-812E-F89E-4ADE17CABFD3}"/>
          </ac:spMkLst>
        </pc:spChg>
        <pc:spChg chg="mod">
          <ac:chgData name="Mohammed Fasha" userId="S::mohammed.fasha@uop.edu.jo::cc64f42d-a1a6-4f08-b97b-0c37f877119f" providerId="AD" clId="Web-{66E75AB1-FCE8-0FCD-8995-E220AF9681CC}" dt="2025-03-15T07:00:23.906" v="173" actId="14100"/>
          <ac:spMkLst>
            <pc:docMk/>
            <pc:sldMk cId="3292514151" sldId="458"/>
            <ac:spMk id="3" creationId="{CC874DA9-7000-FA16-2C22-09366EA22F8E}"/>
          </ac:spMkLst>
        </pc:spChg>
        <pc:picChg chg="add mod">
          <ac:chgData name="Mohammed Fasha" userId="S::mohammed.fasha@uop.edu.jo::cc64f42d-a1a6-4f08-b97b-0c37f877119f" providerId="AD" clId="Web-{66E75AB1-FCE8-0FCD-8995-E220AF9681CC}" dt="2025-03-15T07:00:58.783" v="176" actId="1076"/>
          <ac:picMkLst>
            <pc:docMk/>
            <pc:sldMk cId="3292514151" sldId="458"/>
            <ac:picMk id="4" creationId="{04FEF93C-E659-4588-019E-11ECBC9C1E25}"/>
          </ac:picMkLst>
        </pc:picChg>
      </pc:sldChg>
      <pc:sldChg chg="del">
        <pc:chgData name="Mohammed Fasha" userId="S::mohammed.fasha@uop.edu.jo::cc64f42d-a1a6-4f08-b97b-0c37f877119f" providerId="AD" clId="Web-{66E75AB1-FCE8-0FCD-8995-E220AF9681CC}" dt="2025-03-15T06:52:43.236" v="100"/>
        <pc:sldMkLst>
          <pc:docMk/>
          <pc:sldMk cId="484589733" sldId="459"/>
        </pc:sldMkLst>
      </pc:sldChg>
      <pc:sldChg chg="addSp modSp add replId addAnim">
        <pc:chgData name="Mohammed Fasha" userId="S::mohammed.fasha@uop.edu.jo::cc64f42d-a1a6-4f08-b97b-0c37f877119f" providerId="AD" clId="Web-{66E75AB1-FCE8-0FCD-8995-E220AF9681CC}" dt="2025-03-15T07:02:26.163" v="210" actId="1076"/>
        <pc:sldMkLst>
          <pc:docMk/>
          <pc:sldMk cId="3675936543" sldId="459"/>
        </pc:sldMkLst>
        <pc:spChg chg="mod">
          <ac:chgData name="Mohammed Fasha" userId="S::mohammed.fasha@uop.edu.jo::cc64f42d-a1a6-4f08-b97b-0c37f877119f" providerId="AD" clId="Web-{66E75AB1-FCE8-0FCD-8995-E220AF9681CC}" dt="2025-03-15T07:02:09.037" v="208" actId="20577"/>
          <ac:spMkLst>
            <pc:docMk/>
            <pc:sldMk cId="3675936543" sldId="459"/>
            <ac:spMk id="2" creationId="{0B3ACAF2-DAEF-7BBA-0F42-12648ABEC081}"/>
          </ac:spMkLst>
        </pc:spChg>
        <pc:spChg chg="mod">
          <ac:chgData name="Mohammed Fasha" userId="S::mohammed.fasha@uop.edu.jo::cc64f42d-a1a6-4f08-b97b-0c37f877119f" providerId="AD" clId="Web-{66E75AB1-FCE8-0FCD-8995-E220AF9681CC}" dt="2025-03-15T07:02:04.334" v="196" actId="20577"/>
          <ac:spMkLst>
            <pc:docMk/>
            <pc:sldMk cId="3675936543" sldId="459"/>
            <ac:spMk id="3" creationId="{6F97936B-8C4D-ED10-13ED-8EE0239951F5}"/>
          </ac:spMkLst>
        </pc:spChg>
        <pc:picChg chg="add mod">
          <ac:chgData name="Mohammed Fasha" userId="S::mohammed.fasha@uop.edu.jo::cc64f42d-a1a6-4f08-b97b-0c37f877119f" providerId="AD" clId="Web-{66E75AB1-FCE8-0FCD-8995-E220AF9681CC}" dt="2025-03-15T07:02:26.163" v="210" actId="1076"/>
          <ac:picMkLst>
            <pc:docMk/>
            <pc:sldMk cId="3675936543" sldId="459"/>
            <ac:picMk id="4" creationId="{AB9BA58E-1DF8-D2A6-CB44-1B983B8A677E}"/>
          </ac:picMkLst>
        </pc:picChg>
      </pc:sldChg>
      <pc:sldChg chg="addSp modSp new ord addAnim">
        <pc:chgData name="Mohammed Fasha" userId="S::mohammed.fasha@uop.edu.jo::cc64f42d-a1a6-4f08-b97b-0c37f877119f" providerId="AD" clId="Web-{66E75AB1-FCE8-0FCD-8995-E220AF9681CC}" dt="2025-03-15T07:04:19.795" v="257"/>
        <pc:sldMkLst>
          <pc:docMk/>
          <pc:sldMk cId="819366188" sldId="460"/>
        </pc:sldMkLst>
        <pc:spChg chg="mod">
          <ac:chgData name="Mohammed Fasha" userId="S::mohammed.fasha@uop.edu.jo::cc64f42d-a1a6-4f08-b97b-0c37f877119f" providerId="AD" clId="Web-{66E75AB1-FCE8-0FCD-8995-E220AF9681CC}" dt="2025-03-15T07:03:56.887" v="253" actId="14100"/>
          <ac:spMkLst>
            <pc:docMk/>
            <pc:sldMk cId="819366188" sldId="460"/>
            <ac:spMk id="3" creationId="{0F1F1C94-3747-2B3B-C88F-DC7404B91F95}"/>
          </ac:spMkLst>
        </pc:spChg>
        <pc:picChg chg="add mod">
          <ac:chgData name="Mohammed Fasha" userId="S::mohammed.fasha@uop.edu.jo::cc64f42d-a1a6-4f08-b97b-0c37f877119f" providerId="AD" clId="Web-{66E75AB1-FCE8-0FCD-8995-E220AF9681CC}" dt="2025-03-15T07:04:09.544" v="255" actId="1076"/>
          <ac:picMkLst>
            <pc:docMk/>
            <pc:sldMk cId="819366188" sldId="460"/>
            <ac:picMk id="4" creationId="{14D54A45-6B20-6430-76F9-AD84FDC40094}"/>
          </ac:picMkLst>
        </pc:picChg>
      </pc:sldChg>
      <pc:sldChg chg="del">
        <pc:chgData name="Mohammed Fasha" userId="S::mohammed.fasha@uop.edu.jo::cc64f42d-a1a6-4f08-b97b-0c37f877119f" providerId="AD" clId="Web-{66E75AB1-FCE8-0FCD-8995-E220AF9681CC}" dt="2025-03-15T06:52:43.236" v="99"/>
        <pc:sldMkLst>
          <pc:docMk/>
          <pc:sldMk cId="1770736122" sldId="460"/>
        </pc:sldMkLst>
      </pc:sldChg>
      <pc:sldChg chg="modSp new">
        <pc:chgData name="Mohammed Fasha" userId="S::mohammed.fasha@uop.edu.jo::cc64f42d-a1a6-4f08-b97b-0c37f877119f" providerId="AD" clId="Web-{66E75AB1-FCE8-0FCD-8995-E220AF9681CC}" dt="2025-03-15T07:04:38.046" v="266" actId="20577"/>
        <pc:sldMkLst>
          <pc:docMk/>
          <pc:sldMk cId="247418909" sldId="461"/>
        </pc:sldMkLst>
        <pc:spChg chg="mod">
          <ac:chgData name="Mohammed Fasha" userId="S::mohammed.fasha@uop.edu.jo::cc64f42d-a1a6-4f08-b97b-0c37f877119f" providerId="AD" clId="Web-{66E75AB1-FCE8-0FCD-8995-E220AF9681CC}" dt="2025-03-15T07:04:35.749" v="263" actId="20577"/>
          <ac:spMkLst>
            <pc:docMk/>
            <pc:sldMk cId="247418909" sldId="461"/>
            <ac:spMk id="2" creationId="{4D21DB0D-2E23-686F-FCBA-3B3B56206A91}"/>
          </ac:spMkLst>
        </pc:spChg>
        <pc:spChg chg="mod">
          <ac:chgData name="Mohammed Fasha" userId="S::mohammed.fasha@uop.edu.jo::cc64f42d-a1a6-4f08-b97b-0c37f877119f" providerId="AD" clId="Web-{66E75AB1-FCE8-0FCD-8995-E220AF9681CC}" dt="2025-03-15T07:04:38.046" v="266" actId="20577"/>
          <ac:spMkLst>
            <pc:docMk/>
            <pc:sldMk cId="247418909" sldId="461"/>
            <ac:spMk id="3" creationId="{7183F8A0-72C4-77C2-DF53-34D853F65091}"/>
          </ac:spMkLst>
        </pc:spChg>
      </pc:sldChg>
      <pc:sldChg chg="addSp delSp modSp new">
        <pc:chgData name="Mohammed Fasha" userId="S::mohammed.fasha@uop.edu.jo::cc64f42d-a1a6-4f08-b97b-0c37f877119f" providerId="AD" clId="Web-{66E75AB1-FCE8-0FCD-8995-E220AF9681CC}" dt="2025-03-15T07:09:35.299" v="331" actId="1076"/>
        <pc:sldMkLst>
          <pc:docMk/>
          <pc:sldMk cId="1157240725" sldId="462"/>
        </pc:sldMkLst>
        <pc:spChg chg="mod">
          <ac:chgData name="Mohammed Fasha" userId="S::mohammed.fasha@uop.edu.jo::cc64f42d-a1a6-4f08-b97b-0c37f877119f" providerId="AD" clId="Web-{66E75AB1-FCE8-0FCD-8995-E220AF9681CC}" dt="2025-03-15T07:07:27.072" v="311" actId="20577"/>
          <ac:spMkLst>
            <pc:docMk/>
            <pc:sldMk cId="1157240725" sldId="462"/>
            <ac:spMk id="2" creationId="{FD8ACEC8-0F55-9759-D03C-14EC0DAB9405}"/>
          </ac:spMkLst>
        </pc:spChg>
        <pc:spChg chg="mod">
          <ac:chgData name="Mohammed Fasha" userId="S::mohammed.fasha@uop.edu.jo::cc64f42d-a1a6-4f08-b97b-0c37f877119f" providerId="AD" clId="Web-{66E75AB1-FCE8-0FCD-8995-E220AF9681CC}" dt="2025-03-15T07:05:19.564" v="279" actId="14100"/>
          <ac:spMkLst>
            <pc:docMk/>
            <pc:sldMk cId="1157240725" sldId="462"/>
            <ac:spMk id="3" creationId="{2EC12319-03FE-522D-1B17-28A18671AD74}"/>
          </ac:spMkLst>
        </pc:spChg>
        <pc:spChg chg="add mod">
          <ac:chgData name="Mohammed Fasha" userId="S::mohammed.fasha@uop.edu.jo::cc64f42d-a1a6-4f08-b97b-0c37f877119f" providerId="AD" clId="Web-{66E75AB1-FCE8-0FCD-8995-E220AF9681CC}" dt="2025-03-15T07:09:29.814" v="329" actId="1076"/>
          <ac:spMkLst>
            <pc:docMk/>
            <pc:sldMk cId="1157240725" sldId="462"/>
            <ac:spMk id="6" creationId="{419C88E5-311B-7C37-EF21-759240673147}"/>
          </ac:spMkLst>
        </pc:spChg>
        <pc:spChg chg="add mod">
          <ac:chgData name="Mohammed Fasha" userId="S::mohammed.fasha@uop.edu.jo::cc64f42d-a1a6-4f08-b97b-0c37f877119f" providerId="AD" clId="Web-{66E75AB1-FCE8-0FCD-8995-E220AF9681CC}" dt="2025-03-15T07:09:27.157" v="328" actId="1076"/>
          <ac:spMkLst>
            <pc:docMk/>
            <pc:sldMk cId="1157240725" sldId="462"/>
            <ac:spMk id="7" creationId="{35A5277C-1397-7A8F-6AC4-A6499E15E61D}"/>
          </ac:spMkLst>
        </pc:spChg>
        <pc:picChg chg="add del mod">
          <ac:chgData name="Mohammed Fasha" userId="S::mohammed.fasha@uop.edu.jo::cc64f42d-a1a6-4f08-b97b-0c37f877119f" providerId="AD" clId="Web-{66E75AB1-FCE8-0FCD-8995-E220AF9681CC}" dt="2025-03-15T07:05:59.457" v="282"/>
          <ac:picMkLst>
            <pc:docMk/>
            <pc:sldMk cId="1157240725" sldId="462"/>
            <ac:picMk id="4" creationId="{51D19A64-1161-EC4F-4689-31E54D8932DA}"/>
          </ac:picMkLst>
        </pc:picChg>
        <pc:picChg chg="add mod">
          <ac:chgData name="Mohammed Fasha" userId="S::mohammed.fasha@uop.edu.jo::cc64f42d-a1a6-4f08-b97b-0c37f877119f" providerId="AD" clId="Web-{66E75AB1-FCE8-0FCD-8995-E220AF9681CC}" dt="2025-03-15T07:09:35.299" v="331" actId="1076"/>
          <ac:picMkLst>
            <pc:docMk/>
            <pc:sldMk cId="1157240725" sldId="462"/>
            <ac:picMk id="5" creationId="{B9235460-1193-17E8-C395-E3B702DEAFC0}"/>
          </ac:picMkLst>
        </pc:picChg>
      </pc:sldChg>
      <pc:sldChg chg="addSp modSp add replId">
        <pc:chgData name="Mohammed Fasha" userId="S::mohammed.fasha@uop.edu.jo::cc64f42d-a1a6-4f08-b97b-0c37f877119f" providerId="AD" clId="Web-{66E75AB1-FCE8-0FCD-8995-E220AF9681CC}" dt="2025-03-15T07:27:28.077" v="349" actId="1076"/>
        <pc:sldMkLst>
          <pc:docMk/>
          <pc:sldMk cId="2617340595" sldId="463"/>
        </pc:sldMkLst>
        <pc:spChg chg="mod">
          <ac:chgData name="Mohammed Fasha" userId="S::mohammed.fasha@uop.edu.jo::cc64f42d-a1a6-4f08-b97b-0c37f877119f" providerId="AD" clId="Web-{66E75AB1-FCE8-0FCD-8995-E220AF9681CC}" dt="2025-03-15T07:27:24.436" v="348" actId="20577"/>
          <ac:spMkLst>
            <pc:docMk/>
            <pc:sldMk cId="2617340595" sldId="463"/>
            <ac:spMk id="3" creationId="{891DCAA0-5A3F-EEBE-021E-8D9D6B92B64A}"/>
          </ac:spMkLst>
        </pc:spChg>
        <pc:spChg chg="add mod">
          <ac:chgData name="Mohammed Fasha" userId="S::mohammed.fasha@uop.edu.jo::cc64f42d-a1a6-4f08-b97b-0c37f877119f" providerId="AD" clId="Web-{66E75AB1-FCE8-0FCD-8995-E220AF9681CC}" dt="2025-03-15T07:27:10.514" v="346" actId="1076"/>
          <ac:spMkLst>
            <pc:docMk/>
            <pc:sldMk cId="2617340595" sldId="463"/>
            <ac:spMk id="5" creationId="{0EE62ADA-E312-FE03-63AA-32558CEA7F2B}"/>
          </ac:spMkLst>
        </pc:spChg>
        <pc:picChg chg="add mod">
          <ac:chgData name="Mohammed Fasha" userId="S::mohammed.fasha@uop.edu.jo::cc64f42d-a1a6-4f08-b97b-0c37f877119f" providerId="AD" clId="Web-{66E75AB1-FCE8-0FCD-8995-E220AF9681CC}" dt="2025-03-15T07:27:28.077" v="349" actId="1076"/>
          <ac:picMkLst>
            <pc:docMk/>
            <pc:sldMk cId="2617340595" sldId="463"/>
            <ac:picMk id="4" creationId="{76C95208-81C7-5CF3-E454-2C18A3F25FC0}"/>
          </ac:picMkLst>
        </pc:picChg>
      </pc:sldChg>
      <pc:sldChg chg="del">
        <pc:chgData name="Mohammed Fasha" userId="S::mohammed.fasha@uop.edu.jo::cc64f42d-a1a6-4f08-b97b-0c37f877119f" providerId="AD" clId="Web-{66E75AB1-FCE8-0FCD-8995-E220AF9681CC}" dt="2025-03-15T06:52:43.236" v="102"/>
        <pc:sldMkLst>
          <pc:docMk/>
          <pc:sldMk cId="2965647848" sldId="46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1"/>
        <pc:sldMkLst>
          <pc:docMk/>
          <pc:sldMk cId="109379533" sldId="464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015" v="269"/>
        <pc:sldMkLst>
          <pc:docMk/>
          <pc:sldMk cId="2675381745" sldId="464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140" v="270"/>
        <pc:sldMkLst>
          <pc:docMk/>
          <pc:sldMk cId="4195523681" sldId="465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484" v="271"/>
        <pc:sldMkLst>
          <pc:docMk/>
          <pc:sldMk cId="4047127300" sldId="46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2"/>
        <pc:sldMkLst>
          <pc:docMk/>
          <pc:sldMk cId="719424402" sldId="467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609" v="272"/>
        <pc:sldMkLst>
          <pc:docMk/>
          <pc:sldMk cId="3183967706" sldId="467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3.953" v="273"/>
        <pc:sldMkLst>
          <pc:docMk/>
          <pc:sldMk cId="3161654258" sldId="468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4.078" v="274"/>
        <pc:sldMkLst>
          <pc:docMk/>
          <pc:sldMk cId="2175348861" sldId="469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4.281" v="275"/>
        <pc:sldMkLst>
          <pc:docMk/>
          <pc:sldMk cId="2988183144" sldId="470"/>
        </pc:sldMkLst>
      </pc:sldChg>
      <pc:sldChg chg="add replId">
        <pc:chgData name="Mohammed Fasha" userId="S::mohammed.fasha@uop.edu.jo::cc64f42d-a1a6-4f08-b97b-0c37f877119f" providerId="AD" clId="Web-{66E75AB1-FCE8-0FCD-8995-E220AF9681CC}" dt="2025-03-15T07:04:44.421" v="276"/>
        <pc:sldMkLst>
          <pc:docMk/>
          <pc:sldMk cId="1572681964" sldId="47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4"/>
        <pc:sldMkLst>
          <pc:docMk/>
          <pc:sldMk cId="3168600941" sldId="47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0"/>
        <pc:sldMkLst>
          <pc:docMk/>
          <pc:sldMk cId="2302099845" sldId="47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8"/>
        <pc:sldMkLst>
          <pc:docMk/>
          <pc:sldMk cId="118211851" sldId="47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7"/>
        <pc:sldMkLst>
          <pc:docMk/>
          <pc:sldMk cId="1150689950" sldId="47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3"/>
        <pc:sldMkLst>
          <pc:docMk/>
          <pc:sldMk cId="942593251" sldId="47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106"/>
        <pc:sldMkLst>
          <pc:docMk/>
          <pc:sldMk cId="94366255" sldId="47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88"/>
        <pc:sldMkLst>
          <pc:docMk/>
          <pc:sldMk cId="3109107256" sldId="477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21" v="78"/>
        <pc:sldMkLst>
          <pc:docMk/>
          <pc:sldMk cId="408884363" sldId="48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8"/>
        <pc:sldMkLst>
          <pc:docMk/>
          <pc:sldMk cId="994101439" sldId="48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05" v="67"/>
        <pc:sldMkLst>
          <pc:docMk/>
          <pc:sldMk cId="1440183149" sldId="48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8"/>
        <pc:sldMkLst>
          <pc:docMk/>
          <pc:sldMk cId="3841714060" sldId="48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4"/>
        <pc:sldMkLst>
          <pc:docMk/>
          <pc:sldMk cId="833725597" sldId="488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3"/>
        <pc:sldMkLst>
          <pc:docMk/>
          <pc:sldMk cId="4123470834" sldId="489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7"/>
        <pc:sldMkLst>
          <pc:docMk/>
          <pc:sldMk cId="4022017735" sldId="490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111" v="51"/>
        <pc:sldMkLst>
          <pc:docMk/>
          <pc:sldMk cId="2225061527" sldId="491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6"/>
        <pc:sldMkLst>
          <pc:docMk/>
          <pc:sldMk cId="673932695" sldId="492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5"/>
        <pc:sldMkLst>
          <pc:docMk/>
          <pc:sldMk cId="2512069021" sldId="493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1"/>
        <pc:sldMkLst>
          <pc:docMk/>
          <pc:sldMk cId="3290660304" sldId="494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096" v="43"/>
        <pc:sldMkLst>
          <pc:docMk/>
          <pc:sldMk cId="4079654275" sldId="495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36" v="96"/>
        <pc:sldMkLst>
          <pc:docMk/>
          <pc:sldMk cId="1501311303" sldId="496"/>
        </pc:sldMkLst>
      </pc:sldChg>
      <pc:sldChg chg="del">
        <pc:chgData name="Mohammed Fasha" userId="S::mohammed.fasha@uop.edu.jo::cc64f42d-a1a6-4f08-b97b-0c37f877119f" providerId="AD" clId="Web-{66E75AB1-FCE8-0FCD-8995-E220AF9681CC}" dt="2025-03-15T06:52:43.252" v="115"/>
        <pc:sldMkLst>
          <pc:docMk/>
          <pc:sldMk cId="2557217836" sldId="49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BA03A4-B9F1-404C-8A74-B1AFD6480953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3C3971-340B-41A2-ABD3-FB1A577E4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51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14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87452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17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58745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18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17132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19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7187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20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76490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21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1440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02756" indent="-270291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2pPr>
            <a:lvl3pPr marL="1081164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3pPr>
            <a:lvl4pPr marL="1513629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4pPr>
            <a:lvl5pPr marL="1946095" indent="-216233" defTabSz="914485" eaLnBrk="0" hangingPunct="0"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5pPr>
            <a:lvl6pPr marL="2378560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6pPr>
            <a:lvl7pPr marL="2811026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7pPr>
            <a:lvl8pPr marL="3243491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8pPr>
            <a:lvl9pPr marL="3675957" indent="-216233" algn="ctr" defTabSz="914485" eaLnBrk="0" fontAlgn="base" hangingPunct="0">
              <a:spcBef>
                <a:spcPct val="50000"/>
              </a:spcBef>
              <a:spcAft>
                <a:spcPct val="0"/>
              </a:spcAft>
              <a:defRPr sz="1100" b="1">
                <a:solidFill>
                  <a:srgbClr val="FFFF00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/>
            <a:fld id="{3DF9E6D0-DA62-F54A-916F-2A88B954CE98}" type="slidenum">
              <a:rPr lang="en-US" sz="1200" b="0">
                <a:solidFill>
                  <a:schemeClr val="bg1"/>
                </a:solidFill>
              </a:rPr>
              <a:pPr eaLnBrk="1" hangingPunct="1"/>
              <a:t>22</a:t>
            </a:fld>
            <a:endParaRPr lang="en-US" sz="1200" b="0">
              <a:solidFill>
                <a:schemeClr val="bg1"/>
              </a:solidFill>
            </a:endParaRPr>
          </a:p>
        </p:txBody>
      </p:sp>
      <p:sp>
        <p:nvSpPr>
          <p:cNvPr id="460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dirty="0">
              <a:latin typeface="Times New Roman" charset="0"/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4222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we’re going to focus on Skip-Grams</a:t>
            </a:r>
            <a:r>
              <a:rPr lang="en-US" baseline="0" dirty="0"/>
              <a:t> with Negative Sampling,</a:t>
            </a:r>
          </a:p>
          <a:p>
            <a:r>
              <a:rPr lang="en-US" baseline="0" dirty="0"/>
              <a:t>Which is considered the state-of-the-art.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23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7509799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So,</a:t>
            </a:r>
            <a:r>
              <a:rPr lang="en-US" baseline="0" dirty="0"/>
              <a:t> how does SGNS work?</a:t>
            </a:r>
          </a:p>
          <a:p>
            <a:endParaRPr lang="en-US" baseline="0" dirty="0"/>
          </a:p>
          <a:p>
            <a:r>
              <a:rPr lang="en-US" baseline="0" dirty="0"/>
              <a:t>Let’s say we have this sentence,</a:t>
            </a:r>
          </a:p>
          <a:p>
            <a:r>
              <a:rPr lang="en-US" dirty="0"/>
              <a:t>(This example was shamelessly taken from Marco </a:t>
            </a:r>
            <a:r>
              <a:rPr lang="en-US" dirty="0" err="1"/>
              <a:t>Baroni</a:t>
            </a:r>
            <a:r>
              <a:rPr lang="en-US" dirty="0"/>
              <a:t>)</a:t>
            </a:r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25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407705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we want to understand what a </a:t>
            </a:r>
            <a:r>
              <a:rPr lang="en-US" dirty="0" err="1"/>
              <a:t>wampimuk</a:t>
            </a:r>
            <a:r>
              <a:rPr lang="en-US" dirty="0"/>
              <a:t>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26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6689537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SGNS does is take the context words around “</a:t>
            </a:r>
            <a:r>
              <a:rPr lang="en-US" dirty="0" err="1"/>
              <a:t>wampimuk</a:t>
            </a:r>
            <a:r>
              <a:rPr lang="en-US" dirty="0"/>
              <a:t>”,</a:t>
            </a:r>
          </a:p>
          <a:p>
            <a:r>
              <a:rPr lang="en-US" dirty="0"/>
              <a:t>And</a:t>
            </a:r>
            <a:r>
              <a:rPr lang="en-US" baseline="0" dirty="0"/>
              <a:t> in this way</a:t>
            </a:r>
            <a:r>
              <a:rPr lang="en-GB" baseline="0" dirty="0"/>
              <a:t>,</a:t>
            </a:r>
          </a:p>
          <a:p>
            <a:r>
              <a:rPr lang="en-US" baseline="0" dirty="0"/>
              <a:t>Constructs a dataset of word-context pairs,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27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62067616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using D,</a:t>
            </a:r>
          </a:p>
          <a:p>
            <a:endParaRPr lang="en-US" dirty="0"/>
          </a:p>
          <a:p>
            <a:r>
              <a:rPr lang="en-US" dirty="0"/>
              <a:t>SGNS is going to learn a vector for</a:t>
            </a:r>
            <a:r>
              <a:rPr lang="en-US" baseline="0" dirty="0"/>
              <a:t> each word in the vocabulary</a:t>
            </a:r>
          </a:p>
          <a:p>
            <a:endParaRPr lang="en-US" baseline="0" dirty="0"/>
          </a:p>
          <a:p>
            <a:r>
              <a:rPr lang="en-US" baseline="0" dirty="0"/>
              <a:t>A vector of say… 100 latent dimensions.</a:t>
            </a:r>
          </a:p>
          <a:p>
            <a:endParaRPr lang="en-US" baseline="0" dirty="0"/>
          </a:p>
          <a:p>
            <a:r>
              <a:rPr lang="en-US" baseline="0" dirty="0"/>
              <a:t>Effectively, it’s learning a matrix W,</a:t>
            </a:r>
          </a:p>
          <a:p>
            <a:endParaRPr lang="en-US" baseline="0" dirty="0"/>
          </a:p>
          <a:p>
            <a:r>
              <a:rPr lang="en-US" baseline="0" dirty="0"/>
              <a:t>Where each row is a vector that represents a specific word.</a:t>
            </a:r>
          </a:p>
          <a:p>
            <a:endParaRPr lang="en-US" baseline="0" dirty="0"/>
          </a:p>
          <a:p>
            <a:r>
              <a:rPr lang="en-US" baseline="0" dirty="0"/>
              <a:t>Now, a key point in understanding SGNS,</a:t>
            </a:r>
          </a:p>
          <a:p>
            <a:r>
              <a:rPr lang="en-US" baseline="0" dirty="0"/>
              <a:t>Is that it also learns an auxiliary matrix C of context vectors</a:t>
            </a:r>
          </a:p>
          <a:p>
            <a:endParaRPr lang="en-US" baseline="0" dirty="0"/>
          </a:p>
          <a:p>
            <a:r>
              <a:rPr lang="en-US" baseline="0" dirty="0"/>
              <a:t>So in fact, each word has two different embeddings</a:t>
            </a:r>
          </a:p>
          <a:p>
            <a:endParaRPr lang="en-US" baseline="0" dirty="0"/>
          </a:p>
          <a:p>
            <a:r>
              <a:rPr lang="en-US" baseline="0" dirty="0"/>
              <a:t>Which are not necessarily similar.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28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9269003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…SGNS maximizes the similarity between word</a:t>
            </a:r>
            <a:r>
              <a:rPr lang="en-US" baseline="0" dirty="0"/>
              <a:t> and context vectors that were </a:t>
            </a:r>
            <a:r>
              <a:rPr lang="en-US" b="1" baseline="0" dirty="0"/>
              <a:t>observed together</a:t>
            </a:r>
            <a:r>
              <a:rPr lang="en-US" baseline="0" dirty="0"/>
              <a:t>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31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13236992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…and</a:t>
            </a:r>
            <a:r>
              <a:rPr lang="en-US" baseline="0" dirty="0"/>
              <a:t> minimizes the similarity between word and context vectors </a:t>
            </a:r>
            <a:r>
              <a:rPr lang="en-US" b="1" baseline="0" dirty="0"/>
              <a:t>hallucinated together</a:t>
            </a:r>
            <a:r>
              <a:rPr lang="en-US" baseline="0" dirty="0"/>
              <a:t>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32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421744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Now, the way SGNS hallucinates is really important.</a:t>
            </a:r>
          </a:p>
          <a:p>
            <a:endParaRPr lang="en-US" dirty="0"/>
          </a:p>
          <a:p>
            <a:r>
              <a:rPr lang="en-US" dirty="0"/>
              <a:t>It’s actually where it</a:t>
            </a:r>
            <a:r>
              <a:rPr lang="en-US" baseline="0" dirty="0"/>
              <a:t> gets its name from.</a:t>
            </a:r>
          </a:p>
          <a:p>
            <a:endParaRPr lang="en-US" baseline="0" dirty="0"/>
          </a:p>
          <a:p>
            <a:r>
              <a:rPr lang="en-US" baseline="0" dirty="0"/>
              <a:t>For each observed word-context pair,</a:t>
            </a:r>
          </a:p>
          <a:p>
            <a:r>
              <a:rPr lang="en-US" baseline="0" dirty="0"/>
              <a:t>SGNS samples k contexts at random,</a:t>
            </a:r>
          </a:p>
          <a:p>
            <a:r>
              <a:rPr lang="en-US" baseline="0" dirty="0"/>
              <a:t>As negative examples</a:t>
            </a:r>
          </a:p>
          <a:p>
            <a:endParaRPr lang="en-US" baseline="0" dirty="0"/>
          </a:p>
          <a:p>
            <a:r>
              <a:rPr lang="en-US" baseline="0" dirty="0"/>
              <a:t>Now, when we say random, we mean the unigram distribution</a:t>
            </a:r>
          </a:p>
          <a:p>
            <a:endParaRPr lang="en-US" baseline="0" dirty="0"/>
          </a:p>
          <a:p>
            <a:r>
              <a:rPr lang="en-US" baseline="0" dirty="0"/>
              <a:t>And Spoiler Alert: changing this distribution has quite a significant effect.</a:t>
            </a:r>
          </a:p>
          <a:p>
            <a:endParaRPr lang="en-US" baseline="0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3A287F05-FCD8-4F5C-AFF0-93765CD6FDBF}" type="slidenum">
              <a:rPr lang="en-GB" smtClean="0">
                <a:solidFill>
                  <a:prstClr val="black"/>
                </a:solidFill>
                <a:latin typeface="Calibri" panose="020F0502020204030204"/>
                <a:ea typeface=""/>
                <a:cs typeface=""/>
              </a:rPr>
              <a:pPr/>
              <a:t>33</a:t>
            </a:fld>
            <a:endParaRPr lang="en-GB">
              <a:solidFill>
                <a:prstClr val="black"/>
              </a:solidFill>
              <a:latin typeface="Calibri" panose="020F0502020204030204"/>
              <a:ea typeface=""/>
              <a:cs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226123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B88D-A571-8D68-DA1D-4734ED37AE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433490-0BE8-AA6E-9BD9-B3AE42C098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2B6175-CE1C-2163-F07B-89B1D44CD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231D7E-9560-9E2E-E325-EA9FF2B4F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F25B4A-CC9F-DFD4-9C8C-EC0E3A6CB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615635-BBAD-7E56-C59A-73312B169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6525"/>
            <a:ext cx="2123320" cy="44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3788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1AE11-FE2F-E8C7-76F8-4648B9775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97523"/>
            <a:ext cx="10515600" cy="748208"/>
          </a:xfrm>
          <a:solidFill>
            <a:srgbClr val="67337A"/>
          </a:solidFill>
        </p:spPr>
        <p:txBody>
          <a:bodyPr>
            <a:normAutofit/>
          </a:bodyPr>
          <a:lstStyle>
            <a:lvl1pPr>
              <a:defRPr sz="28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FDCCF6-2612-A73C-C264-680D145698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10515600" cy="4991039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3533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3632C-6DEE-7253-7D28-277A733B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429001"/>
            <a:ext cx="10515600" cy="141056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46F207-EFC1-8D09-1A43-C1BC66F4B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56175"/>
            <a:ext cx="10515600" cy="11334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7066E6-0CE4-B283-4609-6B87CF61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88F228-7BFB-DECA-1E8A-FE22303A6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17116-D906-F8F1-9544-2F31FF8B3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FD8420-94D8-A22A-437F-9C232747176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9A4E6A3-979F-577C-6B28-090C8441D5A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5" y="160954"/>
            <a:ext cx="2120835" cy="63657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F73805-8742-DDA0-8BA4-18F7B6B60B6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394545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D320A-5856-7025-B675-5175C87BA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A02420-256F-86BB-2069-DC7FC15985C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4A8B5D-BE76-5309-6B35-5BB623D549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55F1A-4711-E07F-4060-9DFA24B5F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BDB2D-A305-9686-67A1-5E6D04DD8A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DA501-D721-9762-F1D7-F2633610B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912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D67AB-B0CB-34AE-FB11-E6E73297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F1467F-4D04-1AE5-F976-549357D16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1D808E-728B-7E91-40BC-CEDF06A29F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DAC8E04-B37B-1721-DBCE-7A749BD7AC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85EBE9-C42B-6432-1518-88FD8B1A9E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0A973D-A9C2-1CA6-05F5-A7C82D40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B61A04-2021-047C-B370-D0B428F9B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1AC7FB-EE3D-80A6-4C1A-80E359A3FC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382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43EC8-462D-17BF-D668-48071F09B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1285AC-0A2F-4AE5-D1B6-5C319BFFE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1CD249-9162-ABF9-19A3-977BDD9DA2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E01C95-124F-0B3B-A8D9-B9C970F19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2662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829541-D653-384C-D771-DD8F69A08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C33C97-264B-3724-11ED-5BB6B8F25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E226B-01EA-120B-3387-6F48FDA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980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29331-9622-1254-250C-1A826F867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A61744-6E94-694D-5ACD-A392EBB2B1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2829D-7E3F-4729-5630-2FC6FC3388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A95737-F397-134D-F032-CB1CF8533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454794-C979-4A92-C271-06A8ACAB1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3CABCC-6A8A-037D-30F0-16F152A1C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20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35548-3058-3FF3-095A-5746EA91D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594BFE-AD4C-39A4-E6D7-3D67D9AF064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17F4F-1D08-F5A7-0483-99EBD45B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2418C9-6621-9F77-5D27-62F1D1DA5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3E588C-5B83-3F14-34CB-FBF668EE8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B9B1A-60F9-9274-969E-5776570FA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06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89562-02BA-F69E-C391-546A16C2F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AC2F76-E2E8-15A6-A3C8-6CB5142D8A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76A671-E219-71C5-2625-4964456C4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58E91A-8EA7-3C4C-E581-D2E7DE8014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2236E2-4C17-03F4-B4DC-034FD967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014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7CBBF0-FFDE-1DC2-A2E8-4E454811897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26B3BF-C276-8333-A7E7-B8D443C6A9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9EB368-D24B-9EA8-8A8F-0AB2C5F18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BD0D11-FA10-A88B-DAAF-BDC5D659D7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B60E9-3F05-AAE4-101F-3125133F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8035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asted-image.png"/>
          <p:cNvPicPr/>
          <p:nvPr/>
        </p:nvPicPr>
        <p:blipFill>
          <a:blip r:embed="rId2">
            <a:alphaModFix amt="10839"/>
          </a:blip>
          <a:srcRect l="11804" t="22310" b="2478"/>
          <a:stretch>
            <a:fillRect/>
          </a:stretch>
        </p:blipFill>
        <p:spPr>
          <a:xfrm>
            <a:off x="-93133" y="-8368"/>
            <a:ext cx="6240413" cy="5321672"/>
          </a:xfrm>
          <a:prstGeom prst="rect">
            <a:avLst/>
          </a:prstGeom>
          <a:ln w="12700">
            <a:miter lim="400000"/>
          </a:ln>
        </p:spPr>
      </p:pic>
      <p:sp>
        <p:nvSpPr>
          <p:cNvPr id="8" name="Shape 8"/>
          <p:cNvSpPr/>
          <p:nvPr/>
        </p:nvSpPr>
        <p:spPr>
          <a:xfrm>
            <a:off x="347134" y="2631440"/>
            <a:ext cx="11497733" cy="3657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algn="ctr">
              <a:defRPr sz="3400">
                <a:solidFill>
                  <a:srgbClr val="215380"/>
                </a:solidFill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4800" dirty="0">
                <a:solidFill>
                  <a:srgbClr val="215380"/>
                </a:solidFill>
              </a:rPr>
              <a:t>CS6501: </a:t>
            </a:r>
            <a:r>
              <a:rPr lang="en-US" sz="4800" dirty="0">
                <a:solidFill>
                  <a:srgbClr val="215380"/>
                </a:solidFill>
              </a:rPr>
              <a:t>Vision</a:t>
            </a:r>
            <a:r>
              <a:rPr lang="en-US" sz="4800" baseline="0" dirty="0">
                <a:solidFill>
                  <a:srgbClr val="215380"/>
                </a:solidFill>
              </a:rPr>
              <a:t> and Language</a:t>
            </a:r>
            <a:endParaRPr sz="4800" dirty="0">
              <a:solidFill>
                <a:srgbClr val="21538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22748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/>
          <a:lstStyle>
            <a:lvl1pPr algn="l">
              <a:defRPr sz="2667" b="0">
                <a:solidFill>
                  <a:schemeClr val="tx1"/>
                </a:solidFill>
              </a:defRPr>
            </a:lvl1pPr>
            <a:lvl2pPr algn="l">
              <a:defRPr sz="2667" b="0">
                <a:solidFill>
                  <a:schemeClr val="tx1"/>
                </a:solidFill>
              </a:defRPr>
            </a:lvl2pPr>
            <a:lvl3pPr algn="l">
              <a:defRPr sz="2667" b="0">
                <a:solidFill>
                  <a:schemeClr val="tx1"/>
                </a:solidFill>
              </a:defRPr>
            </a:lvl3pPr>
            <a:lvl4pPr algn="l">
              <a:defRPr sz="2667" b="0">
                <a:solidFill>
                  <a:schemeClr val="tx1"/>
                </a:solidFill>
              </a:defRPr>
            </a:lvl4pPr>
            <a:lvl5pPr algn="l">
              <a:defRPr sz="2667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2037443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2762C5-8E42-00DD-5440-4A44E725ED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4D4F47-A5A1-F247-D7EC-43901BD919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1E946-8B54-76FA-E3B0-E48F8BEE744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78E95-DE77-44D3-BDB9-E242948FB112}" type="datetimeFigureOut">
              <a:rPr lang="en-US" smtClean="0"/>
              <a:t>3/15/2025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E851E2-F7B0-D02A-22FA-EC3877EEE5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2B3EB4-6884-55A1-71B3-B7A4121171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339690-657A-47AB-B56D-24FB92E3B2DB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94C39A-D09F-3FB5-FC83-3461D4B26A9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99908" y="103770"/>
            <a:ext cx="403127" cy="5704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41B7E3-0100-0D6B-212C-A14E821244AF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55278" y="43208"/>
            <a:ext cx="1171576" cy="59403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742811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0.png"/><Relationship Id="rId4" Type="http://schemas.openxmlformats.org/officeDocument/2006/relationships/image" Target="../media/image8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11" Type="http://schemas.openxmlformats.org/officeDocument/2006/relationships/image" Target="../media/image30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7387D1D-1AA9-EA47-F9E0-B5509D9C1D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0" y="279230"/>
            <a:ext cx="914400" cy="120491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07CF054-390C-DCFC-C9A6-9E95C859A1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307307</a:t>
            </a:r>
            <a:br>
              <a:rPr lang="en-US" sz="3600" dirty="0">
                <a:ea typeface="Calibri Light"/>
                <a:cs typeface="Calibri Light"/>
              </a:rPr>
            </a:br>
            <a:r>
              <a:rPr lang="en-US" sz="3600" dirty="0">
                <a:ea typeface="Calibri Light"/>
                <a:cs typeface="Calibri Light"/>
              </a:rPr>
              <a:t>Word Embeddings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F599965F-D781-62F6-30A4-33D89AC8908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447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314-3CF3-F0A9-685A-3156E5CE2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Introduction to 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D1ADE-0294-A1FB-F5E9-1676C5183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Definition</a:t>
            </a:r>
            <a:r>
              <a:rPr lang="en-US" dirty="0"/>
              <a:t>: Word embeddings are vector representations of words in a continuous vector space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Purpose</a:t>
            </a:r>
            <a:r>
              <a:rPr lang="en-US" dirty="0"/>
              <a:t>: Capture semantic and syntactic relationships between words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Key innovation</a:t>
            </a:r>
            <a:r>
              <a:rPr lang="en-US" dirty="0"/>
              <a:t>: Words with similar meanings have similar vector representations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Foundation of modern NLP</a:t>
            </a:r>
            <a:r>
              <a:rPr lang="en-US" dirty="0"/>
              <a:t>: Enable machines to understand relationships between words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836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B7355-8D6D-8485-0894-0AB532961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Evolution of Word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D9617-84BF-81D4-C219-85A58FE307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Traditional Methods (Pre-2013)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One-hot encoding</a:t>
            </a:r>
            <a:r>
              <a:rPr lang="en-US" dirty="0"/>
              <a:t>: Sparse, binary vectors (dimension = vocabulary size)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Limitations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notion of similarity between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Curse of dimensionality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No semantic information captured</a:t>
            </a:r>
          </a:p>
          <a:p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227B7C6-2CDC-88BB-C41D-BC7307D937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14166198"/>
              </p:ext>
            </p:extLst>
          </p:nvPr>
        </p:nvGraphicFramePr>
        <p:xfrm>
          <a:off x="553994" y="4511032"/>
          <a:ext cx="10515600" cy="18288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30904227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9071784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25485648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22357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2603703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1 (cat)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2 (dog)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3 (fish)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4 (bird)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79516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082670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44871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fish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424369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bird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42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8322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35843-6243-4FED-D51B-9968DB412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476EB8-B223-49A9-A9FB-EBE8A0CF6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Evolution of Word Representations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739F70-6609-23E4-8242-587743250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8"/>
            <a:ext cx="10987216" cy="748208"/>
          </a:xfrm>
        </p:spPr>
        <p:txBody>
          <a:bodyPr>
            <a:normAutofit lnSpcReduction="1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Problem</a:t>
            </a:r>
            <a:r>
              <a:rPr lang="en-US" sz="2000" dirty="0"/>
              <a:t>: How do we represent meaning mathematically?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/>
              <a:t>Solution</a:t>
            </a:r>
            <a:r>
              <a:rPr lang="en-US" sz="2000" dirty="0"/>
              <a:t>: Distributional hypothesis - "You shall know a word by the company it keeps" (J.R. Firth, 1957)</a:t>
            </a:r>
          </a:p>
          <a:p>
            <a:endParaRPr lang="en-US" sz="2000" dirty="0"/>
          </a:p>
        </p:txBody>
      </p:sp>
      <p:pic>
        <p:nvPicPr>
          <p:cNvPr id="3074" name="Picture 2" descr="Distributional semantics - Wikipedia">
            <a:extLst>
              <a:ext uri="{FF2B5EF4-FFF2-40B4-BE49-F238E27FC236}">
                <a16:creationId xmlns:a16="http://schemas.microsoft.com/office/drawing/2014/main" id="{7838B5EC-812C-CDC8-5CFB-BD8E433263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0487" y="2324380"/>
            <a:ext cx="4312508" cy="30491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03E6E9-29DB-6231-D36D-166BD1A4B0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6256614"/>
              </p:ext>
            </p:extLst>
          </p:nvPr>
        </p:nvGraphicFramePr>
        <p:xfrm>
          <a:off x="838200" y="2614493"/>
          <a:ext cx="6236043" cy="246888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2078681">
                  <a:extLst>
                    <a:ext uri="{9D8B030D-6E8A-4147-A177-3AD203B41FA5}">
                      <a16:colId xmlns:a16="http://schemas.microsoft.com/office/drawing/2014/main" val="1074427067"/>
                    </a:ext>
                  </a:extLst>
                </a:gridCol>
                <a:gridCol w="2078681">
                  <a:extLst>
                    <a:ext uri="{9D8B030D-6E8A-4147-A177-3AD203B41FA5}">
                      <a16:colId xmlns:a16="http://schemas.microsoft.com/office/drawing/2014/main" val="118472165"/>
                    </a:ext>
                  </a:extLst>
                </a:gridCol>
                <a:gridCol w="2078681">
                  <a:extLst>
                    <a:ext uri="{9D8B030D-6E8A-4147-A177-3AD203B41FA5}">
                      <a16:colId xmlns:a16="http://schemas.microsoft.com/office/drawing/2014/main" val="417315587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Word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Dimension 1 (political)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Dimension 2 (dangerous)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3363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shark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0.22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2223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animal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0.25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313674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dangerous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0.32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5339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political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0.04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39451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dictatorship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0.28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0.15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703038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2914B84-CEDA-F1F7-43A7-C8BAE37A70A8}"/>
              </a:ext>
            </a:extLst>
          </p:cNvPr>
          <p:cNvSpPr txBox="1">
            <a:spLocks/>
          </p:cNvSpPr>
          <p:nvPr/>
        </p:nvSpPr>
        <p:spPr>
          <a:xfrm>
            <a:off x="838200" y="5313405"/>
            <a:ext cx="10987216" cy="139079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libri (Body)"/>
              </a:rPr>
              <a:t>Words are represented as dense vectors in a continuous vector space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Each dimension potentially captures semantic meaning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Similar words cluster together in the vector space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Semantic relationships are preserved (e.g., "shark" is closer to "dangerous" than "political") </a:t>
            </a:r>
          </a:p>
          <a:p>
            <a:pPr mar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latin typeface="Calibri (Body)"/>
              </a:rPr>
              <a:t>Enables meaningful similarity measurements and analogies </a:t>
            </a:r>
          </a:p>
        </p:txBody>
      </p:sp>
    </p:spTree>
    <p:extLst>
      <p:ext uri="{BB962C8B-B14F-4D97-AF65-F5344CB8AC3E}">
        <p14:creationId xmlns:p14="http://schemas.microsoft.com/office/powerpoint/2010/main" val="4466899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4AF0-0C0D-2A33-942E-7F90F86FB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B883-DFFD-09F6-5356-084C060B06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Word2Vec (</a:t>
            </a:r>
            <a:r>
              <a:rPr lang="en-US" dirty="0" err="1"/>
              <a:t>Mikolov</a:t>
            </a:r>
            <a:r>
              <a:rPr lang="en-US" dirty="0"/>
              <a:t> et al., 2013)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DAAF18-EF8F-EF3B-EC26-A6DD77CB63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6007"/>
            <a:ext cx="5710881" cy="4991039"/>
          </a:xfrm>
        </p:spPr>
        <p:txBody>
          <a:bodyPr>
            <a:normAutofit fontScale="85000" lnSpcReduction="20000"/>
          </a:bodyPr>
          <a:lstStyle/>
          <a:p>
            <a:pPr>
              <a:buNone/>
            </a:pPr>
            <a:r>
              <a:rPr lang="en-US" b="1" dirty="0"/>
              <a:t>Key Innovation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Transformed NLP by creating dense vector representations through prediction-based models</a:t>
            </a:r>
          </a:p>
          <a:p>
            <a:pPr>
              <a:buNone/>
            </a:pPr>
            <a:r>
              <a:rPr lang="en-US" b="1" dirty="0"/>
              <a:t>Two Architectures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Continuous Bag of Words (CBOW)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Predicts target word from context words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Faster training, better for frequent words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Skip-gram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Predicts context words from target word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Better for rare words, captures more semantic information</a:t>
            </a:r>
          </a:p>
          <a:p>
            <a:pPr>
              <a:buNone/>
            </a:pPr>
            <a:r>
              <a:rPr lang="en-US" b="1" dirty="0"/>
              <a:t>Characteristics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Typically 100-300 dimensions (vs. vocabulary size)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Linear relationships: king - man + woman ≈ queen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Efficient training through negative sampling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Limitations: Fixed vectors, one vector per word regardless of context</a:t>
            </a:r>
          </a:p>
          <a:p>
            <a:endParaRPr lang="en-US" dirty="0"/>
          </a:p>
        </p:txBody>
      </p:sp>
      <p:pic>
        <p:nvPicPr>
          <p:cNvPr id="1026" name="Picture 2" descr="Demystifying Word2Vec: Understanding Word Embeddings for Natural Language  Processing">
            <a:extLst>
              <a:ext uri="{FF2B5EF4-FFF2-40B4-BE49-F238E27FC236}">
                <a16:creationId xmlns:a16="http://schemas.microsoft.com/office/drawing/2014/main" id="{FF83FE64-97DB-E58E-0CC0-7EF8621200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081" y="2098712"/>
            <a:ext cx="4987403" cy="2772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4286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E7C8C-DC49-DED4-C444-A99FF140F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86A0B-3C3C-CE61-6FE2-FBE78CD3E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from </a:t>
            </a:r>
            <a:r>
              <a:rPr lang="en-US" dirty="0" err="1"/>
              <a:t>nltk.tokenize</a:t>
            </a:r>
            <a:r>
              <a:rPr lang="en-US" dirty="0"/>
              <a:t> import </a:t>
            </a:r>
            <a:r>
              <a:rPr lang="en-US" dirty="0" err="1"/>
              <a:t>word_tokenize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nltk.download</a:t>
            </a:r>
            <a:r>
              <a:rPr lang="en-US" dirty="0"/>
              <a:t>('</a:t>
            </a:r>
            <a:r>
              <a:rPr lang="en-US" dirty="0" err="1"/>
              <a:t>punkt</a:t>
            </a:r>
            <a:r>
              <a:rPr lang="en-US" dirty="0"/>
              <a:t>') #punkt is a pretrained tokenization model used for splitting text into sentences and words.</a:t>
            </a:r>
          </a:p>
          <a:p>
            <a:pPr marL="0" indent="0">
              <a:buNone/>
            </a:pPr>
            <a:r>
              <a:rPr lang="en-US" dirty="0"/>
              <a:t>sentence = "Large language models are revolutionizing business applications."</a:t>
            </a:r>
          </a:p>
          <a:p>
            <a:pPr marL="0" indent="0">
              <a:buNone/>
            </a:pPr>
            <a:r>
              <a:rPr lang="en-US" dirty="0"/>
              <a:t>tokens = </a:t>
            </a:r>
            <a:r>
              <a:rPr lang="en-US" dirty="0" err="1"/>
              <a:t>word_tokenize</a:t>
            </a:r>
            <a:r>
              <a:rPr lang="en-US" dirty="0"/>
              <a:t>(sentence)</a:t>
            </a:r>
          </a:p>
          <a:p>
            <a:pPr marL="0" indent="0">
              <a:buNone/>
            </a:pPr>
            <a:r>
              <a:rPr lang="en-US" dirty="0"/>
              <a:t>print(tokens)</a:t>
            </a:r>
          </a:p>
          <a:p>
            <a:pPr marL="0" indent="0">
              <a:buNone/>
            </a:pPr>
            <a:r>
              <a:rPr lang="en-US" dirty="0"/>
              <a:t># Output: ['Large', 'language', 'models', 'are', 'revolutionizing', 'business', 'applications', '.']</a:t>
            </a:r>
          </a:p>
        </p:txBody>
      </p:sp>
    </p:spTree>
    <p:extLst>
      <p:ext uri="{BB962C8B-B14F-4D97-AF65-F5344CB8AC3E}">
        <p14:creationId xmlns:p14="http://schemas.microsoft.com/office/powerpoint/2010/main" val="1353442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9DF0A-1EB6-F2E0-0498-37207FA0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C4347-820C-CB6A-F020-EB8FFBE4B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111376-C375-652C-0E62-C877F8842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992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CDFB0-3625-33F4-20B7-A3C5C7ADA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FA32C-6F9C-9804-E093-09E74C979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0A7C21-6D02-B7DF-767E-E64352F452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886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4EBBC-4381-304D-25F6-D20E1C36F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64B6DA-ED95-BF11-2E4C-2DFDC2E718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BE0D35-F5BE-5721-912E-D6942DC23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845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0D0AA-707C-97B4-8497-09265E556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B03B8-D3CB-E120-0A40-13913A614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B06B31B-619A-A1D9-FE73-ACF05C08B9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444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4975-3A62-350E-C904-E040089B9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AB6C86-C70D-BF9C-8DC8-14ED1EA19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DF9B76-36FB-2A49-4C7D-0EF5F331C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790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19C62-6372-9A91-FD77-1298D2BCE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F7D00-A62D-E8B1-64D6-76CED7176E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43D65-B00B-AB65-6295-1382D99DA2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781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21D55-4C1C-838E-BEC6-6DDFB1FE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1374B-0149-031E-0AAF-3B7D7DA3B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C4B7E-7B92-71B8-6F87-4417BEF44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8401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391364" y="3053378"/>
            <a:ext cx="985076" cy="178510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</a:rPr>
              <a:t>cat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/>
              <p:cNvSpPr txBox="1"/>
              <p:nvPr/>
            </p:nvSpPr>
            <p:spPr>
              <a:xfrm>
                <a:off x="5120222" y="3224872"/>
                <a:ext cx="507991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0" tIns="0" rIns="0" bIns="0" numCol="1" spcCol="38100" rtlCol="0" anchor="t">
                <a:spAutoFit/>
              </a:bodyPr>
              <a:lstStyle/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3224872"/>
                <a:ext cx="5079917" cy="369332"/>
              </a:xfrm>
              <a:prstGeom prst="rect">
                <a:avLst/>
              </a:prstGeom>
              <a:blipFill>
                <a:blip r:embed="rId3"/>
                <a:stretch>
                  <a:fillRect l="-1681" r="-1801" b="-34426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/>
              <p:cNvSpPr txBox="1"/>
              <p:nvPr/>
            </p:nvSpPr>
            <p:spPr>
              <a:xfrm>
                <a:off x="5120222" y="3799348"/>
                <a:ext cx="507991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0" tIns="0" rIns="0" bIns="0" numCol="1" spcCol="38100" rtlCol="0" anchor="t">
                <a:spAutoFit/>
              </a:bodyPr>
              <a:lstStyle/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[0     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3799348"/>
                <a:ext cx="5079917" cy="369332"/>
              </a:xfrm>
              <a:prstGeom prst="rect">
                <a:avLst/>
              </a:prstGeom>
              <a:blipFill>
                <a:blip r:embed="rId4"/>
                <a:stretch>
                  <a:fillRect l="-1681" r="-1801" b="-34426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/>
              <p:cNvSpPr txBox="1"/>
              <p:nvPr/>
            </p:nvSpPr>
            <p:spPr>
              <a:xfrm>
                <a:off x="5120222" y="4357019"/>
                <a:ext cx="507991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none" lIns="0" tIns="0" rIns="0" bIns="0" numCol="1" spcCol="38100" rtlCol="0" anchor="t">
                <a:spAutoFit/>
              </a:bodyPr>
              <a:lstStyle/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[0     0     </m:t>
                      </m:r>
                      <m:r>
                        <a:rPr lang="en-US" sz="2400" i="1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sz="2400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lang="en-US" sz="2400" dirty="0">
                  <a:solidFill>
                    <a:srgbClr val="0070C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4357019"/>
                <a:ext cx="5079917" cy="369332"/>
              </a:xfrm>
              <a:prstGeom prst="rect">
                <a:avLst/>
              </a:prstGeom>
              <a:blipFill>
                <a:blip r:embed="rId5"/>
                <a:stretch>
                  <a:fillRect l="-1681" r="-1801" b="-350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3262646" y="3053378"/>
            <a:ext cx="278600" cy="178510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C00000"/>
                </a:solidFill>
              </a:rPr>
              <a:t>2</a:t>
            </a:r>
          </a:p>
          <a:p>
            <a:pPr defTabSz="609585" latinLnBrk="1" hangingPunct="0">
              <a:lnSpc>
                <a:spcPct val="150000"/>
              </a:lnSpc>
            </a:pPr>
            <a:r>
              <a:rPr lang="en-US" sz="2400" dirty="0">
                <a:solidFill>
                  <a:srgbClr val="C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9432" y="2543046"/>
            <a:ext cx="9627505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/>
            <a:r>
              <a:rPr lang="en-US" sz="2400" dirty="0">
                <a:solidFill>
                  <a:srgbClr val="000000"/>
                </a:solidFill>
              </a:rPr>
              <a:t>Problem: distance between words using one-hot encodings always the same</a:t>
            </a:r>
            <a:endParaRPr lang="en-US" sz="24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2405" y="5319645"/>
            <a:ext cx="10647721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60959" tIns="60959" rIns="60959" bIns="60959" numCol="1" spcCol="38100" rtlCol="0" anchor="t">
            <a:spAutoFit/>
          </a:bodyPr>
          <a:lstStyle/>
          <a:p>
            <a:pPr defTabSz="609585" latinLnBrk="1" hangingPunct="0"/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Idea: Instead of one-hot-encoding use a histogram of </a:t>
            </a:r>
            <a:r>
              <a:rPr lang="en-US"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commonly co-occurring words</a:t>
            </a:r>
            <a:r>
              <a:rPr lang="en-US" sz="24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844C69F2-05F6-5350-5064-3146E8C4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Represent a Word?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77C13ED-BA33-EFC5-E059-C36C28A72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40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D06E6-EB5D-E116-1561-CF0E1103E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7D72B8-6DDB-C227-071B-A57A64BC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Calibri"/>
                <a:cs typeface="Calibri"/>
              </a:rPr>
              <a:t>Distributed Symantec</a:t>
            </a:r>
          </a:p>
          <a:p>
            <a:r>
              <a:rPr lang="en-US">
                <a:ea typeface="Calibri"/>
                <a:cs typeface="Calibri"/>
              </a:rPr>
              <a:t>Word2Vec</a:t>
            </a:r>
            <a:endParaRPr lang="en-US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64607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49FBB-3121-E31B-EA14-7A6C80040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Calibri Light"/>
                <a:cs typeface="Calibri Light"/>
              </a:rPr>
              <a:t>How to Represent a Word?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8F3588-3A35-59C9-046D-8544746B15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8015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How to represent a word?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91364" y="1718847"/>
            <a:ext cx="990867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cat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5120222" y="1890342"/>
                <a:ext cx="514029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i="1" smtClean="0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1890342"/>
                <a:ext cx="5140297" cy="369332"/>
              </a:xfrm>
              <a:prstGeom prst="rect">
                <a:avLst/>
              </a:prstGeom>
              <a:blipFill>
                <a:blip r:embed="rId3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5120222" y="2464818"/>
                <a:ext cx="514029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2464818"/>
                <a:ext cx="5140297" cy="369332"/>
              </a:xfrm>
              <a:prstGeom prst="rect">
                <a:avLst/>
              </a:prstGeom>
              <a:blipFill>
                <a:blip r:embed="rId4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5120222" y="3022489"/>
                <a:ext cx="5140297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C0000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0222" y="3022489"/>
                <a:ext cx="5140297" cy="369332"/>
              </a:xfrm>
              <a:prstGeom prst="rect">
                <a:avLst/>
              </a:prstGeom>
              <a:blipFill>
                <a:blip r:embed="rId5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Box 21"/>
          <p:cNvSpPr txBox="1"/>
          <p:nvPr/>
        </p:nvSpPr>
        <p:spPr>
          <a:xfrm>
            <a:off x="3262646" y="1718847"/>
            <a:ext cx="279135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1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C00000"/>
                </a:solidFill>
              </a:rPr>
              <a:t>2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C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9432" y="1208515"/>
            <a:ext cx="9745400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Problem: distance between words using one-hot encodings always the same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22405" y="3985113"/>
            <a:ext cx="10643081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Idea: Instead of one-hot-encoding</a:t>
            </a:r>
            <a:r>
              <a:rPr kumimoji="0" lang="en-US" sz="2400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use a histogram of </a:t>
            </a:r>
            <a:r>
              <a:rPr kumimoji="0" lang="en-US" sz="24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commonly co-occurring words</a:t>
            </a:r>
            <a:r>
              <a:rPr kumimoji="0" lang="en-US" sz="2400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.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677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Distributional Semantics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649768" y="5586636"/>
            <a:ext cx="734387" cy="677105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4427906" y="5740523"/>
                <a:ext cx="5862716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3    2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4     2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6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7  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7906" y="5740523"/>
                <a:ext cx="5862716" cy="369332"/>
              </a:xfrm>
              <a:prstGeom prst="rect">
                <a:avLst/>
              </a:prstGeom>
              <a:blipFill>
                <a:blip r:embed="rId3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4"/>
          <a:srcRect r="5944"/>
          <a:stretch/>
        </p:blipFill>
        <p:spPr>
          <a:xfrm>
            <a:off x="520856" y="1574787"/>
            <a:ext cx="2321937" cy="17932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658606" y="1885666"/>
            <a:ext cx="4205423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67" dirty="0">
                <a:solidFill>
                  <a:srgbClr val="000000"/>
                </a:solidFill>
              </a:rPr>
              <a:t>I saw a dog on a leash walking in the park.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sym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658606" y="1527131"/>
            <a:ext cx="2786231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67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Dogs are man’s </a:t>
            </a:r>
            <a:r>
              <a:rPr kumimoji="0" lang="en-US" sz="1867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best friend.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8605" y="2602735"/>
            <a:ext cx="3810016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867" dirty="0">
                <a:solidFill>
                  <a:srgbClr val="000000"/>
                </a:solidFill>
              </a:rPr>
              <a:t>He walks his dog in the late afternoon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sym typeface="Calibri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658606" y="2961270"/>
            <a:ext cx="393783" cy="40675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mr-IN" sz="1867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…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 rot="16200000">
            <a:off x="6930914" y="1980522"/>
            <a:ext cx="995141" cy="621708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friend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sym typeface="Calibri"/>
              </a:rPr>
              <a:t>leash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park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walking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walks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food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legs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runs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sleeps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sits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mr-IN" sz="2200" dirty="0">
                <a:solidFill>
                  <a:srgbClr val="000000"/>
                </a:solidFill>
              </a:rPr>
              <a:t>…</a:t>
            </a:r>
            <a:endParaRPr lang="en-US" sz="2200" dirty="0">
              <a:solidFill>
                <a:srgbClr val="000000"/>
              </a:solidFill>
            </a:endParaRP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658606" y="2244201"/>
            <a:ext cx="3053397" cy="410367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67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His</a:t>
            </a:r>
            <a:r>
              <a:rPr kumimoji="0" lang="en-US" sz="1867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dog is his best companion.</a:t>
            </a:r>
            <a:endParaRPr kumimoji="0" lang="en-US" sz="1867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922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Distributional Semantics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91364" y="1718847"/>
            <a:ext cx="990867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cat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blipFill>
                <a:blip r:embed="rId3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4     2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3     4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…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blipFill>
                <a:blip r:embed="rId4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blipFill>
                <a:blip r:embed="rId5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5549722" y="1205341"/>
            <a:ext cx="1134069" cy="621708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food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sym typeface="Calibri"/>
              </a:rPr>
              <a:t>walks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window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runs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mouse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invented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legs</a:t>
            </a:r>
          </a:p>
          <a:p>
            <a:pPr algn="l" rtl="0" latinLnBrk="1" hangingPunct="0">
              <a:lnSpc>
                <a:spcPct val="150000"/>
              </a:lnSpc>
            </a:pPr>
            <a:r>
              <a:rPr lang="en-US" sz="2200" dirty="0">
                <a:solidFill>
                  <a:srgbClr val="000000"/>
                </a:solidFill>
              </a:rPr>
              <a:t>sleeps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mirror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tail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mr-IN" sz="2200" dirty="0">
                <a:solidFill>
                  <a:srgbClr val="000000"/>
                </a:solidFill>
              </a:rPr>
              <a:t>…</a:t>
            </a:r>
            <a:endParaRPr lang="en-US" sz="2200" dirty="0">
              <a:solidFill>
                <a:srgbClr val="000000"/>
              </a:solidFill>
            </a:endParaRP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2200" dirty="0">
              <a:solidFill>
                <a:srgbClr val="000000"/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3008214" y="1582735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3542760" y="1582734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625594" y="1582733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84177" y="1582651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5634284" y="1582650"/>
            <a:ext cx="534545" cy="2055223"/>
          </a:xfrm>
          <a:prstGeom prst="rect">
            <a:avLst/>
          </a:prstGeom>
          <a:noFill/>
          <a:ln w="25400" cap="flat">
            <a:solidFill>
              <a:srgbClr val="FF000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ctr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3275486" y="5543453"/>
            <a:ext cx="4985551" cy="578595"/>
            <a:chOff x="2878768" y="4223658"/>
            <a:chExt cx="3739163" cy="433946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3666309" y="4223658"/>
              <a:ext cx="2142309" cy="0"/>
            </a:xfrm>
            <a:prstGeom prst="straightConnector1">
              <a:avLst/>
            </a:prstGeom>
            <a:noFill/>
            <a:ln w="25400" cap="flat">
              <a:solidFill>
                <a:srgbClr val="404040"/>
              </a:solidFill>
              <a:prstDash val="solid"/>
              <a:bevel/>
              <a:tailEnd type="triangle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8" name="TextBox 7"/>
            <p:cNvSpPr txBox="1"/>
            <p:nvPr/>
          </p:nvSpPr>
          <p:spPr>
            <a:xfrm>
              <a:off x="2878768" y="4288274"/>
              <a:ext cx="3739163" cy="369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60959" tIns="60959" rIns="60959" bIns="60959" numCol="1" spcCol="38100" rtlCol="0" anchor="t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rPr>
                <a:t>This vocabulary can be extremely large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88001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" grpId="1" animBg="1"/>
      <p:bldP spid="23" grpId="0" animBg="1"/>
      <p:bldP spid="23" grpId="1" animBg="1"/>
      <p:bldP spid="24" grpId="0" animBg="1"/>
      <p:bldP spid="24" grpId="1" animBg="1"/>
      <p:bldP spid="25" grpId="0" animBg="1"/>
      <p:bldP spid="25" grpId="1" animBg="1"/>
      <p:bldP spid="26" grpId="0" animBg="1"/>
      <p:bldP spid="26" grpId="1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646363" y="594360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Toward more Compact Representations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391364" y="1718847"/>
            <a:ext cx="990867" cy="1646603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dog  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cat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person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1836759"/>
                <a:ext cx="5678904" cy="369332"/>
              </a:xfrm>
              <a:prstGeom prst="rect">
                <a:avLst/>
              </a:prstGeom>
              <a:blipFill>
                <a:blip r:embed="rId3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4     2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3     4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3   …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8214" y="2425682"/>
                <a:ext cx="5815695" cy="369332"/>
              </a:xfrm>
              <a:prstGeom prst="rect">
                <a:avLst/>
              </a:prstGeom>
              <a:blipFill>
                <a:blip r:embed="rId4"/>
                <a:stretch>
                  <a:fillRect t="-3333" b="-3333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[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0     0</m:t>
                      </m:r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…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]</m:t>
                      </m:r>
                    </m:oMath>
                  </m:oMathPara>
                </a14:m>
                <a:endPara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70C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609" y="2968906"/>
                <a:ext cx="5678904" cy="369332"/>
              </a:xfrm>
              <a:prstGeom prst="rect">
                <a:avLst/>
              </a:prstGeom>
              <a:blipFill>
                <a:blip r:embed="rId5"/>
                <a:stretch>
                  <a:fillRect t="-1639" b="-3279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/>
          <p:cNvSpPr txBox="1"/>
          <p:nvPr/>
        </p:nvSpPr>
        <p:spPr>
          <a:xfrm rot="16200000">
            <a:off x="5549722" y="1205341"/>
            <a:ext cx="1134069" cy="6217084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food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2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sym typeface="Calibri"/>
              </a:rPr>
              <a:t>walks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window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runs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mouse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invented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legs</a:t>
            </a:r>
          </a:p>
          <a:p>
            <a:pPr algn="l" rtl="0" latinLnBrk="1" hangingPunct="0">
              <a:lnSpc>
                <a:spcPct val="150000"/>
              </a:lnSpc>
            </a:pPr>
            <a:r>
              <a:rPr lang="en-US" sz="2200" dirty="0">
                <a:solidFill>
                  <a:srgbClr val="000000"/>
                </a:solidFill>
              </a:rPr>
              <a:t>sleeps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mirror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2200" dirty="0">
                <a:solidFill>
                  <a:srgbClr val="000000"/>
                </a:solidFill>
              </a:rPr>
              <a:t>tail</a:t>
            </a: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mr-IN" sz="2200" dirty="0">
                <a:solidFill>
                  <a:srgbClr val="000000"/>
                </a:solidFill>
              </a:rPr>
              <a:t>…</a:t>
            </a:r>
            <a:endParaRPr lang="en-US" sz="2200" dirty="0">
              <a:solidFill>
                <a:srgbClr val="000000"/>
              </a:solidFill>
            </a:endParaRPr>
          </a:p>
          <a:p>
            <a:pPr marL="0" marR="0" indent="0" algn="l" defTabSz="609585" rtl="0" fontAlgn="auto" latinLnBrk="1" hangingPunct="0">
              <a:lnSpc>
                <a:spcPct val="150000"/>
              </a:lnSpc>
              <a:spcAft>
                <a:spcPts val="0"/>
              </a:spcAft>
              <a:buClrTx/>
              <a:buSzTx/>
              <a:buFontTx/>
              <a:buNone/>
              <a:tabLst/>
            </a:pPr>
            <a:endParaRPr lang="en-US" sz="2200" dirty="0">
              <a:solidFill>
                <a:srgbClr val="000000"/>
              </a:solidFill>
            </a:endParaRPr>
          </a:p>
        </p:txBody>
      </p:sp>
      <p:grpSp>
        <p:nvGrpSpPr>
          <p:cNvPr id="4" name="Group 3"/>
          <p:cNvGrpSpPr/>
          <p:nvPr/>
        </p:nvGrpSpPr>
        <p:grpSpPr>
          <a:xfrm>
            <a:off x="3542759" y="1582732"/>
            <a:ext cx="3617380" cy="2055225"/>
            <a:chOff x="2657069" y="1187048"/>
            <a:chExt cx="2713035" cy="1541419"/>
          </a:xfrm>
        </p:grpSpPr>
        <p:sp>
          <p:nvSpPr>
            <p:cNvPr id="23" name="Rectangle 22"/>
            <p:cNvSpPr/>
            <p:nvPr/>
          </p:nvSpPr>
          <p:spPr>
            <a:xfrm>
              <a:off x="2657069" y="1187050"/>
              <a:ext cx="400909" cy="154141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60959" tIns="60959" rIns="60959" bIns="60959" numCol="1" spcCol="38100" rtlCol="0" anchor="ctr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969195" y="1187049"/>
              <a:ext cx="400909" cy="154141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60959" tIns="60959" rIns="60959" bIns="60959" numCol="1" spcCol="38100" rtlCol="0" anchor="ctr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Rectangle 25"/>
            <p:cNvSpPr/>
            <p:nvPr/>
          </p:nvSpPr>
          <p:spPr>
            <a:xfrm>
              <a:off x="3412223" y="1187048"/>
              <a:ext cx="400909" cy="1541417"/>
            </a:xfrm>
            <a:prstGeom prst="rect">
              <a:avLst/>
            </a:prstGeom>
            <a:noFill/>
            <a:ln w="25400" cap="flat">
              <a:solidFill>
                <a:srgbClr val="FF0000"/>
              </a:solidFill>
              <a:prstDash val="solid"/>
              <a:bevel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60959" tIns="60959" rIns="60959" bIns="60959" numCol="1" spcCol="38100" rtlCol="0" anchor="ctr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275486" y="5543453"/>
            <a:ext cx="4985551" cy="578595"/>
            <a:chOff x="2878768" y="4223658"/>
            <a:chExt cx="3739163" cy="433946"/>
          </a:xfrm>
        </p:grpSpPr>
        <p:cxnSp>
          <p:nvCxnSpPr>
            <p:cNvPr id="6" name="Straight Arrow Connector 5"/>
            <p:cNvCxnSpPr/>
            <p:nvPr/>
          </p:nvCxnSpPr>
          <p:spPr>
            <a:xfrm>
              <a:off x="3666309" y="4223658"/>
              <a:ext cx="2142309" cy="0"/>
            </a:xfrm>
            <a:prstGeom prst="straightConnector1">
              <a:avLst/>
            </a:prstGeom>
            <a:noFill/>
            <a:ln w="25400" cap="flat">
              <a:solidFill>
                <a:srgbClr val="404040"/>
              </a:solidFill>
              <a:prstDash val="solid"/>
              <a:bevel/>
              <a:tailEnd type="triangle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</p:cxnSp>
        <p:sp>
          <p:nvSpPr>
            <p:cNvPr id="8" name="TextBox 7"/>
            <p:cNvSpPr txBox="1"/>
            <p:nvPr/>
          </p:nvSpPr>
          <p:spPr>
            <a:xfrm>
              <a:off x="2878768" y="4288274"/>
              <a:ext cx="3739163" cy="369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none" lIns="60959" tIns="60959" rIns="60959" bIns="60959" numCol="1" spcCol="38100" rtlCol="0" anchor="t">
              <a:spAutoFit/>
            </a:bodyPr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marL="0" marR="0" indent="0" algn="l" defTabSz="609585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spc="0" normalizeH="0" baseline="0" dirty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  <a:latin typeface="Calibri"/>
                  <a:ea typeface="Calibri"/>
                  <a:cs typeface="Calibri"/>
                  <a:sym typeface="Calibri"/>
                </a:rPr>
                <a:t>This vocabulary can be extremely large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933730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345723" y="594914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Toward more Compact Representations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6665" y="2896548"/>
            <a:ext cx="108192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>
                <a:solidFill>
                  <a:srgbClr val="000000"/>
                </a:solidFill>
              </a:rPr>
              <a:t>dog = 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2453375" y="1187211"/>
                <a:ext cx="714896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5    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5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2    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3375" y="1187211"/>
                <a:ext cx="714896" cy="3046988"/>
              </a:xfrm>
              <a:prstGeom prst="rect">
                <a:avLst/>
              </a:prstGeom>
              <a:blipFill>
                <a:blip r:embed="rId3"/>
                <a:stretch>
                  <a:fillRect l="-12712" b="-34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Left Bracket 6"/>
          <p:cNvSpPr/>
          <p:nvPr/>
        </p:nvSpPr>
        <p:spPr>
          <a:xfrm>
            <a:off x="2372093" y="1187211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1" name="Right Bracket 10"/>
          <p:cNvSpPr/>
          <p:nvPr/>
        </p:nvSpPr>
        <p:spPr>
          <a:xfrm>
            <a:off x="2834047" y="1187211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313621" y="2929352"/>
            <a:ext cx="470643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>
                <a:solidFill>
                  <a:srgbClr val="000000"/>
                </a:solidFill>
              </a:rPr>
              <a:t>= </a:t>
            </a:r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/>
              <p:cNvSpPr txBox="1"/>
              <p:nvPr/>
            </p:nvSpPr>
            <p:spPr>
              <a:xfrm>
                <a:off x="4460204" y="1215053"/>
                <a:ext cx="719171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27" name="TextBox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0204" y="1215053"/>
                <a:ext cx="719171" cy="3046988"/>
              </a:xfrm>
              <a:prstGeom prst="rect">
                <a:avLst/>
              </a:prstGeom>
              <a:blipFill>
                <a:blip r:embed="rId4"/>
                <a:stretch>
                  <a:fillRect l="-13559" b="-36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Left Bracket 27"/>
          <p:cNvSpPr/>
          <p:nvPr/>
        </p:nvSpPr>
        <p:spPr>
          <a:xfrm>
            <a:off x="4378922" y="1215054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9" name="Right Bracket 28"/>
          <p:cNvSpPr/>
          <p:nvPr/>
        </p:nvSpPr>
        <p:spPr>
          <a:xfrm>
            <a:off x="4840877" y="1215054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89502" y="5887586"/>
            <a:ext cx="1287957" cy="615551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legs, running</a:t>
            </a:r>
            <a:r>
              <a:rPr kumimoji="0" lang="en-US" sz="16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,</a:t>
            </a:r>
            <a:r>
              <a:rPr kumimoji="0" lang="en-US" sz="16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</a:t>
            </a:r>
            <a:br>
              <a:rPr kumimoji="0" lang="en-US" sz="16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en-US" sz="1600" b="0" i="0" u="none" strike="noStrike" cap="none" spc="0" normalizeH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walking</a:t>
            </a: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773873" y="2896803"/>
            <a:ext cx="499279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4685" y="2929353"/>
            <a:ext cx="864764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+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6455945" y="1253979"/>
                <a:ext cx="719171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0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5945" y="1253979"/>
                <a:ext cx="719171" cy="3046988"/>
              </a:xfrm>
              <a:prstGeom prst="rect">
                <a:avLst/>
              </a:prstGeom>
              <a:blipFill>
                <a:blip r:embed="rId5"/>
                <a:stretch>
                  <a:fillRect l="-12712" b="-34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Left Bracket 34"/>
          <p:cNvSpPr/>
          <p:nvPr/>
        </p:nvSpPr>
        <p:spPr>
          <a:xfrm>
            <a:off x="6374663" y="1253979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6" name="Right Bracket 35"/>
          <p:cNvSpPr/>
          <p:nvPr/>
        </p:nvSpPr>
        <p:spPr>
          <a:xfrm>
            <a:off x="6836618" y="1253979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7318543" y="2934655"/>
            <a:ext cx="864764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+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8993" y="5887586"/>
            <a:ext cx="772859" cy="615551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tail, fur,</a:t>
            </a:r>
          </a:p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600" dirty="0">
                <a:solidFill>
                  <a:srgbClr val="000000"/>
                </a:solidFill>
              </a:rPr>
              <a:t>ears</a:t>
            </a:r>
            <a:endParaRPr kumimoji="0" lang="en-US" sz="16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8597049" y="1253979"/>
                <a:ext cx="719171" cy="304698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none"/>
            </p:style>
            <p:txBody>
              <a:bodyPr rot="0" spcFirstLastPara="1" vertOverflow="overflow" horzOverflow="overflow" vert="horz" wrap="square" lIns="0" tIns="0" rIns="0" bIns="0" numCol="1" spcCol="38100" rtlCol="0" anchor="t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</m:t>
                      </m:r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 0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1</m:t>
                      </m:r>
                      <m:r>
                        <a:rPr lang="en-US" i="1">
                          <a:solidFill>
                            <a:srgbClr val="0070C0"/>
                          </a:solidFill>
                          <a:latin typeface="Cambria Math" charset="0"/>
                        </a:rPr>
                        <m:t>     </m:t>
                      </m:r>
                    </m:oMath>
                  </m:oMathPara>
                </a14:m>
                <a:endParaRPr lang="en-US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70C0"/>
                          </a:solidFill>
                          <a:latin typeface="Cambria Math" charset="0"/>
                        </a:rPr>
                        <m:t>0    </m:t>
                      </m:r>
                    </m:oMath>
                  </m:oMathPara>
                </a14:m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  <a:p>
                <a:pPr algn="l" rtl="0" latinLnBrk="1" hangingPunct="0"/>
                <a:r>
                  <a:rPr lang="en-US" b="0" i="1" dirty="0">
                    <a:solidFill>
                      <a:srgbClr val="0070C0"/>
                    </a:solidFill>
                    <a:latin typeface="Cambria Math" charset="0"/>
                  </a:rPr>
                  <a:t> </a:t>
                </a:r>
                <a:r>
                  <a:rPr lang="mr-IN" b="0" i="1" dirty="0">
                    <a:solidFill>
                      <a:srgbClr val="0070C0"/>
                    </a:solidFill>
                    <a:latin typeface="Cambria Math" charset="0"/>
                  </a:rPr>
                  <a:t>…</a:t>
                </a:r>
                <a:endParaRPr lang="en-US" b="0" i="1" dirty="0">
                  <a:solidFill>
                    <a:srgbClr val="0070C0"/>
                  </a:solidFill>
                  <a:latin typeface="Cambria Math" charset="0"/>
                </a:endParaRPr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7049" y="1253979"/>
                <a:ext cx="719171" cy="3046988"/>
              </a:xfrm>
              <a:prstGeom prst="rect">
                <a:avLst/>
              </a:prstGeom>
              <a:blipFill>
                <a:blip r:embed="rId6"/>
                <a:stretch>
                  <a:fillRect l="-12712" b="-3400"/>
                </a:stretch>
              </a:blipFill>
              <a:ln w="12700" cap="flat">
                <a:noFill/>
                <a:miter lim="400000"/>
              </a:ln>
              <a:effectLst/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Left Bracket 39"/>
          <p:cNvSpPr/>
          <p:nvPr/>
        </p:nvSpPr>
        <p:spPr>
          <a:xfrm>
            <a:off x="8515767" y="1253979"/>
            <a:ext cx="60959" cy="4468916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1" name="Right Bracket 40"/>
          <p:cNvSpPr/>
          <p:nvPr/>
        </p:nvSpPr>
        <p:spPr>
          <a:xfrm>
            <a:off x="8977722" y="1253979"/>
            <a:ext cx="60959" cy="4468916"/>
          </a:xfrm>
          <a:prstGeom prst="righ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041715" y="5887586"/>
            <a:ext cx="1469631" cy="615551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ctr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mirror, window,</a:t>
            </a:r>
            <a:b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</a:br>
            <a:r>
              <a:rPr kumimoji="0" lang="en-US" sz="16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door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60149" y="2929228"/>
            <a:ext cx="719425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+   </a:t>
            </a:r>
            <a:r>
              <a:rPr kumimoji="0" lang="mr-IN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…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67567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60" name="Text Box 5"/>
          <p:cNvSpPr txBox="1">
            <a:spLocks noChangeArrowheads="1"/>
          </p:cNvSpPr>
          <p:nvPr/>
        </p:nvSpPr>
        <p:spPr bwMode="auto">
          <a:xfrm>
            <a:off x="2345723" y="5949140"/>
            <a:ext cx="2024485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eaLnBrk="1" hangingPunct="1">
              <a:spcBef>
                <a:spcPct val="0"/>
              </a:spcBef>
            </a:pPr>
            <a:r>
              <a:rPr lang="en-US" sz="2400" b="0">
                <a:solidFill>
                  <a:schemeClr val="bg1"/>
                </a:solidFill>
              </a:rPr>
              <a:t>What we see</a:t>
            </a:r>
          </a:p>
        </p:txBody>
      </p:sp>
      <p:sp>
        <p:nvSpPr>
          <p:cNvPr id="10" name="Shape 28"/>
          <p:cNvSpPr/>
          <p:nvPr/>
        </p:nvSpPr>
        <p:spPr>
          <a:xfrm>
            <a:off x="-67734" y="342232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Toward more Compact Representations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76665" y="2896548"/>
            <a:ext cx="1081921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>
                <a:solidFill>
                  <a:srgbClr val="000000"/>
                </a:solidFill>
              </a:rPr>
              <a:t>dog =  </a:t>
            </a:r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3773873" y="2896803"/>
            <a:ext cx="499279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24684" y="2929353"/>
            <a:ext cx="781408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 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543" y="2934655"/>
            <a:ext cx="851940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000000"/>
                </a:solidFill>
              </a:rPr>
              <a:t>    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w3</a:t>
            </a:r>
          </a:p>
        </p:txBody>
      </p:sp>
      <p:sp>
        <p:nvSpPr>
          <p:cNvPr id="30" name="Left Bracket 29"/>
          <p:cNvSpPr/>
          <p:nvPr/>
        </p:nvSpPr>
        <p:spPr>
          <a:xfrm>
            <a:off x="3258379" y="2975763"/>
            <a:ext cx="215268" cy="372927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31" name="Left Bracket 30"/>
          <p:cNvSpPr/>
          <p:nvPr/>
        </p:nvSpPr>
        <p:spPr>
          <a:xfrm flipH="1">
            <a:off x="8331656" y="2989110"/>
            <a:ext cx="289288" cy="372927"/>
          </a:xfrm>
          <a:prstGeom prst="leftBracket">
            <a:avLst/>
          </a:prstGeom>
          <a:noFill/>
          <a:ln w="25400" cap="flat">
            <a:solidFill>
              <a:srgbClr val="404040"/>
            </a:solidFill>
            <a:prstDash val="solid"/>
            <a:bevel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21919" tIns="60959" rIns="121919" bIns="60959" numCol="1" spcCol="38100" rtlCol="0" anchor="t">
            <a:no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121917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485053" y="4287636"/>
            <a:ext cx="9243127" cy="492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60959" tIns="60959" rIns="60959" bIns="60959" numCol="1" spcCol="38100" rtlCol="0" anchor="t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marR="0" indent="0" algn="l" defTabSz="609585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The </a:t>
            </a:r>
            <a:r>
              <a:rPr kumimoji="0" lang="en-US" sz="24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basis vectors </a:t>
            </a:r>
            <a:r>
              <a:rPr kumimoji="0" lang="en-US" sz="24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can be found using Principal Component Analysis</a:t>
            </a:r>
            <a:r>
              <a:rPr kumimoji="0" lang="en-US" sz="2400" b="0" i="0" u="none" strike="noStrike" cap="none" spc="0" normalizeH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Calibri"/>
                <a:ea typeface="Calibri"/>
                <a:cs typeface="Calibri"/>
                <a:sym typeface="Calibri"/>
              </a:rPr>
              <a:t> (PCA)</a:t>
            </a:r>
            <a:endParaRPr kumimoji="0" lang="en-US" sz="24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286192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1899" y="132244"/>
            <a:ext cx="10515600" cy="1325563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What is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word2vec</a:t>
            </a:r>
            <a:r>
              <a:rPr lang="en-US" dirty="0"/>
              <a:t>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1899" y="1592745"/>
            <a:ext cx="10515600" cy="5032375"/>
          </a:xfrm>
        </p:spPr>
        <p:txBody>
          <a:bodyPr>
            <a:norm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word2vec</a:t>
            </a:r>
            <a:r>
              <a:rPr lang="en-US" dirty="0"/>
              <a:t> is </a:t>
            </a:r>
            <a:r>
              <a:rPr lang="en-US" b="1" dirty="0"/>
              <a:t>not</a:t>
            </a:r>
            <a:r>
              <a:rPr lang="en-US" dirty="0"/>
              <a:t> a single algorithm</a:t>
            </a:r>
          </a:p>
          <a:p>
            <a:r>
              <a:rPr lang="en-US" dirty="0"/>
              <a:t>It is a </a:t>
            </a:r>
            <a:r>
              <a:rPr lang="en-US" b="1" dirty="0"/>
              <a:t>software package</a:t>
            </a:r>
            <a:r>
              <a:rPr lang="en-US" dirty="0"/>
              <a:t> for representing words as vectors, containing:</a:t>
            </a:r>
          </a:p>
          <a:p>
            <a:pPr lvl="1"/>
            <a:r>
              <a:rPr lang="en-US" dirty="0"/>
              <a:t>Two distinct models</a:t>
            </a:r>
          </a:p>
          <a:p>
            <a:pPr lvl="2"/>
            <a:r>
              <a:rPr lang="en-US" dirty="0" err="1"/>
              <a:t>CBoW</a:t>
            </a:r>
            <a:endParaRPr lang="en-US" dirty="0"/>
          </a:p>
          <a:p>
            <a:pPr lvl="2"/>
            <a:r>
              <a:rPr lang="en-US" b="1" dirty="0">
                <a:solidFill>
                  <a:schemeClr val="accent5"/>
                </a:solidFill>
              </a:rPr>
              <a:t>Skip-Gram			(SG)</a:t>
            </a:r>
          </a:p>
          <a:p>
            <a:pPr lvl="1"/>
            <a:r>
              <a:rPr lang="en-US" dirty="0"/>
              <a:t>Various training methods</a:t>
            </a:r>
          </a:p>
          <a:p>
            <a:pPr lvl="2"/>
            <a:r>
              <a:rPr lang="en-US" b="1" dirty="0">
                <a:solidFill>
                  <a:schemeClr val="accent2"/>
                </a:solidFill>
              </a:rPr>
              <a:t>Negative Sampling		(NS)</a:t>
            </a:r>
          </a:p>
          <a:p>
            <a:pPr lvl="2"/>
            <a:r>
              <a:rPr lang="en-US" dirty="0"/>
              <a:t>Hierarchical </a:t>
            </a:r>
            <a:r>
              <a:rPr lang="en-US" dirty="0" err="1"/>
              <a:t>Softmax</a:t>
            </a:r>
            <a:endParaRPr lang="en-US" dirty="0"/>
          </a:p>
          <a:p>
            <a:pPr lvl="1"/>
            <a:r>
              <a:rPr lang="en-US" dirty="0"/>
              <a:t>A rich preprocessing pipeline</a:t>
            </a:r>
          </a:p>
          <a:p>
            <a:pPr lvl="2"/>
            <a:r>
              <a:rPr lang="en-US" dirty="0"/>
              <a:t>Dynamic Context Windows</a:t>
            </a:r>
          </a:p>
          <a:p>
            <a:pPr lvl="2"/>
            <a:r>
              <a:rPr lang="en-US" dirty="0"/>
              <a:t>Subsampling</a:t>
            </a:r>
          </a:p>
          <a:p>
            <a:pPr lvl="2"/>
            <a:r>
              <a:rPr lang="en-US" dirty="0"/>
              <a:t>Deleting Rare Words</a:t>
            </a:r>
          </a:p>
          <a:p>
            <a:pPr lvl="2"/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9294463" y="6267613"/>
            <a:ext cx="2622085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Slide by Omer Levy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8891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 err="1"/>
              <a:t>Embeddings</a:t>
            </a:r>
            <a:r>
              <a:rPr lang="en-US" dirty="0"/>
              <a:t> capture relational meaning!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06400" y="1803400"/>
                <a:ext cx="11582400" cy="4445000"/>
              </a:xfrm>
            </p:spPr>
            <p:txBody>
              <a:bodyPr/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marL="0" indent="0">
                  <a:buNone/>
                </a:pPr>
                <a:r>
                  <a:rPr lang="en-US" dirty="0"/>
                  <a:t>vector(</a:t>
                </a:r>
                <a:r>
                  <a:rPr lang="en-US" i="1" dirty="0"/>
                  <a:t>‘king’</a:t>
                </a:r>
                <a:r>
                  <a:rPr lang="en-US" dirty="0"/>
                  <a:t>) - vector(</a:t>
                </a:r>
                <a:r>
                  <a:rPr lang="en-US" i="1" dirty="0"/>
                  <a:t>‘man’</a:t>
                </a:r>
                <a:r>
                  <a:rPr lang="en-US" dirty="0"/>
                  <a:t>) + vector(</a:t>
                </a:r>
                <a:r>
                  <a:rPr lang="en-US" i="1" dirty="0"/>
                  <a:t>‘woman’</a:t>
                </a:r>
                <a:r>
                  <a:rPr lang="en-US" dirty="0"/>
                  <a:t>) 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≈</m:t>
                    </m:r>
                    <m:r>
                      <a:rPr lang="en-US" b="0" i="1" dirty="0" smtClean="0">
                        <a:latin typeface="Cambria Math" charset="0"/>
                        <a:ea typeface="Cambria Math" charset="0"/>
                        <a:cs typeface="Cambria Math" charset="0"/>
                      </a:rPr>
                      <m:t> </m:t>
                    </m:r>
                  </m:oMath>
                </a14:m>
                <a:r>
                  <a:rPr lang="en-US" dirty="0"/>
                  <a:t>vector(‘queen’)</a:t>
                </a:r>
              </a:p>
              <a:p>
                <a:pPr marL="0" indent="0">
                  <a:buNone/>
                </a:pPr>
                <a:r>
                  <a:rPr lang="en-US" dirty="0"/>
                  <a:t>vector(</a:t>
                </a:r>
                <a:r>
                  <a:rPr lang="en-US" i="1" dirty="0"/>
                  <a:t>‘Paris’</a:t>
                </a:r>
                <a:r>
                  <a:rPr lang="en-US" dirty="0"/>
                  <a:t>) - vector(</a:t>
                </a:r>
                <a:r>
                  <a:rPr lang="en-US" i="1" dirty="0"/>
                  <a:t>‘France’</a:t>
                </a:r>
                <a:r>
                  <a:rPr lang="en-US" dirty="0"/>
                  <a:t>) + vector(</a:t>
                </a:r>
                <a:r>
                  <a:rPr lang="en-US" i="1" dirty="0"/>
                  <a:t>‘Italy’</a:t>
                </a:r>
                <a:r>
                  <a:rPr lang="en-US" dirty="0"/>
                  <a:t>)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charset="0"/>
                        <a:ea typeface="Cambria Math" charset="0"/>
                        <a:cs typeface="Cambria Math" charset="0"/>
                      </a:rPr>
                      <m:t>≈</m:t>
                    </m:r>
                  </m:oMath>
                </a14:m>
                <a:r>
                  <a:rPr lang="en-US" dirty="0"/>
                  <a:t> vector(‘Rome’)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6400" y="1803400"/>
                <a:ext cx="11582400" cy="4445000"/>
              </a:xfrm>
              <a:blipFill>
                <a:blip r:embed="rId2"/>
                <a:stretch>
                  <a:fillRect l="-842" t="-19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1258" y="3091737"/>
            <a:ext cx="8416041" cy="29969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294463" y="6267613"/>
            <a:ext cx="2851549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Slide by Dan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Jurafsky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850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dirty="0"/>
              <a:t>Marco saw a furry little </a:t>
            </a:r>
            <a:r>
              <a:rPr lang="en-US" dirty="0" err="1"/>
              <a:t>wampimuk</a:t>
            </a:r>
            <a:r>
              <a:rPr lang="en-US" dirty="0"/>
              <a:t> hiding in the tree.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8952000" y="5557635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25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19241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dirty="0"/>
              <a:t>Marco saw a furry little </a:t>
            </a:r>
            <a:r>
              <a:rPr lang="en-US" dirty="0" err="1">
                <a:solidFill>
                  <a:schemeClr val="accent5"/>
                </a:solidFill>
              </a:rPr>
              <a:t>wampimuk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r>
              <a:rPr lang="en-US" dirty="0"/>
              <a:t>hiding in the tree.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8952000" y="5626893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26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599891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7512" y="0"/>
            <a:ext cx="10515600" cy="1325563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7512" y="1460500"/>
            <a:ext cx="10515600" cy="4351339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buNone/>
            </a:pPr>
            <a:r>
              <a:rPr lang="en-US" dirty="0"/>
              <a:t>Marco saw a </a:t>
            </a:r>
            <a:r>
              <a:rPr lang="en-US" dirty="0">
                <a:solidFill>
                  <a:schemeClr val="accent2"/>
                </a:solidFill>
              </a:rPr>
              <a:t>furry little </a:t>
            </a:r>
            <a:r>
              <a:rPr lang="en-US" dirty="0" err="1">
                <a:solidFill>
                  <a:schemeClr val="accent5"/>
                </a:solidFill>
              </a:rPr>
              <a:t>wampimuk</a:t>
            </a:r>
            <a:r>
              <a:rPr lang="en-US" dirty="0">
                <a:solidFill>
                  <a:schemeClr val="accent5"/>
                </a:solidFill>
              </a:rPr>
              <a:t> </a:t>
            </a:r>
            <a:r>
              <a:rPr lang="en-US" dirty="0">
                <a:solidFill>
                  <a:schemeClr val="accent2"/>
                </a:solidFill>
              </a:rPr>
              <a:t>hiding in </a:t>
            </a:r>
            <a:r>
              <a:rPr lang="en-US" dirty="0"/>
              <a:t>the tree.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u="sng" dirty="0"/>
              <a:t>words</a:t>
            </a:r>
            <a:r>
              <a:rPr lang="en-US" b="1" dirty="0"/>
              <a:t>			</a:t>
            </a:r>
            <a:r>
              <a:rPr lang="en-US" b="1" u="sng" dirty="0"/>
              <a:t>contexts</a:t>
            </a:r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furry</a:t>
            </a:r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little</a:t>
            </a:r>
            <a:endParaRPr lang="en-GB" dirty="0"/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hiding</a:t>
            </a:r>
            <a:endParaRPr lang="en-GB" dirty="0"/>
          </a:p>
          <a:p>
            <a:pPr marL="0" indent="0">
              <a:buNone/>
            </a:pPr>
            <a:r>
              <a:rPr lang="en-US" dirty="0" err="1"/>
              <a:t>wampimuk</a:t>
            </a:r>
            <a:r>
              <a:rPr lang="en-US" dirty="0"/>
              <a:t>		in</a:t>
            </a:r>
            <a:endParaRPr lang="en-GB" dirty="0"/>
          </a:p>
          <a:p>
            <a:pPr marL="0" indent="0">
              <a:buNone/>
            </a:pPr>
            <a:r>
              <a:rPr lang="en-US" dirty="0"/>
              <a:t>…			…</a:t>
            </a:r>
            <a:endParaRPr lang="en-GB" dirty="0"/>
          </a:p>
        </p:txBody>
      </p:sp>
      <p:sp>
        <p:nvSpPr>
          <p:cNvPr id="4" name="TextBox 3"/>
          <p:cNvSpPr txBox="1"/>
          <p:nvPr/>
        </p:nvSpPr>
        <p:spPr>
          <a:xfrm>
            <a:off x="8801312" y="5769756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5" name="Right Brace 4"/>
          <p:cNvSpPr/>
          <p:nvPr/>
        </p:nvSpPr>
        <p:spPr>
          <a:xfrm>
            <a:off x="4889312" y="2514875"/>
            <a:ext cx="1080000" cy="3060000"/>
          </a:xfrm>
          <a:prstGeom prst="rightBrace">
            <a:avLst>
              <a:gd name="adj1" fmla="val 45333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ctr" defTabSz="914377" rtl="0"/>
            <a:endParaRPr lang="en-GB" kern="1200">
              <a:solidFill>
                <a:prstClr val="black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5969312" y="3774875"/>
                <a:ext cx="1825821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defTabSz="914377" rtl="0"/>
                <a:r>
                  <a:rPr lang="en-US" sz="2800" kern="1200" dirty="0">
                    <a:solidFill>
                      <a:prstClr val="black"/>
                    </a:solidFill>
                    <a:ea typeface=""/>
                    <a:cs typeface="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 kern="1200" dirty="0">
                        <a:solidFill>
                          <a:prstClr val="black"/>
                        </a:solidFill>
                        <a:latin typeface="Cambria Math" panose="02040503050406030204" pitchFamily="18" charset="0"/>
                        <a:ea typeface=""/>
                        <a:cs typeface=""/>
                      </a:rPr>
                      <m:t>𝐷</m:t>
                    </m:r>
                  </m:oMath>
                </a14:m>
                <a:r>
                  <a:rPr lang="en-GB" sz="2800" kern="1200" dirty="0">
                    <a:solidFill>
                      <a:prstClr val="black"/>
                    </a:solidFill>
                    <a:ea typeface=""/>
                    <a:cs typeface=""/>
                  </a:rPr>
                  <a:t> (data)</a:t>
                </a: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9312" y="3774875"/>
                <a:ext cx="1825821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459912" y="5991226"/>
            <a:ext cx="2743200" cy="365125"/>
          </a:xfrm>
        </p:spPr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27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144345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60500"/>
                <a:ext cx="10515600" cy="4351339"/>
              </a:xfrm>
            </p:spPr>
            <p:txBody>
              <a:bodyPr/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dirty="0"/>
                  <a:t>SGNS finds a vector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acc>
                  </m:oMath>
                </a14:m>
                <a:r>
                  <a:rPr lang="en-GB" dirty="0"/>
                  <a:t> for each word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GB" dirty="0"/>
                  <a:t> in our vocabulary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GB" dirty="0"/>
              </a:p>
              <a:p>
                <a:r>
                  <a:rPr lang="en-US" dirty="0"/>
                  <a:t>Each such vector has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latent dimensions (e.g.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=100</m:t>
                    </m:r>
                  </m:oMath>
                </a14:m>
                <a:r>
                  <a:rPr lang="en-US" dirty="0"/>
                  <a:t>)</a:t>
                </a:r>
              </a:p>
              <a:p>
                <a:r>
                  <a:rPr lang="en-US" dirty="0"/>
                  <a:t>Effectively, it learns a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whose rows represent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accent5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Key point:</a:t>
                </a:r>
                <a:r>
                  <a:rPr lang="en-US" dirty="0"/>
                  <a:t> it also learns a similar auxiliary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of context vectors</a:t>
                </a:r>
              </a:p>
              <a:p>
                <a:r>
                  <a:rPr lang="en-US" dirty="0"/>
                  <a:t>In fact, each word has two embeddings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60500"/>
                <a:ext cx="10515600" cy="4351339"/>
              </a:xfrm>
              <a:blipFill>
                <a:blip r:embed="rId3"/>
                <a:stretch>
                  <a:fillRect l="-812" t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/>
          <p:cNvSpPr txBox="1"/>
          <p:nvPr/>
        </p:nvSpPr>
        <p:spPr>
          <a:xfrm>
            <a:off x="8952000" y="5769756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469114" y="3995271"/>
            <a:ext cx="1150887" cy="2119604"/>
            <a:chOff x="469113" y="4360397"/>
            <a:chExt cx="1150887" cy="2119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900000" y="4680000"/>
                  <a:ext cx="720000" cy="1800000"/>
                </a:xfrm>
                <a:prstGeom prst="rect">
                  <a:avLst/>
                </a:prstGeom>
                <a:pattFill prst="lgGrid">
                  <a:fgClr>
                    <a:schemeClr val="accent5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ctr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kern="1200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oMath>
                    </m:oMathPara>
                  </a14:m>
                  <a:endParaRPr lang="en-GB" sz="2800" kern="1200" dirty="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00" y="4680000"/>
                  <a:ext cx="720000" cy="180000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/>
                <p:cNvSpPr txBox="1"/>
                <p:nvPr/>
              </p:nvSpPr>
              <p:spPr>
                <a:xfrm>
                  <a:off x="900000" y="4360397"/>
                  <a:ext cx="72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kern="120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"/>
                            <a:cs typeface=""/>
                          </a:rPr>
                          <m:t>𝑑</m:t>
                        </m:r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6" name="TextBox 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0000" y="4360397"/>
                  <a:ext cx="720000" cy="4924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 rot="16200000">
                  <a:off x="-184665" y="5333780"/>
                  <a:ext cx="180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</m:ctrlPr>
                          </m:sSubPr>
                          <m:e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𝑊</m:t>
                            </m:r>
                          </m:sub>
                        </m:sSub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-184665" y="5333780"/>
                  <a:ext cx="1800000" cy="49244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11"/>
          <p:cNvGrpSpPr/>
          <p:nvPr/>
        </p:nvGrpSpPr>
        <p:grpSpPr>
          <a:xfrm>
            <a:off x="864000" y="4402747"/>
            <a:ext cx="5864688" cy="861775"/>
            <a:chOff x="864000" y="4767873"/>
            <a:chExt cx="5864688" cy="861775"/>
          </a:xfrm>
        </p:grpSpPr>
        <p:sp>
          <p:nvSpPr>
            <p:cNvPr id="8" name="Rectangle 7"/>
            <p:cNvSpPr/>
            <p:nvPr/>
          </p:nvSpPr>
          <p:spPr>
            <a:xfrm>
              <a:off x="864000" y="4860000"/>
              <a:ext cx="792000" cy="18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algn="ctr" defTabSz="914377" rtl="0"/>
              <a:endParaRPr lang="en-GB" kern="1200">
                <a:solidFill>
                  <a:prstClr val="white"/>
                </a:solidFill>
              </a:endParaRP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656000" y="4950000"/>
              <a:ext cx="72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/>
                <p:cNvSpPr txBox="1"/>
                <p:nvPr/>
              </p:nvSpPr>
              <p:spPr>
                <a:xfrm>
                  <a:off x="2471999" y="4767873"/>
                  <a:ext cx="4256689" cy="861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 xmlns:m="http://schemas.openxmlformats.org/officeDocument/2006/math">
                      <m:r>
                        <a:rPr lang="en-US" i="1" kern="1200" smtClean="0">
                          <a:solidFill>
                            <a:srgbClr val="4472C4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𝑤</m:t>
                      </m:r>
                    </m:oMath>
                  </a14:m>
                  <a:r>
                    <a:rPr lang="en-GB" kern="1200" dirty="0">
                      <a:solidFill>
                        <a:prstClr val="black"/>
                      </a:solidFill>
                      <a:ea typeface=""/>
                      <a:cs typeface=""/>
                    </a:rPr>
                    <a:t>:</a:t>
                  </a:r>
                  <a:r>
                    <a:rPr lang="en-GB" kern="1200" dirty="0" err="1">
                      <a:solidFill>
                        <a:prstClr val="black"/>
                      </a:solidFill>
                      <a:ea typeface=""/>
                      <a:cs typeface=""/>
                    </a:rPr>
                    <a:t>wampimuk</a:t>
                  </a:r>
                  <a:r>
                    <a:rPr lang="en-GB" kern="1200" dirty="0">
                      <a:solidFill>
                        <a:prstClr val="black"/>
                      </a:solidFill>
                      <a:ea typeface=""/>
                      <a:cs typeface="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=</m:t>
                      </m:r>
                      <m:r>
                        <a:rPr lang="en-US" i="1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(−3.1, 4.15, 9.2, −6.5,…)</m:t>
                      </m:r>
                    </m:oMath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1" name="TextBox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1999" y="4767873"/>
                  <a:ext cx="4256689" cy="861775"/>
                </a:xfrm>
                <a:prstGeom prst="rect">
                  <a:avLst/>
                </a:prstGeom>
                <a:blipFill>
                  <a:blip r:embed="rId7"/>
                  <a:stretch>
                    <a:fillRect t="-35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/>
          <p:cNvGrpSpPr/>
          <p:nvPr/>
        </p:nvGrpSpPr>
        <p:grpSpPr>
          <a:xfrm>
            <a:off x="6949111" y="3995271"/>
            <a:ext cx="1150887" cy="2119604"/>
            <a:chOff x="6949113" y="4360397"/>
            <a:chExt cx="1150887" cy="21196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Rectangle 12"/>
                <p:cNvSpPr/>
                <p:nvPr/>
              </p:nvSpPr>
              <p:spPr>
                <a:xfrm>
                  <a:off x="7380000" y="4680000"/>
                  <a:ext cx="720000" cy="1800000"/>
                </a:xfrm>
                <a:prstGeom prst="rect">
                  <a:avLst/>
                </a:prstGeom>
                <a:pattFill prst="lgGrid">
                  <a:fgClr>
                    <a:schemeClr val="accent2"/>
                  </a:fgClr>
                  <a:bgClr>
                    <a:schemeClr val="bg1"/>
                  </a:bgClr>
                </a:patt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ctr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kern="1200" dirty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oMath>
                    </m:oMathPara>
                  </a14:m>
                  <a:endParaRPr lang="en-GB" sz="2800" kern="1200" dirty="0">
                    <a:solidFill>
                      <a:prstClr val="black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Rectangle 1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0000" y="4680000"/>
                  <a:ext cx="720000" cy="180000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/>
                <p:cNvSpPr txBox="1"/>
                <p:nvPr/>
              </p:nvSpPr>
              <p:spPr>
                <a:xfrm rot="16200000">
                  <a:off x="6295335" y="5333780"/>
                  <a:ext cx="180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</m:ctrlPr>
                          </m:sSubPr>
                          <m:e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𝑉</m:t>
                            </m:r>
                          </m:e>
                          <m:sub>
                            <m:r>
                              <a:rPr lang="en-US" i="1" kern="1200" smtClean="0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  <a:ea typeface=""/>
                                <a:cs typeface=""/>
                              </a:rPr>
                              <m:t>𝐶</m:t>
                            </m:r>
                          </m:sub>
                        </m:sSub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4" name="TextBox 1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295335" y="5333780"/>
                  <a:ext cx="1800000" cy="492443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/>
                <p:cNvSpPr txBox="1"/>
                <p:nvPr/>
              </p:nvSpPr>
              <p:spPr>
                <a:xfrm>
                  <a:off x="7380000" y="4360397"/>
                  <a:ext cx="720000" cy="4924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kern="120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"/>
                            <a:cs typeface=""/>
                          </a:rPr>
                          <m:t>𝑑</m:t>
                        </m:r>
                      </m:oMath>
                    </m:oMathPara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5" name="Text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0000" y="4360397"/>
                  <a:ext cx="720000" cy="492443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/>
          <p:nvPr/>
        </p:nvGrpSpPr>
        <p:grpSpPr>
          <a:xfrm>
            <a:off x="2472000" y="5658593"/>
            <a:ext cx="5664000" cy="861775"/>
            <a:chOff x="2472000" y="6023720"/>
            <a:chExt cx="5664000" cy="861775"/>
          </a:xfrm>
        </p:grpSpPr>
        <p:sp>
          <p:nvSpPr>
            <p:cNvPr id="16" name="Rectangle 15"/>
            <p:cNvSpPr/>
            <p:nvPr/>
          </p:nvSpPr>
          <p:spPr>
            <a:xfrm>
              <a:off x="7344000" y="6120000"/>
              <a:ext cx="792000" cy="180000"/>
            </a:xfrm>
            <a:prstGeom prst="rect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lvl1pPr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1pPr>
              <a:lvl2pPr indent="609585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2pPr>
              <a:lvl3pPr indent="1219170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3pPr>
              <a:lvl4pPr indent="182875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4pPr>
              <a:lvl5pPr indent="243833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5pPr>
              <a:lvl6pPr indent="3047924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6pPr>
              <a:lvl7pPr indent="3657509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7pPr>
              <a:lvl8pPr indent="4267093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8pPr>
              <a:lvl9pPr indent="4876678" defTabSz="609585">
                <a:defRPr>
                  <a:latin typeface="Calibri"/>
                  <a:ea typeface="Calibri"/>
                  <a:cs typeface="Calibri"/>
                  <a:sym typeface="Calibri"/>
                </a:defRPr>
              </a:lvl9pPr>
            </a:lstStyle>
            <a:p>
              <a:pPr algn="ctr" defTabSz="914377" rtl="0"/>
              <a:endParaRPr lang="en-GB" kern="1200">
                <a:solidFill>
                  <a:prstClr val="white"/>
                </a:solidFill>
              </a:endParaRP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 flipH="1">
              <a:off x="6624000" y="6208386"/>
              <a:ext cx="720000" cy="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/>
                <p:cNvSpPr txBox="1"/>
                <p:nvPr/>
              </p:nvSpPr>
              <p:spPr>
                <a:xfrm>
                  <a:off x="2472000" y="6023720"/>
                  <a:ext cx="4256689" cy="86177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>
                  <a:lvl1pPr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1pPr>
                  <a:lvl2pPr indent="609585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2pPr>
                  <a:lvl3pPr indent="1219170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3pPr>
                  <a:lvl4pPr indent="182875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4pPr>
                  <a:lvl5pPr indent="243833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5pPr>
                  <a:lvl6pPr indent="3047924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6pPr>
                  <a:lvl7pPr indent="3657509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7pPr>
                  <a:lvl8pPr indent="4267093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8pPr>
                  <a:lvl9pPr indent="4876678" defTabSz="609585">
                    <a:defRPr>
                      <a:latin typeface="Calibri"/>
                      <a:ea typeface="Calibri"/>
                      <a:cs typeface="Calibri"/>
                      <a:sym typeface="Calibri"/>
                    </a:defRPr>
                  </a:lvl9pPr>
                </a:lstStyle>
                <a:p>
                  <a:pPr algn="l" defTabSz="914377" rtl="0"/>
                  <a14:m>
                    <m:oMath xmlns:m="http://schemas.openxmlformats.org/officeDocument/2006/math">
                      <m:r>
                        <a:rPr lang="en-US" i="1" kern="1200" smtClean="0">
                          <a:solidFill>
                            <a:srgbClr val="ED7D31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𝑐</m:t>
                      </m:r>
                    </m:oMath>
                  </a14:m>
                  <a:r>
                    <a:rPr lang="en-GB" kern="1200" dirty="0">
                      <a:solidFill>
                        <a:prstClr val="black"/>
                      </a:solidFill>
                      <a:ea typeface=""/>
                      <a:cs typeface=""/>
                    </a:rPr>
                    <a:t>:wampimuk </a:t>
                  </a:r>
                  <a14:m>
                    <m:oMath xmlns:m="http://schemas.openxmlformats.org/officeDocument/2006/math">
                      <m:r>
                        <a:rPr lang="en-US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=</m:t>
                      </m:r>
                      <m:r>
                        <a:rPr lang="en-US" i="1" kern="120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(−5.6, 2.95, 1.4, −1.3,…)</m:t>
                      </m:r>
                    </m:oMath>
                  </a14:m>
                  <a:endParaRPr lang="en-GB" kern="1200" dirty="0">
                    <a:solidFill>
                      <a:prstClr val="black"/>
                    </a:solidFill>
                    <a:ea typeface=""/>
                    <a:cs typeface=""/>
                  </a:endParaRPr>
                </a:p>
              </p:txBody>
            </p:sp>
          </mc:Choice>
          <mc:Fallback xmlns="">
            <p:sp>
              <p:nvSpPr>
                <p:cNvPr id="19" name="TextBox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2000" y="6023720"/>
                  <a:ext cx="4256689" cy="861775"/>
                </a:xfrm>
                <a:prstGeom prst="rect">
                  <a:avLst/>
                </a:prstGeom>
                <a:blipFill>
                  <a:blip r:embed="rId10"/>
                  <a:stretch>
                    <a:fillRect t="-352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/>
              <p:cNvSpPr txBox="1"/>
              <p:nvPr/>
            </p:nvSpPr>
            <p:spPr>
              <a:xfrm>
                <a:off x="4126200" y="4953727"/>
                <a:ext cx="24978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 algn="l" defTabSz="914377" rtl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kern="12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"/>
                          <a:cs typeface=""/>
                        </a:rPr>
                        <m:t>≠</m:t>
                      </m:r>
                    </m:oMath>
                  </m:oMathPara>
                </a14:m>
                <a:endParaRPr lang="en-GB" sz="2800" kern="1200" dirty="0">
                  <a:solidFill>
                    <a:prstClr val="black"/>
                  </a:solidFill>
                  <a:ea typeface=""/>
                  <a:cs typeface=""/>
                </a:endParaRPr>
              </a:p>
            </p:txBody>
          </p:sp>
        </mc:Choice>
        <mc:Fallback xmlns="">
          <p:sp>
            <p:nvSpPr>
              <p:cNvPr id="20" name="TextBox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6200" y="4953727"/>
                <a:ext cx="2497800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10600" y="5991226"/>
            <a:ext cx="2743200" cy="365125"/>
          </a:xfrm>
        </p:spPr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2316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Word2Vec Objective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29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041303" y="2292531"/>
                <a:ext cx="7498720" cy="173098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733" b="0" i="1" smtClean="0">
                          <a:latin typeface="Cambria Math" charset="0"/>
                        </a:rPr>
                        <m:t>𝐽</m:t>
                      </m:r>
                      <m:d>
                        <m:dPr>
                          <m:ctrlPr>
                            <a:rPr lang="en-US" sz="3733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733" b="0" i="1" smtClean="0">
                              <a:latin typeface="Cambria Math" charset="0"/>
                            </a:rPr>
                            <m:t>𝜃</m:t>
                          </m:r>
                        </m:e>
                      </m:d>
                      <m:r>
                        <a:rPr lang="en-US" sz="3733" b="0" i="1" smtClean="0">
                          <a:latin typeface="Cambria Math" charset="0"/>
                        </a:rPr>
                        <m:t>=</m:t>
                      </m:r>
                      <m:f>
                        <m:fPr>
                          <m:ctrlPr>
                            <a:rPr lang="en-US" sz="3733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3733" b="0" i="1" smtClean="0">
                              <a:latin typeface="Cambria Math" charset="0"/>
                            </a:rPr>
                            <m:t>1</m:t>
                          </m:r>
                        </m:num>
                        <m:den>
                          <m:r>
                            <a:rPr lang="en-US" sz="3733" b="0" i="1" smtClean="0">
                              <a:latin typeface="Cambria Math" charset="0"/>
                            </a:rPr>
                            <m:t>𝑇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is-IS" sz="3733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3733" b="0" i="1" smtClean="0">
                              <a:latin typeface="Cambria Math" charset="0"/>
                            </a:rPr>
                            <m:t>𝑡</m:t>
                          </m:r>
                          <m:r>
                            <a:rPr lang="en-US" sz="3733" b="0" i="1" smtClean="0">
                              <a:latin typeface="Cambria Math" charset="0"/>
                            </a:rPr>
                            <m:t>=1</m:t>
                          </m:r>
                        </m:sub>
                        <m:sup>
                          <m:r>
                            <a:rPr lang="en-US" sz="3733" b="0" i="1" smtClean="0">
                              <a:latin typeface="Cambria Math" charset="0"/>
                            </a:rPr>
                            <m:t>𝑇</m:t>
                          </m:r>
                        </m:sup>
                        <m:e>
                          <m:nary>
                            <m:naryPr>
                              <m:chr m:val="∑"/>
                              <m:ctrlPr>
                                <a:rPr lang="is-IS" sz="3733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3733" b="0" i="1" smtClean="0">
                                  <a:latin typeface="Cambria Math" charset="0"/>
                                </a:rPr>
                                <m:t>−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𝑚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≤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𝑗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≤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𝑚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, 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𝑗</m:t>
                              </m:r>
                              <m:r>
                                <a:rPr lang="en-US" sz="3733" b="0" i="1" smtClean="0">
                                  <a:latin typeface="Cambria Math" charset="0"/>
                                </a:rPr>
                                <m:t>≠0</m:t>
                              </m:r>
                            </m:sub>
                            <m:sup/>
                            <m:e>
                              <m:func>
                                <m:funcPr>
                                  <m:ctrlPr>
                                    <a:rPr lang="en-US" sz="3733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733" b="0" i="0" smtClean="0">
                                      <a:latin typeface="Cambria Math" charset="0"/>
                                    </a:rPr>
                                    <m:t>log</m:t>
                                  </m:r>
                                </m:fName>
                                <m:e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𝑝</m:t>
                                  </m:r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US" sz="3733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733" b="0" i="1" smtClean="0">
                                          <a:latin typeface="Cambria Math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3733" b="0" i="1" smtClean="0">
                                          <a:latin typeface="Cambria Math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|</m:t>
                                  </m:r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𝑐</m:t>
                                  </m:r>
                                  <m:r>
                                    <a:rPr lang="en-US" sz="3733" b="0" i="1" smtClean="0">
                                      <a:latin typeface="Cambria Math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nary>
                        </m:e>
                      </m:nary>
                    </m:oMath>
                  </m:oMathPara>
                </a14:m>
                <a:endParaRPr lang="en-US" sz="3733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1303" y="2292531"/>
                <a:ext cx="7498720" cy="17309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50042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Word2Vec Objective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30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26078" y="2961792"/>
                <a:ext cx="7000125" cy="156547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267" b="0" i="1" smtClean="0">
                          <a:latin typeface="Cambria Math" charset="0"/>
                        </a:rPr>
                        <m:t>𝑝</m:t>
                      </m:r>
                      <m:d>
                        <m:dPr>
                          <m:endChr m:val="|"/>
                          <m:ctrlPr>
                            <a:rPr lang="en-US" sz="4267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4267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4267" b="0" i="1" smtClean="0">
                          <a:latin typeface="Cambria Math" charset="0"/>
                        </a:rPr>
                        <m:t>𝑐</m:t>
                      </m:r>
                      <m:r>
                        <a:rPr lang="en-US" sz="4267" b="0" i="1" smtClean="0">
                          <a:latin typeface="Cambria Math" charset="0"/>
                        </a:rPr>
                        <m:t>)=</m:t>
                      </m:r>
                      <m:f>
                        <m:fPr>
                          <m:ctrlPr>
                            <a:rPr lang="en-US" sz="4267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en-US" sz="4267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4267" b="0" i="0" smtClean="0">
                                  <a:latin typeface="Cambria Math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4267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en-US" sz="4267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4267" b="0" i="1" smtClean="0">
                                          <a:latin typeface="Cambria Math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sz="4267" b="0" i="1" smtClean="0">
                                          <a:latin typeface="Cambria Math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4267" b="0" i="1" smtClean="0">
                                          <a:latin typeface="Cambria Math" charset="0"/>
                                        </a:rPr>
                                        <m:t>𝑇</m:t>
                                      </m:r>
                                    </m:sup>
                                  </m:sSubSup>
                                  <m:r>
                                    <a:rPr lang="en-US" sz="4267" b="0" i="1" smtClean="0">
                                      <a:latin typeface="Cambria Math" charset="0"/>
                                    </a:rPr>
                                    <m:t>𝑐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ctrlPr>
                                <a:rPr lang="is-IS" sz="4267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𝑖</m:t>
                              </m:r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4267" b="0" i="1" smtClean="0">
                                  <a:latin typeface="Cambria Math" charset="0"/>
                                </a:rPr>
                                <m:t>𝑁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a:rPr lang="en-US" sz="4267">
                                  <a:latin typeface="Cambria Math" charset="0"/>
                                </a:rPr>
                                <m:t>exp</m:t>
                              </m:r>
                              <m:r>
                                <a:rPr lang="en-US" sz="4267" i="1">
                                  <a:latin typeface="Cambria Math" charset="0"/>
                                </a:rPr>
                                <m:t>⁡(</m:t>
                              </m:r>
                              <m:sSubSup>
                                <m:sSubSupPr>
                                  <m:ctrlPr>
                                    <a:rPr lang="en-US" sz="4267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4267" i="1">
                                      <a:latin typeface="Cambria Math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en-US" sz="4267" b="0" i="1" smtClean="0">
                                      <a:latin typeface="Cambria Math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sz="4267" i="1">
                                      <a:latin typeface="Cambria Math" charset="0"/>
                                    </a:rPr>
                                    <m:t>𝑇</m:t>
                                  </m:r>
                                </m:sup>
                              </m:sSubSup>
                              <m:r>
                                <a:rPr lang="en-US" sz="4267" i="1">
                                  <a:latin typeface="Cambria Math" charset="0"/>
                                </a:rPr>
                                <m:t>𝑐</m:t>
                              </m:r>
                              <m:r>
                                <a:rPr lang="en-US" sz="4267" i="1">
                                  <a:latin typeface="Cambria Math" charset="0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US" sz="4267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26078" y="2961792"/>
                <a:ext cx="7000125" cy="156547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898797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sz="half" idx="1"/>
              </p:nvPr>
            </p:nvSpPr>
            <p:spPr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b="1" dirty="0"/>
                  <a:t>Maximize: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was </a:t>
                </a:r>
                <a:r>
                  <a:rPr lang="en-US" b="1" dirty="0">
                    <a:solidFill>
                      <a:schemeClr val="accent5"/>
                    </a:solidFill>
                  </a:rPr>
                  <a:t>observed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b="1" u="sng" dirty="0"/>
                  <a:t>words</a:t>
                </a:r>
                <a:r>
                  <a:rPr lang="en-US" b="1" dirty="0"/>
                  <a:t>			</a:t>
                </a:r>
                <a:r>
                  <a:rPr lang="en-US" b="1" u="sng" dirty="0"/>
                  <a:t>contexts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furry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little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hiding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in</a:t>
                </a:r>
                <a:endParaRPr lang="en-GB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030" t="-542"/>
                </a:stretch>
              </a:blipFill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8952000" y="5707857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05549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/>
              <p:cNvSpPr>
                <a:spLocks noGrp="1"/>
              </p:cNvSpPr>
              <p:nvPr>
                <p:ph sz="half" idx="1"/>
              </p:nvPr>
            </p:nvSpPr>
            <p:spPr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b="1" dirty="0"/>
                  <a:t>Maximize: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en-US" b="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5"/>
                        </a:solidFill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/>
                  <a:t> was </a:t>
                </a:r>
                <a:r>
                  <a:rPr lang="en-US" b="1" dirty="0">
                    <a:solidFill>
                      <a:schemeClr val="accent5"/>
                    </a:solidFill>
                  </a:rPr>
                  <a:t>observed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b="1" u="sng" dirty="0"/>
                  <a:t>words</a:t>
                </a:r>
                <a:r>
                  <a:rPr lang="en-US" b="1" dirty="0"/>
                  <a:t>			</a:t>
                </a:r>
                <a:r>
                  <a:rPr lang="en-US" b="1" u="sng" dirty="0"/>
                  <a:t>contexts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furry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little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hiding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in</a:t>
                </a:r>
                <a:endParaRPr lang="en-GB" dirty="0"/>
              </a:p>
            </p:txBody>
          </p:sp>
        </mc:Choice>
        <mc:Fallback xmlns=""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030" t="-542"/>
                </a:stretch>
              </a:blipFill>
              <a:ln w="9525">
                <a:solidFill>
                  <a:schemeClr val="accent5"/>
                </a:solidFill>
              </a:ln>
              <a:effectLst>
                <a:glow rad="63500">
                  <a:schemeClr val="accent5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/>
              <p:cNvSpPr>
                <a:spLocks noGrp="1"/>
              </p:cNvSpPr>
              <p:nvPr>
                <p:ph sz="half" idx="2"/>
              </p:nvPr>
            </p:nvSpPr>
            <p:spPr>
              <a:ln>
                <a:solidFill>
                  <a:schemeClr val="accent2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>
                <a:normAutofit/>
              </a:bodyPr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b="1" dirty="0"/>
                  <a:t>Minimize: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acc>
                        <m:r>
                          <a:rPr lang="en-US" i="1">
                            <a:latin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⃗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sub>
                            </m:sSub>
                          </m:e>
                        </m:ac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was </a:t>
                </a:r>
                <a:r>
                  <a:rPr lang="en-US" b="1" dirty="0">
                    <a:solidFill>
                      <a:schemeClr val="accent2"/>
                    </a:solidFill>
                  </a:rPr>
                  <a:t>hallucinated</a:t>
                </a:r>
                <a:r>
                  <a:rPr lang="en-US" dirty="0"/>
                  <a:t>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1" u="sng" dirty="0"/>
              </a:p>
              <a:p>
                <a:pPr marL="0" indent="0">
                  <a:buNone/>
                </a:pPr>
                <a:r>
                  <a:rPr lang="en-US" b="1" u="sng" dirty="0"/>
                  <a:t>words</a:t>
                </a:r>
                <a:r>
                  <a:rPr lang="en-US" b="1" dirty="0"/>
                  <a:t>			</a:t>
                </a:r>
                <a:r>
                  <a:rPr lang="en-US" b="1" u="sng" dirty="0"/>
                  <a:t>contexts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Australia</a:t>
                </a:r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cyber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the</a:t>
                </a:r>
                <a:endParaRPr lang="en-GB" dirty="0"/>
              </a:p>
              <a:p>
                <a:pPr marL="0" indent="0">
                  <a:buNone/>
                </a:pPr>
                <a:r>
                  <a:rPr lang="en-US" dirty="0" err="1"/>
                  <a:t>wampimuk</a:t>
                </a:r>
                <a:r>
                  <a:rPr lang="en-US" dirty="0"/>
                  <a:t>		1985</a:t>
                </a:r>
                <a:endParaRPr lang="en-GB" dirty="0"/>
              </a:p>
            </p:txBody>
          </p:sp>
        </mc:Choice>
        <mc:Fallback xmlns="">
          <p:sp>
            <p:nvSpPr>
              <p:cNvPr id="6" name="Content Placeholder 5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1030" t="-542"/>
                </a:stretch>
              </a:blipFill>
              <a:ln>
                <a:solidFill>
                  <a:schemeClr val="accent2"/>
                </a:solidFill>
              </a:ln>
              <a:effectLst>
                <a:glow rad="63500">
                  <a:schemeClr val="accent2">
                    <a:satMod val="175000"/>
                    <a:alpha val="40000"/>
                  </a:schemeClr>
                </a:glo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8952000" y="6134881"/>
            <a:ext cx="3240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l" defTabSz="914377" rtl="0"/>
            <a:r>
              <a:rPr lang="en-GB" kern="1200" dirty="0">
                <a:solidFill>
                  <a:prstClr val="black"/>
                </a:solidFill>
                <a:ea typeface=""/>
                <a:cs typeface=""/>
              </a:rPr>
              <a:t>“word2vec Explained…”</a:t>
            </a:r>
          </a:p>
          <a:p>
            <a:pPr algn="l" defTabSz="914377" rtl="0"/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Goldberg &amp; Levy, </a:t>
            </a:r>
            <a:r>
              <a:rPr lang="en-US" kern="1200" dirty="0" err="1">
                <a:solidFill>
                  <a:prstClr val="black"/>
                </a:solidFill>
                <a:ea typeface=""/>
                <a:cs typeface=""/>
              </a:rPr>
              <a:t>arXiv</a:t>
            </a:r>
            <a:r>
              <a:rPr lang="en-US" kern="1200" dirty="0">
                <a:solidFill>
                  <a:prstClr val="black"/>
                </a:solidFill>
                <a:ea typeface=""/>
                <a:cs typeface=""/>
              </a:rPr>
              <a:t> 2014</a:t>
            </a:r>
            <a:endParaRPr lang="en-GB" kern="1200" dirty="0">
              <a:solidFill>
                <a:prstClr val="black"/>
              </a:solidFill>
              <a:ea typeface=""/>
              <a:cs typeface="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32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7380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r>
              <a:rPr lang="en-US" dirty="0"/>
              <a:t>Skip-Grams with Negative Sampling (SGNS)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>
                <a:lvl1pPr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1pPr>
                <a:lvl2pPr indent="609585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2pPr>
                <a:lvl3pPr indent="1219170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3pPr>
                <a:lvl4pPr indent="182875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4pPr>
                <a:lvl5pPr indent="243833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5pPr>
                <a:lvl6pPr indent="3047924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6pPr>
                <a:lvl7pPr indent="3657509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7pPr>
                <a:lvl8pPr indent="4267093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8pPr>
                <a:lvl9pPr indent="4876678" defTabSz="609585">
                  <a:defRPr>
                    <a:latin typeface="Calibri"/>
                    <a:ea typeface="Calibri"/>
                    <a:cs typeface="Calibri"/>
                    <a:sym typeface="Calibri"/>
                  </a:defRPr>
                </a:lvl9pPr>
              </a:lstStyle>
              <a:p>
                <a:r>
                  <a:rPr lang="en-US" dirty="0"/>
                  <a:t>“Negative Sampling”</a:t>
                </a:r>
              </a:p>
              <a:p>
                <a:r>
                  <a:rPr lang="en-US" dirty="0"/>
                  <a:t>SGNS samples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contexts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GB" dirty="0"/>
                  <a:t> </a:t>
                </a:r>
                <a:r>
                  <a:rPr lang="en-GB" b="1" dirty="0"/>
                  <a:t>at random </a:t>
                </a:r>
                <a:r>
                  <a:rPr lang="en-GB" dirty="0"/>
                  <a:t>as</a:t>
                </a:r>
                <a:r>
                  <a:rPr lang="en-GB" b="1" dirty="0"/>
                  <a:t> </a:t>
                </a:r>
                <a:r>
                  <a:rPr lang="en-US" b="1" dirty="0">
                    <a:solidFill>
                      <a:schemeClr val="accent2"/>
                    </a:solidFill>
                  </a:rPr>
                  <a:t>negative</a:t>
                </a:r>
                <a:r>
                  <a:rPr lang="en-US" b="1" dirty="0"/>
                  <a:t> examples</a:t>
                </a:r>
                <a:endParaRPr lang="en-GB" b="1" dirty="0"/>
              </a:p>
              <a:p>
                <a:r>
                  <a:rPr lang="en-US" dirty="0"/>
                  <a:t>“Random” = unigram distribution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sup>
                      </m:sSub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#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GB" dirty="0"/>
              </a:p>
              <a:p>
                <a:endParaRPr lang="en-US" dirty="0"/>
              </a:p>
              <a:p>
                <a:r>
                  <a:rPr lang="en-US" b="1" dirty="0"/>
                  <a:t>Spoiler: </a:t>
                </a:r>
                <a:r>
                  <a:rPr lang="en-US" dirty="0"/>
                  <a:t>Changing this distribution has a significant effect</a:t>
                </a:r>
              </a:p>
              <a:p>
                <a:endParaRPr lang="en-GB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812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7F92B3FB-2F82-4CB9-93A4-1640FC20E3CE}" type="slidenum">
              <a:rPr lang="en-GB" smtClean="0">
                <a:solidFill>
                  <a:prstClr val="black">
                    <a:tint val="75000"/>
                  </a:prstClr>
                </a:solidFill>
              </a:rPr>
              <a:pPr/>
              <a:t>33</a:t>
            </a:fld>
            <a:endParaRPr lang="en-GB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66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/>
          <p:nvPr/>
        </p:nvSpPr>
        <p:spPr>
          <a:xfrm>
            <a:off x="-33866" y="50800"/>
            <a:ext cx="12259735" cy="7789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/>
          <a:lstStyle>
            <a:lvl1pPr defTabSz="609585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609585" defTabSz="609585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219170" defTabSz="609585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1828754" defTabSz="609585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2438339" defTabSz="609585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3047924" defTabSz="609585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3657509" defTabSz="609585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4267093" defTabSz="609585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4876678" defTabSz="609585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lang="en-US" sz="4267" dirty="0">
                <a:solidFill>
                  <a:srgbClr val="215380"/>
                </a:solidFill>
              </a:rPr>
              <a:t>Questions?</a:t>
            </a:r>
            <a:endParaRPr sz="4267" dirty="0">
              <a:solidFill>
                <a:srgbClr val="215380"/>
              </a:solidFill>
            </a:endParaRPr>
          </a:p>
        </p:txBody>
      </p:sp>
      <p:sp>
        <p:nvSpPr>
          <p:cNvPr id="98" name="Shape 98"/>
          <p:cNvSpPr>
            <a:spLocks noGrp="1"/>
          </p:cNvSpPr>
          <p:nvPr>
            <p:ph type="sldNum" sz="quarter" idx="4294967295"/>
          </p:nvPr>
        </p:nvSpPr>
        <p:spPr>
          <a:xfrm>
            <a:off x="9216522" y="6471569"/>
            <a:ext cx="2844801" cy="375921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/>
          <a:lstStyle>
            <a:lvl1pPr defTabSz="812760">
              <a:defRPr>
                <a:latin typeface="Calibri"/>
                <a:ea typeface="Calibri"/>
                <a:cs typeface="Calibri"/>
                <a:sym typeface="Calibri"/>
              </a:defRPr>
            </a:lvl1pPr>
            <a:lvl2pPr indent="812760" defTabSz="812760">
              <a:defRPr>
                <a:latin typeface="Calibri"/>
                <a:ea typeface="Calibri"/>
                <a:cs typeface="Calibri"/>
                <a:sym typeface="Calibri"/>
              </a:defRPr>
            </a:lvl2pPr>
            <a:lvl3pPr indent="1625519" defTabSz="812760">
              <a:defRPr>
                <a:latin typeface="Calibri"/>
                <a:ea typeface="Calibri"/>
                <a:cs typeface="Calibri"/>
                <a:sym typeface="Calibri"/>
              </a:defRPr>
            </a:lvl3pPr>
            <a:lvl4pPr indent="2438278" defTabSz="812760">
              <a:defRPr>
                <a:latin typeface="Calibri"/>
                <a:ea typeface="Calibri"/>
                <a:cs typeface="Calibri"/>
                <a:sym typeface="Calibri"/>
              </a:defRPr>
            </a:lvl4pPr>
            <a:lvl5pPr indent="3251037" defTabSz="812760">
              <a:defRPr>
                <a:latin typeface="Calibri"/>
                <a:ea typeface="Calibri"/>
                <a:cs typeface="Calibri"/>
                <a:sym typeface="Calibri"/>
              </a:defRPr>
            </a:lvl5pPr>
            <a:lvl6pPr indent="4063797" defTabSz="812760">
              <a:defRPr>
                <a:latin typeface="Calibri"/>
                <a:ea typeface="Calibri"/>
                <a:cs typeface="Calibri"/>
                <a:sym typeface="Calibri"/>
              </a:defRPr>
            </a:lvl6pPr>
            <a:lvl7pPr indent="4876557" defTabSz="812760">
              <a:defRPr>
                <a:latin typeface="Calibri"/>
                <a:ea typeface="Calibri"/>
                <a:cs typeface="Calibri"/>
                <a:sym typeface="Calibri"/>
              </a:defRPr>
            </a:lvl7pPr>
            <a:lvl8pPr indent="5689315" defTabSz="812760">
              <a:defRPr>
                <a:latin typeface="Calibri"/>
                <a:ea typeface="Calibri"/>
                <a:cs typeface="Calibri"/>
                <a:sym typeface="Calibri"/>
              </a:defRPr>
            </a:lvl8pPr>
            <a:lvl9pPr indent="6502075" defTabSz="812760">
              <a:defRPr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lvl="0">
              <a:defRPr sz="1800">
                <a:solidFill>
                  <a:srgbClr val="000000"/>
                </a:solidFill>
              </a:defRPr>
            </a:pPr>
            <a:fld id="{86CB4B4D-7CA3-9044-876B-883B54F8677D}" type="slidenum">
              <a:rPr sz="1733">
                <a:solidFill>
                  <a:srgbClr val="FFFFFF"/>
                </a:solidFill>
              </a:rPr>
              <a:t>34</a:t>
            </a:fld>
            <a:endParaRPr sz="1733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34860174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7484</TotalTime>
  <Words>1671</Words>
  <Application>Microsoft Office PowerPoint</Application>
  <PresentationFormat>Widescreen</PresentationFormat>
  <Paragraphs>398</Paragraphs>
  <Slides>34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Calibri</vt:lpstr>
      <vt:lpstr>Calibri (Body)</vt:lpstr>
      <vt:lpstr>Calibri Light</vt:lpstr>
      <vt:lpstr>Cambria Math</vt:lpstr>
      <vt:lpstr>Courier New</vt:lpstr>
      <vt:lpstr>Times New Roman</vt:lpstr>
      <vt:lpstr>Office Theme</vt:lpstr>
      <vt:lpstr>307307 Word Embeddings</vt:lpstr>
      <vt:lpstr>Introduction to Word Embeddings</vt:lpstr>
      <vt:lpstr>The Evolution of Word Representations</vt:lpstr>
      <vt:lpstr>The Evolution of Word Representations</vt:lpstr>
      <vt:lpstr>Word2Vec (Mikolov et al., 2013)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to Represent a Word?</vt:lpstr>
      <vt:lpstr>PowerPoint Presentation</vt:lpstr>
      <vt:lpstr>How to Represent a Word?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word2vec?</vt:lpstr>
      <vt:lpstr>Embeddings capture relational meaning!</vt:lpstr>
      <vt:lpstr>Skip-Grams with Negative Sampling (SGNS)</vt:lpstr>
      <vt:lpstr>Skip-Grams with Negative Sampling (SGNS)</vt:lpstr>
      <vt:lpstr>Skip-Grams with Negative Sampling (SGNS)</vt:lpstr>
      <vt:lpstr>Skip-Grams with Negative Sampling (SGNS)</vt:lpstr>
      <vt:lpstr>Word2Vec Objective</vt:lpstr>
      <vt:lpstr>Word2Vec Objective</vt:lpstr>
      <vt:lpstr>Skip-Grams with Negative Sampling (SGNS)</vt:lpstr>
      <vt:lpstr>Skip-Grams with Negative Sampling (SGNS)</vt:lpstr>
      <vt:lpstr>Skip-Grams with Negative Sampling (SGNS)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Probability Distribution Functions</dc:title>
  <dc:creator>Mohammed Fasha</dc:creator>
  <cp:lastModifiedBy>Mohammed Fasha</cp:lastModifiedBy>
  <cp:revision>1211</cp:revision>
  <dcterms:created xsi:type="dcterms:W3CDTF">2023-03-26T11:17:23Z</dcterms:created>
  <dcterms:modified xsi:type="dcterms:W3CDTF">2025-03-15T11:50:19Z</dcterms:modified>
</cp:coreProperties>
</file>