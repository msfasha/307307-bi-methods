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455" r:id="rId2"/>
    <p:sldId id="535" r:id="rId3"/>
    <p:sldId id="559" r:id="rId4"/>
    <p:sldId id="560" r:id="rId5"/>
    <p:sldId id="561" r:id="rId6"/>
    <p:sldId id="562" r:id="rId7"/>
    <p:sldId id="563" r:id="rId8"/>
    <p:sldId id="564" r:id="rId9"/>
    <p:sldId id="565" r:id="rId10"/>
    <p:sldId id="568" r:id="rId11"/>
    <p:sldId id="569" r:id="rId12"/>
    <p:sldId id="570" r:id="rId13"/>
    <p:sldId id="571" r:id="rId14"/>
    <p:sldId id="566" r:id="rId15"/>
    <p:sldId id="573" r:id="rId16"/>
    <p:sldId id="572" r:id="rId17"/>
    <p:sldId id="567" r:id="rId18"/>
    <p:sldId id="575" r:id="rId19"/>
    <p:sldId id="536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45" r:id="rId29"/>
    <p:sldId id="546" r:id="rId30"/>
    <p:sldId id="547" r:id="rId31"/>
    <p:sldId id="548" r:id="rId32"/>
    <p:sldId id="549" r:id="rId33"/>
    <p:sldId id="550" r:id="rId34"/>
    <p:sldId id="551" r:id="rId35"/>
    <p:sldId id="552" r:id="rId36"/>
    <p:sldId id="553" r:id="rId37"/>
    <p:sldId id="554" r:id="rId38"/>
    <p:sldId id="555" r:id="rId39"/>
    <p:sldId id="556" r:id="rId40"/>
    <p:sldId id="557" r:id="rId41"/>
    <p:sldId id="558" r:id="rId42"/>
    <p:sldId id="531" r:id="rId43"/>
    <p:sldId id="516" r:id="rId44"/>
    <p:sldId id="517" r:id="rId45"/>
    <p:sldId id="518" r:id="rId46"/>
    <p:sldId id="533" r:id="rId47"/>
    <p:sldId id="519" r:id="rId48"/>
    <p:sldId id="534" r:id="rId49"/>
    <p:sldId id="520" r:id="rId50"/>
    <p:sldId id="521" r:id="rId51"/>
    <p:sldId id="522" r:id="rId52"/>
    <p:sldId id="523" r:id="rId53"/>
    <p:sldId id="500" r:id="rId54"/>
    <p:sldId id="501" r:id="rId55"/>
    <p:sldId id="532" r:id="rId56"/>
    <p:sldId id="530" r:id="rId57"/>
    <p:sldId id="511" r:id="rId58"/>
    <p:sldId id="468" r:id="rId59"/>
    <p:sldId id="465" r:id="rId60"/>
    <p:sldId id="466" r:id="rId61"/>
    <p:sldId id="467" r:id="rId62"/>
    <p:sldId id="469" r:id="rId63"/>
    <p:sldId id="470" r:id="rId64"/>
    <p:sldId id="471" r:id="rId65"/>
    <p:sldId id="472" r:id="rId66"/>
    <p:sldId id="476" r:id="rId67"/>
    <p:sldId id="473" r:id="rId68"/>
    <p:sldId id="477" r:id="rId69"/>
    <p:sldId id="478" r:id="rId70"/>
    <p:sldId id="479" r:id="rId71"/>
    <p:sldId id="480" r:id="rId72"/>
    <p:sldId id="481" r:id="rId73"/>
    <p:sldId id="484" r:id="rId74"/>
    <p:sldId id="482" r:id="rId75"/>
    <p:sldId id="483" r:id="rId76"/>
    <p:sldId id="474" r:id="rId77"/>
    <p:sldId id="475" r:id="rId78"/>
    <p:sldId id="485" r:id="rId79"/>
    <p:sldId id="486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45173-9704-44B4-82F5-EF2938BAEEFE}" v="73" dt="2025-04-17T04:52:20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E5645173-9704-44B4-82F5-EF2938BAEEFE}"/>
    <pc:docChg chg="undo custSel addSld delSld modSld sldOrd modMainMaster">
      <pc:chgData name="Mohammed Fasha" userId="cc64f42d-a1a6-4f08-b97b-0c37f877119f" providerId="ADAL" clId="{E5645173-9704-44B4-82F5-EF2938BAEEFE}" dt="2025-04-17T05:00:46.218" v="718"/>
      <pc:docMkLst>
        <pc:docMk/>
      </pc:docMkLst>
      <pc:sldChg chg="del">
        <pc:chgData name="Mohammed Fasha" userId="cc64f42d-a1a6-4f08-b97b-0c37f877119f" providerId="ADAL" clId="{E5645173-9704-44B4-82F5-EF2938BAEEFE}" dt="2025-04-17T04:46:56.250" v="546" actId="47"/>
        <pc:sldMkLst>
          <pc:docMk/>
          <pc:sldMk cId="1934860174" sldId="285"/>
        </pc:sldMkLst>
      </pc:sldChg>
      <pc:sldChg chg="del">
        <pc:chgData name="Mohammed Fasha" userId="cc64f42d-a1a6-4f08-b97b-0c37f877119f" providerId="ADAL" clId="{E5645173-9704-44B4-82F5-EF2938BAEEFE}" dt="2025-04-17T04:46:42.560" v="529" actId="47"/>
        <pc:sldMkLst>
          <pc:docMk/>
          <pc:sldMk cId="416776941" sldId="289"/>
        </pc:sldMkLst>
      </pc:sldChg>
      <pc:sldChg chg="del">
        <pc:chgData name="Mohammed Fasha" userId="cc64f42d-a1a6-4f08-b97b-0c37f877119f" providerId="ADAL" clId="{E5645173-9704-44B4-82F5-EF2938BAEEFE}" dt="2025-04-17T04:46:43.577" v="530" actId="47"/>
        <pc:sldMkLst>
          <pc:docMk/>
          <pc:sldMk cId="2079225657" sldId="290"/>
        </pc:sldMkLst>
      </pc:sldChg>
      <pc:sldChg chg="del">
        <pc:chgData name="Mohammed Fasha" userId="cc64f42d-a1a6-4f08-b97b-0c37f877119f" providerId="ADAL" clId="{E5645173-9704-44B4-82F5-EF2938BAEEFE}" dt="2025-04-17T04:46:44.185" v="531" actId="47"/>
        <pc:sldMkLst>
          <pc:docMk/>
          <pc:sldMk cId="2088001872" sldId="291"/>
        </pc:sldMkLst>
      </pc:sldChg>
      <pc:sldChg chg="del">
        <pc:chgData name="Mohammed Fasha" userId="cc64f42d-a1a6-4f08-b97b-0c37f877119f" providerId="ADAL" clId="{E5645173-9704-44B4-82F5-EF2938BAEEFE}" dt="2025-04-17T04:46:44.837" v="532" actId="47"/>
        <pc:sldMkLst>
          <pc:docMk/>
          <pc:sldMk cId="1893373019" sldId="292"/>
        </pc:sldMkLst>
      </pc:sldChg>
      <pc:sldChg chg="del">
        <pc:chgData name="Mohammed Fasha" userId="cc64f42d-a1a6-4f08-b97b-0c37f877119f" providerId="ADAL" clId="{E5645173-9704-44B4-82F5-EF2938BAEEFE}" dt="2025-04-17T04:46:45.546" v="533" actId="47"/>
        <pc:sldMkLst>
          <pc:docMk/>
          <pc:sldMk cId="105675678" sldId="293"/>
        </pc:sldMkLst>
      </pc:sldChg>
      <pc:sldChg chg="del">
        <pc:chgData name="Mohammed Fasha" userId="cc64f42d-a1a6-4f08-b97b-0c37f877119f" providerId="ADAL" clId="{E5645173-9704-44B4-82F5-EF2938BAEEFE}" dt="2025-04-17T04:46:45.853" v="534" actId="47"/>
        <pc:sldMkLst>
          <pc:docMk/>
          <pc:sldMk cId="2028619254" sldId="294"/>
        </pc:sldMkLst>
      </pc:sldChg>
      <pc:sldChg chg="del">
        <pc:chgData name="Mohammed Fasha" userId="cc64f42d-a1a6-4f08-b97b-0c37f877119f" providerId="ADAL" clId="{E5645173-9704-44B4-82F5-EF2938BAEEFE}" dt="2025-04-17T04:46:46.474" v="535" actId="47"/>
        <pc:sldMkLst>
          <pc:docMk/>
          <pc:sldMk cId="1648889151" sldId="296"/>
        </pc:sldMkLst>
      </pc:sldChg>
      <pc:sldChg chg="del">
        <pc:chgData name="Mohammed Fasha" userId="cc64f42d-a1a6-4f08-b97b-0c37f877119f" providerId="ADAL" clId="{E5645173-9704-44B4-82F5-EF2938BAEEFE}" dt="2025-04-17T04:46:47.590" v="537" actId="47"/>
        <pc:sldMkLst>
          <pc:docMk/>
          <pc:sldMk cId="1751924142" sldId="297"/>
        </pc:sldMkLst>
      </pc:sldChg>
      <pc:sldChg chg="del">
        <pc:chgData name="Mohammed Fasha" userId="cc64f42d-a1a6-4f08-b97b-0c37f877119f" providerId="ADAL" clId="{E5645173-9704-44B4-82F5-EF2938BAEEFE}" dt="2025-04-17T04:46:48.021" v="538" actId="47"/>
        <pc:sldMkLst>
          <pc:docMk/>
          <pc:sldMk cId="1359989136" sldId="298"/>
        </pc:sldMkLst>
      </pc:sldChg>
      <pc:sldChg chg="del">
        <pc:chgData name="Mohammed Fasha" userId="cc64f42d-a1a6-4f08-b97b-0c37f877119f" providerId="ADAL" clId="{E5645173-9704-44B4-82F5-EF2938BAEEFE}" dt="2025-04-17T04:46:48.651" v="539" actId="47"/>
        <pc:sldMkLst>
          <pc:docMk/>
          <pc:sldMk cId="1821443450" sldId="299"/>
        </pc:sldMkLst>
      </pc:sldChg>
      <pc:sldChg chg="del">
        <pc:chgData name="Mohammed Fasha" userId="cc64f42d-a1a6-4f08-b97b-0c37f877119f" providerId="ADAL" clId="{E5645173-9704-44B4-82F5-EF2938BAEEFE}" dt="2025-04-17T04:46:49.158" v="540" actId="47"/>
        <pc:sldMkLst>
          <pc:docMk/>
          <pc:sldMk cId="1376231676" sldId="300"/>
        </pc:sldMkLst>
      </pc:sldChg>
      <pc:sldChg chg="del">
        <pc:chgData name="Mohammed Fasha" userId="cc64f42d-a1a6-4f08-b97b-0c37f877119f" providerId="ADAL" clId="{E5645173-9704-44B4-82F5-EF2938BAEEFE}" dt="2025-04-17T04:46:53.636" v="543" actId="47"/>
        <pc:sldMkLst>
          <pc:docMk/>
          <pc:sldMk cId="1620554975" sldId="302"/>
        </pc:sldMkLst>
      </pc:sldChg>
      <pc:sldChg chg="del">
        <pc:chgData name="Mohammed Fasha" userId="cc64f42d-a1a6-4f08-b97b-0c37f877119f" providerId="ADAL" clId="{E5645173-9704-44B4-82F5-EF2938BAEEFE}" dt="2025-04-17T04:46:54.295" v="544" actId="47"/>
        <pc:sldMkLst>
          <pc:docMk/>
          <pc:sldMk cId="2095738023" sldId="303"/>
        </pc:sldMkLst>
      </pc:sldChg>
      <pc:sldChg chg="del">
        <pc:chgData name="Mohammed Fasha" userId="cc64f42d-a1a6-4f08-b97b-0c37f877119f" providerId="ADAL" clId="{E5645173-9704-44B4-82F5-EF2938BAEEFE}" dt="2025-04-17T04:46:55.014" v="545" actId="47"/>
        <pc:sldMkLst>
          <pc:docMk/>
          <pc:sldMk cId="156663359" sldId="304"/>
        </pc:sldMkLst>
      </pc:sldChg>
      <pc:sldChg chg="del">
        <pc:chgData name="Mohammed Fasha" userId="cc64f42d-a1a6-4f08-b97b-0c37f877119f" providerId="ADAL" clId="{E5645173-9704-44B4-82F5-EF2938BAEEFE}" dt="2025-04-17T04:46:51.130" v="541" actId="47"/>
        <pc:sldMkLst>
          <pc:docMk/>
          <pc:sldMk cId="155004230" sldId="305"/>
        </pc:sldMkLst>
      </pc:sldChg>
      <pc:sldChg chg="del">
        <pc:chgData name="Mohammed Fasha" userId="cc64f42d-a1a6-4f08-b97b-0c37f877119f" providerId="ADAL" clId="{E5645173-9704-44B4-82F5-EF2938BAEEFE}" dt="2025-04-17T04:46:51.704" v="542" actId="47"/>
        <pc:sldMkLst>
          <pc:docMk/>
          <pc:sldMk cId="1689879719" sldId="308"/>
        </pc:sldMkLst>
      </pc:sldChg>
      <pc:sldChg chg="del">
        <pc:chgData name="Mohammed Fasha" userId="cc64f42d-a1a6-4f08-b97b-0c37f877119f" providerId="ADAL" clId="{E5645173-9704-44B4-82F5-EF2938BAEEFE}" dt="2025-04-17T04:46:47.095" v="536" actId="47"/>
        <pc:sldMkLst>
          <pc:docMk/>
          <pc:sldMk cId="15685033" sldId="309"/>
        </pc:sldMkLst>
      </pc:sldChg>
      <pc:sldChg chg="del">
        <pc:chgData name="Mohammed Fasha" userId="cc64f42d-a1a6-4f08-b97b-0c37f877119f" providerId="ADAL" clId="{E5645173-9704-44B4-82F5-EF2938BAEEFE}" dt="2025-04-17T04:47:03.566" v="548" actId="47"/>
        <pc:sldMkLst>
          <pc:docMk/>
          <pc:sldMk cId="3478943202" sldId="456"/>
        </pc:sldMkLst>
      </pc:sldChg>
      <pc:sldChg chg="del">
        <pc:chgData name="Mohammed Fasha" userId="cc64f42d-a1a6-4f08-b97b-0c37f877119f" providerId="ADAL" clId="{E5645173-9704-44B4-82F5-EF2938BAEEFE}" dt="2025-04-17T04:47:04.597" v="549" actId="47"/>
        <pc:sldMkLst>
          <pc:docMk/>
          <pc:sldMk cId="4010934078" sldId="457"/>
        </pc:sldMkLst>
      </pc:sldChg>
      <pc:sldChg chg="del">
        <pc:chgData name="Mohammed Fasha" userId="cc64f42d-a1a6-4f08-b97b-0c37f877119f" providerId="ADAL" clId="{E5645173-9704-44B4-82F5-EF2938BAEEFE}" dt="2025-04-17T04:47:07.016" v="550" actId="47"/>
        <pc:sldMkLst>
          <pc:docMk/>
          <pc:sldMk cId="3444919817" sldId="458"/>
        </pc:sldMkLst>
      </pc:sldChg>
      <pc:sldChg chg="del">
        <pc:chgData name="Mohammed Fasha" userId="cc64f42d-a1a6-4f08-b97b-0c37f877119f" providerId="ADAL" clId="{E5645173-9704-44B4-82F5-EF2938BAEEFE}" dt="2025-04-17T04:47:07.686" v="551" actId="47"/>
        <pc:sldMkLst>
          <pc:docMk/>
          <pc:sldMk cId="1614983691" sldId="459"/>
        </pc:sldMkLst>
      </pc:sldChg>
      <pc:sldChg chg="del">
        <pc:chgData name="Mohammed Fasha" userId="cc64f42d-a1a6-4f08-b97b-0c37f877119f" providerId="ADAL" clId="{E5645173-9704-44B4-82F5-EF2938BAEEFE}" dt="2025-04-17T04:47:09.046" v="553" actId="47"/>
        <pc:sldMkLst>
          <pc:docMk/>
          <pc:sldMk cId="128777980" sldId="460"/>
        </pc:sldMkLst>
      </pc:sldChg>
      <pc:sldChg chg="del">
        <pc:chgData name="Mohammed Fasha" userId="cc64f42d-a1a6-4f08-b97b-0c37f877119f" providerId="ADAL" clId="{E5645173-9704-44B4-82F5-EF2938BAEEFE}" dt="2025-04-17T04:47:09.636" v="554" actId="47"/>
        <pc:sldMkLst>
          <pc:docMk/>
          <pc:sldMk cId="1623409718" sldId="461"/>
        </pc:sldMkLst>
      </pc:sldChg>
      <pc:sldChg chg="del">
        <pc:chgData name="Mohammed Fasha" userId="cc64f42d-a1a6-4f08-b97b-0c37f877119f" providerId="ADAL" clId="{E5645173-9704-44B4-82F5-EF2938BAEEFE}" dt="2025-04-17T04:47:08.471" v="552" actId="47"/>
        <pc:sldMkLst>
          <pc:docMk/>
          <pc:sldMk cId="1479590340" sldId="462"/>
        </pc:sldMkLst>
      </pc:sldChg>
      <pc:sldChg chg="del">
        <pc:chgData name="Mohammed Fasha" userId="cc64f42d-a1a6-4f08-b97b-0c37f877119f" providerId="ADAL" clId="{E5645173-9704-44B4-82F5-EF2938BAEEFE}" dt="2025-04-17T04:47:10.163" v="555" actId="47"/>
        <pc:sldMkLst>
          <pc:docMk/>
          <pc:sldMk cId="3692114030" sldId="463"/>
        </pc:sldMkLst>
      </pc:sldChg>
      <pc:sldChg chg="del">
        <pc:chgData name="Mohammed Fasha" userId="cc64f42d-a1a6-4f08-b97b-0c37f877119f" providerId="ADAL" clId="{E5645173-9704-44B4-82F5-EF2938BAEEFE}" dt="2025-04-17T04:47:10.693" v="556" actId="47"/>
        <pc:sldMkLst>
          <pc:docMk/>
          <pc:sldMk cId="397173976" sldId="464"/>
        </pc:sldMkLst>
      </pc:sldChg>
      <pc:sldChg chg="modSp mod">
        <pc:chgData name="Mohammed Fasha" userId="cc64f42d-a1a6-4f08-b97b-0c37f877119f" providerId="ADAL" clId="{E5645173-9704-44B4-82F5-EF2938BAEEFE}" dt="2025-04-17T04:49:30.535" v="584" actId="27636"/>
        <pc:sldMkLst>
          <pc:docMk/>
          <pc:sldMk cId="796753985" sldId="465"/>
        </pc:sldMkLst>
        <pc:spChg chg="mod">
          <ac:chgData name="Mohammed Fasha" userId="cc64f42d-a1a6-4f08-b97b-0c37f877119f" providerId="ADAL" clId="{E5645173-9704-44B4-82F5-EF2938BAEEFE}" dt="2025-04-17T04:49:30.535" v="584" actId="27636"/>
          <ac:spMkLst>
            <pc:docMk/>
            <pc:sldMk cId="796753985" sldId="465"/>
            <ac:spMk id="3" creationId="{56427E08-26DE-4EA2-AAE3-2408B343D535}"/>
          </ac:spMkLst>
        </pc:spChg>
      </pc:sldChg>
      <pc:sldChg chg="modSp mod">
        <pc:chgData name="Mohammed Fasha" userId="cc64f42d-a1a6-4f08-b97b-0c37f877119f" providerId="ADAL" clId="{E5645173-9704-44B4-82F5-EF2938BAEEFE}" dt="2025-04-17T04:49:30.535" v="585" actId="27636"/>
        <pc:sldMkLst>
          <pc:docMk/>
          <pc:sldMk cId="1695077877" sldId="466"/>
        </pc:sldMkLst>
        <pc:spChg chg="mod">
          <ac:chgData name="Mohammed Fasha" userId="cc64f42d-a1a6-4f08-b97b-0c37f877119f" providerId="ADAL" clId="{E5645173-9704-44B4-82F5-EF2938BAEEFE}" dt="2025-04-17T04:49:30.535" v="585" actId="27636"/>
          <ac:spMkLst>
            <pc:docMk/>
            <pc:sldMk cId="1695077877" sldId="466"/>
            <ac:spMk id="3" creationId="{FD18DAE6-F28E-C259-98FC-8602EDFC2114}"/>
          </ac:spMkLst>
        </pc:spChg>
      </pc:sldChg>
      <pc:sldChg chg="modSp mod">
        <pc:chgData name="Mohammed Fasha" userId="cc64f42d-a1a6-4f08-b97b-0c37f877119f" providerId="ADAL" clId="{E5645173-9704-44B4-82F5-EF2938BAEEFE}" dt="2025-04-17T04:49:30.551" v="586" actId="27636"/>
        <pc:sldMkLst>
          <pc:docMk/>
          <pc:sldMk cId="3550307506" sldId="467"/>
        </pc:sldMkLst>
        <pc:spChg chg="mod">
          <ac:chgData name="Mohammed Fasha" userId="cc64f42d-a1a6-4f08-b97b-0c37f877119f" providerId="ADAL" clId="{E5645173-9704-44B4-82F5-EF2938BAEEFE}" dt="2025-04-17T04:49:30.551" v="586" actId="27636"/>
          <ac:spMkLst>
            <pc:docMk/>
            <pc:sldMk cId="3550307506" sldId="467"/>
            <ac:spMk id="3" creationId="{DD609242-B147-7034-7C17-0663FD6176CA}"/>
          </ac:spMkLst>
        </pc:spChg>
      </pc:sldChg>
      <pc:sldChg chg="modSp mod">
        <pc:chgData name="Mohammed Fasha" userId="cc64f42d-a1a6-4f08-b97b-0c37f877119f" providerId="ADAL" clId="{E5645173-9704-44B4-82F5-EF2938BAEEFE}" dt="2025-04-17T04:49:30.551" v="587" actId="27636"/>
        <pc:sldMkLst>
          <pc:docMk/>
          <pc:sldMk cId="1747260327" sldId="469"/>
        </pc:sldMkLst>
        <pc:spChg chg="mod">
          <ac:chgData name="Mohammed Fasha" userId="cc64f42d-a1a6-4f08-b97b-0c37f877119f" providerId="ADAL" clId="{E5645173-9704-44B4-82F5-EF2938BAEEFE}" dt="2025-04-17T04:49:30.551" v="587" actId="27636"/>
          <ac:spMkLst>
            <pc:docMk/>
            <pc:sldMk cId="1747260327" sldId="469"/>
            <ac:spMk id="3" creationId="{8EE7FCE1-636B-3F94-E4A2-3319F58FF48A}"/>
          </ac:spMkLst>
        </pc:spChg>
      </pc:sldChg>
      <pc:sldChg chg="modSp mod">
        <pc:chgData name="Mohammed Fasha" userId="cc64f42d-a1a6-4f08-b97b-0c37f877119f" providerId="ADAL" clId="{E5645173-9704-44B4-82F5-EF2938BAEEFE}" dt="2025-04-17T04:49:30.567" v="588" actId="27636"/>
        <pc:sldMkLst>
          <pc:docMk/>
          <pc:sldMk cId="2869808375" sldId="470"/>
        </pc:sldMkLst>
        <pc:spChg chg="mod">
          <ac:chgData name="Mohammed Fasha" userId="cc64f42d-a1a6-4f08-b97b-0c37f877119f" providerId="ADAL" clId="{E5645173-9704-44B4-82F5-EF2938BAEEFE}" dt="2025-04-17T04:49:30.567" v="588" actId="27636"/>
          <ac:spMkLst>
            <pc:docMk/>
            <pc:sldMk cId="2869808375" sldId="470"/>
            <ac:spMk id="3" creationId="{D8C34584-8AF9-43B1-5A34-00A381AE3FDA}"/>
          </ac:spMkLst>
        </pc:spChg>
      </pc:sldChg>
      <pc:sldChg chg="modSp mod">
        <pc:chgData name="Mohammed Fasha" userId="cc64f42d-a1a6-4f08-b97b-0c37f877119f" providerId="ADAL" clId="{E5645173-9704-44B4-82F5-EF2938BAEEFE}" dt="2025-04-17T04:49:30.567" v="589" actId="27636"/>
        <pc:sldMkLst>
          <pc:docMk/>
          <pc:sldMk cId="3417884614" sldId="471"/>
        </pc:sldMkLst>
        <pc:spChg chg="mod">
          <ac:chgData name="Mohammed Fasha" userId="cc64f42d-a1a6-4f08-b97b-0c37f877119f" providerId="ADAL" clId="{E5645173-9704-44B4-82F5-EF2938BAEEFE}" dt="2025-04-17T04:49:30.567" v="589" actId="27636"/>
          <ac:spMkLst>
            <pc:docMk/>
            <pc:sldMk cId="3417884614" sldId="471"/>
            <ac:spMk id="3" creationId="{ADAFDA4B-07DC-9058-B687-790142336F74}"/>
          </ac:spMkLst>
        </pc:spChg>
      </pc:sldChg>
      <pc:sldChg chg="modSp mod">
        <pc:chgData name="Mohammed Fasha" userId="cc64f42d-a1a6-4f08-b97b-0c37f877119f" providerId="ADAL" clId="{E5645173-9704-44B4-82F5-EF2938BAEEFE}" dt="2025-04-17T04:49:30.583" v="590" actId="27636"/>
        <pc:sldMkLst>
          <pc:docMk/>
          <pc:sldMk cId="3101782170" sldId="472"/>
        </pc:sldMkLst>
        <pc:spChg chg="mod">
          <ac:chgData name="Mohammed Fasha" userId="cc64f42d-a1a6-4f08-b97b-0c37f877119f" providerId="ADAL" clId="{E5645173-9704-44B4-82F5-EF2938BAEEFE}" dt="2025-04-17T04:49:30.583" v="590" actId="27636"/>
          <ac:spMkLst>
            <pc:docMk/>
            <pc:sldMk cId="3101782170" sldId="472"/>
            <ac:spMk id="3" creationId="{AC3E73DA-06FF-F41B-BB7A-1BB45F757883}"/>
          </ac:spMkLst>
        </pc:spChg>
      </pc:sldChg>
      <pc:sldChg chg="modSp mod">
        <pc:chgData name="Mohammed Fasha" userId="cc64f42d-a1a6-4f08-b97b-0c37f877119f" providerId="ADAL" clId="{E5645173-9704-44B4-82F5-EF2938BAEEFE}" dt="2025-04-17T04:49:30.583" v="591" actId="27636"/>
        <pc:sldMkLst>
          <pc:docMk/>
          <pc:sldMk cId="3816827401" sldId="473"/>
        </pc:sldMkLst>
        <pc:spChg chg="mod">
          <ac:chgData name="Mohammed Fasha" userId="cc64f42d-a1a6-4f08-b97b-0c37f877119f" providerId="ADAL" clId="{E5645173-9704-44B4-82F5-EF2938BAEEFE}" dt="2025-04-17T04:49:30.583" v="591" actId="27636"/>
          <ac:spMkLst>
            <pc:docMk/>
            <pc:sldMk cId="3816827401" sldId="473"/>
            <ac:spMk id="3" creationId="{427A656F-6122-A91A-832C-FC7D69911A79}"/>
          </ac:spMkLst>
        </pc:spChg>
      </pc:sldChg>
      <pc:sldChg chg="modSp mod">
        <pc:chgData name="Mohammed Fasha" userId="cc64f42d-a1a6-4f08-b97b-0c37f877119f" providerId="ADAL" clId="{E5645173-9704-44B4-82F5-EF2938BAEEFE}" dt="2025-04-17T04:49:30.648" v="599" actId="27636"/>
        <pc:sldMkLst>
          <pc:docMk/>
          <pc:sldMk cId="1739290896" sldId="474"/>
        </pc:sldMkLst>
        <pc:spChg chg="mod">
          <ac:chgData name="Mohammed Fasha" userId="cc64f42d-a1a6-4f08-b97b-0c37f877119f" providerId="ADAL" clId="{E5645173-9704-44B4-82F5-EF2938BAEEFE}" dt="2025-04-17T04:49:30.648" v="599" actId="27636"/>
          <ac:spMkLst>
            <pc:docMk/>
            <pc:sldMk cId="1739290896" sldId="474"/>
            <ac:spMk id="3" creationId="{FBD91FFB-5239-79A5-8DE2-4D0F2384960B}"/>
          </ac:spMkLst>
        </pc:spChg>
      </pc:sldChg>
      <pc:sldChg chg="modSp mod">
        <pc:chgData name="Mohammed Fasha" userId="cc64f42d-a1a6-4f08-b97b-0c37f877119f" providerId="ADAL" clId="{E5645173-9704-44B4-82F5-EF2938BAEEFE}" dt="2025-04-17T04:49:30.648" v="600" actId="27636"/>
        <pc:sldMkLst>
          <pc:docMk/>
          <pc:sldMk cId="2226513235" sldId="475"/>
        </pc:sldMkLst>
        <pc:spChg chg="mod">
          <ac:chgData name="Mohammed Fasha" userId="cc64f42d-a1a6-4f08-b97b-0c37f877119f" providerId="ADAL" clId="{E5645173-9704-44B4-82F5-EF2938BAEEFE}" dt="2025-04-17T04:49:30.648" v="600" actId="27636"/>
          <ac:spMkLst>
            <pc:docMk/>
            <pc:sldMk cId="2226513235" sldId="475"/>
            <ac:spMk id="3" creationId="{B276A83C-505E-F8FB-4A24-E0E1F05F94EB}"/>
          </ac:spMkLst>
        </pc:spChg>
      </pc:sldChg>
      <pc:sldChg chg="modSp mod">
        <pc:chgData name="Mohammed Fasha" userId="cc64f42d-a1a6-4f08-b97b-0c37f877119f" providerId="ADAL" clId="{E5645173-9704-44B4-82F5-EF2938BAEEFE}" dt="2025-04-17T04:49:30.583" v="592" actId="27636"/>
        <pc:sldMkLst>
          <pc:docMk/>
          <pc:sldMk cId="819841267" sldId="477"/>
        </pc:sldMkLst>
        <pc:spChg chg="mod">
          <ac:chgData name="Mohammed Fasha" userId="cc64f42d-a1a6-4f08-b97b-0c37f877119f" providerId="ADAL" clId="{E5645173-9704-44B4-82F5-EF2938BAEEFE}" dt="2025-04-17T04:49:30.583" v="592" actId="27636"/>
          <ac:spMkLst>
            <pc:docMk/>
            <pc:sldMk cId="819841267" sldId="477"/>
            <ac:spMk id="3" creationId="{A4AEF3D1-EACC-69F1-3ADB-41707183FC4C}"/>
          </ac:spMkLst>
        </pc:spChg>
      </pc:sldChg>
      <pc:sldChg chg="modSp mod">
        <pc:chgData name="Mohammed Fasha" userId="cc64f42d-a1a6-4f08-b97b-0c37f877119f" providerId="ADAL" clId="{E5645173-9704-44B4-82F5-EF2938BAEEFE}" dt="2025-04-17T04:49:30.603" v="593" actId="27636"/>
        <pc:sldMkLst>
          <pc:docMk/>
          <pc:sldMk cId="2214073972" sldId="478"/>
        </pc:sldMkLst>
        <pc:spChg chg="mod">
          <ac:chgData name="Mohammed Fasha" userId="cc64f42d-a1a6-4f08-b97b-0c37f877119f" providerId="ADAL" clId="{E5645173-9704-44B4-82F5-EF2938BAEEFE}" dt="2025-04-17T04:49:30.603" v="593" actId="27636"/>
          <ac:spMkLst>
            <pc:docMk/>
            <pc:sldMk cId="2214073972" sldId="478"/>
            <ac:spMk id="3" creationId="{0E7F3D06-E5AD-1890-2866-8A8797E2FF36}"/>
          </ac:spMkLst>
        </pc:spChg>
      </pc:sldChg>
      <pc:sldChg chg="modSp mod">
        <pc:chgData name="Mohammed Fasha" userId="cc64f42d-a1a6-4f08-b97b-0c37f877119f" providerId="ADAL" clId="{E5645173-9704-44B4-82F5-EF2938BAEEFE}" dt="2025-04-17T04:49:30.611" v="594" actId="27636"/>
        <pc:sldMkLst>
          <pc:docMk/>
          <pc:sldMk cId="3156073132" sldId="479"/>
        </pc:sldMkLst>
        <pc:spChg chg="mod">
          <ac:chgData name="Mohammed Fasha" userId="cc64f42d-a1a6-4f08-b97b-0c37f877119f" providerId="ADAL" clId="{E5645173-9704-44B4-82F5-EF2938BAEEFE}" dt="2025-04-17T04:49:30.611" v="594" actId="27636"/>
          <ac:spMkLst>
            <pc:docMk/>
            <pc:sldMk cId="3156073132" sldId="479"/>
            <ac:spMk id="3" creationId="{FE02CB0B-E3D9-11C8-9EDD-4A08786B9A8F}"/>
          </ac:spMkLst>
        </pc:spChg>
      </pc:sldChg>
      <pc:sldChg chg="modSp mod">
        <pc:chgData name="Mohammed Fasha" userId="cc64f42d-a1a6-4f08-b97b-0c37f877119f" providerId="ADAL" clId="{E5645173-9704-44B4-82F5-EF2938BAEEFE}" dt="2025-04-17T04:49:30.617" v="595" actId="27636"/>
        <pc:sldMkLst>
          <pc:docMk/>
          <pc:sldMk cId="3580460315" sldId="480"/>
        </pc:sldMkLst>
        <pc:spChg chg="mod">
          <ac:chgData name="Mohammed Fasha" userId="cc64f42d-a1a6-4f08-b97b-0c37f877119f" providerId="ADAL" clId="{E5645173-9704-44B4-82F5-EF2938BAEEFE}" dt="2025-04-17T04:49:30.617" v="595" actId="27636"/>
          <ac:spMkLst>
            <pc:docMk/>
            <pc:sldMk cId="3580460315" sldId="480"/>
            <ac:spMk id="3" creationId="{D32D9934-98D2-95AC-E9F9-A2FE333FEA4C}"/>
          </ac:spMkLst>
        </pc:spChg>
      </pc:sldChg>
      <pc:sldChg chg="modSp mod">
        <pc:chgData name="Mohammed Fasha" userId="cc64f42d-a1a6-4f08-b97b-0c37f877119f" providerId="ADAL" clId="{E5645173-9704-44B4-82F5-EF2938BAEEFE}" dt="2025-04-17T04:49:30.617" v="596" actId="27636"/>
        <pc:sldMkLst>
          <pc:docMk/>
          <pc:sldMk cId="1703340959" sldId="481"/>
        </pc:sldMkLst>
        <pc:spChg chg="mod">
          <ac:chgData name="Mohammed Fasha" userId="cc64f42d-a1a6-4f08-b97b-0c37f877119f" providerId="ADAL" clId="{E5645173-9704-44B4-82F5-EF2938BAEEFE}" dt="2025-04-17T04:49:30.617" v="596" actId="27636"/>
          <ac:spMkLst>
            <pc:docMk/>
            <pc:sldMk cId="1703340959" sldId="481"/>
            <ac:spMk id="3" creationId="{19A6C804-4643-A6F8-2FF4-C1A5D7998BDD}"/>
          </ac:spMkLst>
        </pc:spChg>
      </pc:sldChg>
      <pc:sldChg chg="modSp mod">
        <pc:chgData name="Mohammed Fasha" userId="cc64f42d-a1a6-4f08-b97b-0c37f877119f" providerId="ADAL" clId="{E5645173-9704-44B4-82F5-EF2938BAEEFE}" dt="2025-04-17T04:49:30.631" v="597" actId="27636"/>
        <pc:sldMkLst>
          <pc:docMk/>
          <pc:sldMk cId="2888335997" sldId="482"/>
        </pc:sldMkLst>
        <pc:spChg chg="mod">
          <ac:chgData name="Mohammed Fasha" userId="cc64f42d-a1a6-4f08-b97b-0c37f877119f" providerId="ADAL" clId="{E5645173-9704-44B4-82F5-EF2938BAEEFE}" dt="2025-04-17T04:49:30.631" v="597" actId="27636"/>
          <ac:spMkLst>
            <pc:docMk/>
            <pc:sldMk cId="2888335997" sldId="482"/>
            <ac:spMk id="3" creationId="{E1AB60F3-9889-0B3B-91FE-7159F4AFBED4}"/>
          </ac:spMkLst>
        </pc:spChg>
      </pc:sldChg>
      <pc:sldChg chg="modSp mod">
        <pc:chgData name="Mohammed Fasha" userId="cc64f42d-a1a6-4f08-b97b-0c37f877119f" providerId="ADAL" clId="{E5645173-9704-44B4-82F5-EF2938BAEEFE}" dt="2025-04-17T04:49:30.632" v="598" actId="27636"/>
        <pc:sldMkLst>
          <pc:docMk/>
          <pc:sldMk cId="793646111" sldId="483"/>
        </pc:sldMkLst>
        <pc:spChg chg="mod">
          <ac:chgData name="Mohammed Fasha" userId="cc64f42d-a1a6-4f08-b97b-0c37f877119f" providerId="ADAL" clId="{E5645173-9704-44B4-82F5-EF2938BAEEFE}" dt="2025-04-17T04:49:30.632" v="598" actId="27636"/>
          <ac:spMkLst>
            <pc:docMk/>
            <pc:sldMk cId="793646111" sldId="483"/>
            <ac:spMk id="3" creationId="{8DAF7B7D-47B7-0514-7C8E-D12B0CA18ECF}"/>
          </ac:spMkLst>
        </pc:spChg>
      </pc:sldChg>
      <pc:sldChg chg="modSp mod">
        <pc:chgData name="Mohammed Fasha" userId="cc64f42d-a1a6-4f08-b97b-0c37f877119f" providerId="ADAL" clId="{E5645173-9704-44B4-82F5-EF2938BAEEFE}" dt="2025-04-17T04:49:30.662" v="601" actId="27636"/>
        <pc:sldMkLst>
          <pc:docMk/>
          <pc:sldMk cId="603445561" sldId="486"/>
        </pc:sldMkLst>
        <pc:spChg chg="mod">
          <ac:chgData name="Mohammed Fasha" userId="cc64f42d-a1a6-4f08-b97b-0c37f877119f" providerId="ADAL" clId="{E5645173-9704-44B4-82F5-EF2938BAEEFE}" dt="2025-04-17T04:49:30.662" v="601" actId="27636"/>
          <ac:spMkLst>
            <pc:docMk/>
            <pc:sldMk cId="603445561" sldId="486"/>
            <ac:spMk id="3" creationId="{311D3883-2BB9-D68A-3C11-A7E630CF1344}"/>
          </ac:spMkLst>
        </pc:spChg>
      </pc:sldChg>
      <pc:sldChg chg="del">
        <pc:chgData name="Mohammed Fasha" userId="cc64f42d-a1a6-4f08-b97b-0c37f877119f" providerId="ADAL" clId="{E5645173-9704-44B4-82F5-EF2938BAEEFE}" dt="2025-04-17T04:47:40.041" v="558" actId="47"/>
        <pc:sldMkLst>
          <pc:docMk/>
          <pc:sldMk cId="606504269" sldId="487"/>
        </pc:sldMkLst>
      </pc:sldChg>
      <pc:sldChg chg="del">
        <pc:chgData name="Mohammed Fasha" userId="cc64f42d-a1a6-4f08-b97b-0c37f877119f" providerId="ADAL" clId="{E5645173-9704-44B4-82F5-EF2938BAEEFE}" dt="2025-04-17T04:47:40.181" v="559" actId="47"/>
        <pc:sldMkLst>
          <pc:docMk/>
          <pc:sldMk cId="1776267863" sldId="488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97648898" sldId="489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906636920" sldId="490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378929050" sldId="491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1449280576" sldId="492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2641167175" sldId="493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3291232176" sldId="494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2356947773" sldId="495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2398702597" sldId="496"/>
        </pc:sldMkLst>
      </pc:sldChg>
      <pc:sldChg chg="del">
        <pc:chgData name="Mohammed Fasha" userId="cc64f42d-a1a6-4f08-b97b-0c37f877119f" providerId="ADAL" clId="{E5645173-9704-44B4-82F5-EF2938BAEEFE}" dt="2025-04-17T04:47:37.489" v="557" actId="47"/>
        <pc:sldMkLst>
          <pc:docMk/>
          <pc:sldMk cId="2455483949" sldId="497"/>
        </pc:sldMkLst>
      </pc:sldChg>
      <pc:sldChg chg="del">
        <pc:chgData name="Mohammed Fasha" userId="cc64f42d-a1a6-4f08-b97b-0c37f877119f" providerId="ADAL" clId="{E5645173-9704-44B4-82F5-EF2938BAEEFE}" dt="2025-04-17T04:47:00.039" v="547" actId="47"/>
        <pc:sldMkLst>
          <pc:docMk/>
          <pc:sldMk cId="3608258295" sldId="498"/>
        </pc:sldMkLst>
      </pc:sldChg>
      <pc:sldChg chg="modSp mod">
        <pc:chgData name="Mohammed Fasha" userId="cc64f42d-a1a6-4f08-b97b-0c37f877119f" providerId="ADAL" clId="{E5645173-9704-44B4-82F5-EF2938BAEEFE}" dt="2025-04-17T04:49:30.487" v="580" actId="27636"/>
        <pc:sldMkLst>
          <pc:docMk/>
          <pc:sldMk cId="457051995" sldId="519"/>
        </pc:sldMkLst>
        <pc:spChg chg="mod">
          <ac:chgData name="Mohammed Fasha" userId="cc64f42d-a1a6-4f08-b97b-0c37f877119f" providerId="ADAL" clId="{E5645173-9704-44B4-82F5-EF2938BAEEFE}" dt="2025-04-17T04:49:30.487" v="580" actId="27636"/>
          <ac:spMkLst>
            <pc:docMk/>
            <pc:sldMk cId="457051995" sldId="519"/>
            <ac:spMk id="3" creationId="{36DAAF18-EF8F-EF3B-EC26-A6DD77CB63EC}"/>
          </ac:spMkLst>
        </pc:spChg>
      </pc:sldChg>
      <pc:sldChg chg="modSp mod">
        <pc:chgData name="Mohammed Fasha" userId="cc64f42d-a1a6-4f08-b97b-0c37f877119f" providerId="ADAL" clId="{E5645173-9704-44B4-82F5-EF2938BAEEFE}" dt="2025-04-17T04:49:30.503" v="581" actId="27636"/>
        <pc:sldMkLst>
          <pc:docMk/>
          <pc:sldMk cId="737582577" sldId="521"/>
        </pc:sldMkLst>
        <pc:spChg chg="mod">
          <ac:chgData name="Mohammed Fasha" userId="cc64f42d-a1a6-4f08-b97b-0c37f877119f" providerId="ADAL" clId="{E5645173-9704-44B4-82F5-EF2938BAEEFE}" dt="2025-04-17T04:49:30.503" v="581" actId="27636"/>
          <ac:spMkLst>
            <pc:docMk/>
            <pc:sldMk cId="737582577" sldId="521"/>
            <ac:spMk id="3" creationId="{770A7C21-6D02-B7DF-767E-E64352F45247}"/>
          </ac:spMkLst>
        </pc:spChg>
      </pc:sldChg>
      <pc:sldChg chg="modSp mod">
        <pc:chgData name="Mohammed Fasha" userId="cc64f42d-a1a6-4f08-b97b-0c37f877119f" providerId="ADAL" clId="{E5645173-9704-44B4-82F5-EF2938BAEEFE}" dt="2025-04-17T04:49:30.503" v="582" actId="27636"/>
        <pc:sldMkLst>
          <pc:docMk/>
          <pc:sldMk cId="1941358278" sldId="522"/>
        </pc:sldMkLst>
        <pc:spChg chg="mod">
          <ac:chgData name="Mohammed Fasha" userId="cc64f42d-a1a6-4f08-b97b-0c37f877119f" providerId="ADAL" clId="{E5645173-9704-44B4-82F5-EF2938BAEEFE}" dt="2025-04-17T04:49:30.503" v="582" actId="27636"/>
          <ac:spMkLst>
            <pc:docMk/>
            <pc:sldMk cId="1941358278" sldId="522"/>
            <ac:spMk id="3" creationId="{83BE0D35-F5BE-5721-912E-D6942DC23075}"/>
          </ac:spMkLst>
        </pc:spChg>
      </pc:sldChg>
      <pc:sldChg chg="modSp mod">
        <pc:chgData name="Mohammed Fasha" userId="cc64f42d-a1a6-4f08-b97b-0c37f877119f" providerId="ADAL" clId="{E5645173-9704-44B4-82F5-EF2938BAEEFE}" dt="2025-04-17T04:49:30.519" v="583" actId="27636"/>
        <pc:sldMkLst>
          <pc:docMk/>
          <pc:sldMk cId="2399225158" sldId="523"/>
        </pc:sldMkLst>
        <pc:spChg chg="mod">
          <ac:chgData name="Mohammed Fasha" userId="cc64f42d-a1a6-4f08-b97b-0c37f877119f" providerId="ADAL" clId="{E5645173-9704-44B4-82F5-EF2938BAEEFE}" dt="2025-04-17T04:49:30.519" v="583" actId="27636"/>
          <ac:spMkLst>
            <pc:docMk/>
            <pc:sldMk cId="2399225158" sldId="523"/>
            <ac:spMk id="7" creationId="{CB06B31B-619A-A1D9-FE73-ACF05C08B9EA}"/>
          </ac:spMkLst>
        </pc:spChg>
      </pc:sldChg>
      <pc:sldChg chg="del">
        <pc:chgData name="Mohammed Fasha" userId="cc64f42d-a1a6-4f08-b97b-0c37f877119f" providerId="ADAL" clId="{E5645173-9704-44B4-82F5-EF2938BAEEFE}" dt="2025-04-17T04:46:36.270" v="523" actId="47"/>
        <pc:sldMkLst>
          <pc:docMk/>
          <pc:sldMk cId="3026790438" sldId="524"/>
        </pc:sldMkLst>
      </pc:sldChg>
      <pc:sldChg chg="del">
        <pc:chgData name="Mohammed Fasha" userId="cc64f42d-a1a6-4f08-b97b-0c37f877119f" providerId="ADAL" clId="{E5645173-9704-44B4-82F5-EF2938BAEEFE}" dt="2025-04-17T04:46:37.101" v="524" actId="47"/>
        <pc:sldMkLst>
          <pc:docMk/>
          <pc:sldMk cId="559781770" sldId="525"/>
        </pc:sldMkLst>
      </pc:sldChg>
      <pc:sldChg chg="del">
        <pc:chgData name="Mohammed Fasha" userId="cc64f42d-a1a6-4f08-b97b-0c37f877119f" providerId="ADAL" clId="{E5645173-9704-44B4-82F5-EF2938BAEEFE}" dt="2025-04-17T04:46:37.863" v="525" actId="47"/>
        <pc:sldMkLst>
          <pc:docMk/>
          <pc:sldMk cId="1438401834" sldId="526"/>
        </pc:sldMkLst>
      </pc:sldChg>
      <pc:sldChg chg="del">
        <pc:chgData name="Mohammed Fasha" userId="cc64f42d-a1a6-4f08-b97b-0c37f877119f" providerId="ADAL" clId="{E5645173-9704-44B4-82F5-EF2938BAEEFE}" dt="2025-04-17T04:46:40.038" v="526" actId="47"/>
        <pc:sldMkLst>
          <pc:docMk/>
          <pc:sldMk cId="3259240421" sldId="527"/>
        </pc:sldMkLst>
      </pc:sldChg>
      <pc:sldChg chg="del">
        <pc:chgData name="Mohammed Fasha" userId="cc64f42d-a1a6-4f08-b97b-0c37f877119f" providerId="ADAL" clId="{E5645173-9704-44B4-82F5-EF2938BAEEFE}" dt="2025-04-17T04:46:41.145" v="527" actId="47"/>
        <pc:sldMkLst>
          <pc:docMk/>
          <pc:sldMk cId="2736460752" sldId="528"/>
        </pc:sldMkLst>
      </pc:sldChg>
      <pc:sldChg chg="del">
        <pc:chgData name="Mohammed Fasha" userId="cc64f42d-a1a6-4f08-b97b-0c37f877119f" providerId="ADAL" clId="{E5645173-9704-44B4-82F5-EF2938BAEEFE}" dt="2025-04-17T04:46:41.729" v="528" actId="47"/>
        <pc:sldMkLst>
          <pc:docMk/>
          <pc:sldMk cId="3313801511" sldId="529"/>
        </pc:sldMkLst>
      </pc:sldChg>
      <pc:sldChg chg="delSp modSp mod">
        <pc:chgData name="Mohammed Fasha" userId="cc64f42d-a1a6-4f08-b97b-0c37f877119f" providerId="ADAL" clId="{E5645173-9704-44B4-82F5-EF2938BAEEFE}" dt="2025-04-17T04:59:27.621" v="714" actId="478"/>
        <pc:sldMkLst>
          <pc:docMk/>
          <pc:sldMk cId="2050784581" sldId="535"/>
        </pc:sldMkLst>
        <pc:spChg chg="mod">
          <ac:chgData name="Mohammed Fasha" userId="cc64f42d-a1a6-4f08-b97b-0c37f877119f" providerId="ADAL" clId="{E5645173-9704-44B4-82F5-EF2938BAEEFE}" dt="2025-04-17T04:31:59.437" v="415" actId="20577"/>
          <ac:spMkLst>
            <pc:docMk/>
            <pc:sldMk cId="2050784581" sldId="535"/>
            <ac:spMk id="2" creationId="{9AC755F2-9404-F12A-FA8F-0795319AD030}"/>
          </ac:spMkLst>
        </pc:spChg>
        <pc:picChg chg="del">
          <ac:chgData name="Mohammed Fasha" userId="cc64f42d-a1a6-4f08-b97b-0c37f877119f" providerId="ADAL" clId="{E5645173-9704-44B4-82F5-EF2938BAEEFE}" dt="2025-04-17T04:59:27.621" v="714" actId="478"/>
          <ac:picMkLst>
            <pc:docMk/>
            <pc:sldMk cId="2050784581" sldId="535"/>
            <ac:picMk id="6" creationId="{87387D1D-1AA9-EA47-F9E0-B5509D9C1DE4}"/>
          </ac:picMkLst>
        </pc:picChg>
      </pc:sldChg>
      <pc:sldChg chg="ord">
        <pc:chgData name="Mohammed Fasha" userId="cc64f42d-a1a6-4f08-b97b-0c37f877119f" providerId="ADAL" clId="{E5645173-9704-44B4-82F5-EF2938BAEEFE}" dt="2025-04-16T20:16:01.310" v="10"/>
        <pc:sldMkLst>
          <pc:docMk/>
          <pc:sldMk cId="2766696385" sldId="536"/>
        </pc:sldMkLst>
      </pc:sldChg>
      <pc:sldChg chg="modSp mod">
        <pc:chgData name="Mohammed Fasha" userId="cc64f42d-a1a6-4f08-b97b-0c37f877119f" providerId="ADAL" clId="{E5645173-9704-44B4-82F5-EF2938BAEEFE}" dt="2025-04-17T04:49:30.423" v="573" actId="27636"/>
        <pc:sldMkLst>
          <pc:docMk/>
          <pc:sldMk cId="3880447943" sldId="545"/>
        </pc:sldMkLst>
        <pc:spChg chg="mod">
          <ac:chgData name="Mohammed Fasha" userId="cc64f42d-a1a6-4f08-b97b-0c37f877119f" providerId="ADAL" clId="{E5645173-9704-44B4-82F5-EF2938BAEEFE}" dt="2025-04-17T04:49:30.423" v="573" actId="27636"/>
          <ac:spMkLst>
            <pc:docMk/>
            <pc:sldMk cId="3880447943" sldId="545"/>
            <ac:spMk id="3" creationId="{37993580-9B0C-6C26-508D-1415E973E6A1}"/>
          </ac:spMkLst>
        </pc:spChg>
      </pc:sldChg>
      <pc:sldChg chg="modSp mod">
        <pc:chgData name="Mohammed Fasha" userId="cc64f42d-a1a6-4f08-b97b-0c37f877119f" providerId="ADAL" clId="{E5645173-9704-44B4-82F5-EF2938BAEEFE}" dt="2025-04-17T04:49:30.455" v="574" actId="27636"/>
        <pc:sldMkLst>
          <pc:docMk/>
          <pc:sldMk cId="348832527" sldId="551"/>
        </pc:sldMkLst>
        <pc:spChg chg="mod">
          <ac:chgData name="Mohammed Fasha" userId="cc64f42d-a1a6-4f08-b97b-0c37f877119f" providerId="ADAL" clId="{E5645173-9704-44B4-82F5-EF2938BAEEFE}" dt="2025-04-17T04:49:30.455" v="574" actId="27636"/>
          <ac:spMkLst>
            <pc:docMk/>
            <pc:sldMk cId="348832527" sldId="551"/>
            <ac:spMk id="3" creationId="{A592CECB-8662-A4D3-9293-C0121E811FED}"/>
          </ac:spMkLst>
        </pc:spChg>
      </pc:sldChg>
      <pc:sldChg chg="modSp mod">
        <pc:chgData name="Mohammed Fasha" userId="cc64f42d-a1a6-4f08-b97b-0c37f877119f" providerId="ADAL" clId="{E5645173-9704-44B4-82F5-EF2938BAEEFE}" dt="2025-04-17T04:49:30.455" v="575" actId="27636"/>
        <pc:sldMkLst>
          <pc:docMk/>
          <pc:sldMk cId="1144112729" sldId="553"/>
        </pc:sldMkLst>
        <pc:spChg chg="mod">
          <ac:chgData name="Mohammed Fasha" userId="cc64f42d-a1a6-4f08-b97b-0c37f877119f" providerId="ADAL" clId="{E5645173-9704-44B4-82F5-EF2938BAEEFE}" dt="2025-04-17T04:49:30.455" v="575" actId="27636"/>
          <ac:spMkLst>
            <pc:docMk/>
            <pc:sldMk cId="1144112729" sldId="553"/>
            <ac:spMk id="3" creationId="{411F906E-2077-670F-F1B7-61EC350DB990}"/>
          </ac:spMkLst>
        </pc:spChg>
      </pc:sldChg>
      <pc:sldChg chg="modSp mod">
        <pc:chgData name="Mohammed Fasha" userId="cc64f42d-a1a6-4f08-b97b-0c37f877119f" providerId="ADAL" clId="{E5645173-9704-44B4-82F5-EF2938BAEEFE}" dt="2025-04-17T04:49:30.455" v="576" actId="27636"/>
        <pc:sldMkLst>
          <pc:docMk/>
          <pc:sldMk cId="2594727727" sldId="555"/>
        </pc:sldMkLst>
        <pc:spChg chg="mod">
          <ac:chgData name="Mohammed Fasha" userId="cc64f42d-a1a6-4f08-b97b-0c37f877119f" providerId="ADAL" clId="{E5645173-9704-44B4-82F5-EF2938BAEEFE}" dt="2025-04-17T04:49:30.455" v="576" actId="27636"/>
          <ac:spMkLst>
            <pc:docMk/>
            <pc:sldMk cId="2594727727" sldId="555"/>
            <ac:spMk id="3" creationId="{F2BED763-A0A8-5732-8758-7FD0E4F9D426}"/>
          </ac:spMkLst>
        </pc:spChg>
      </pc:sldChg>
      <pc:sldChg chg="modSp mod">
        <pc:chgData name="Mohammed Fasha" userId="cc64f42d-a1a6-4f08-b97b-0c37f877119f" providerId="ADAL" clId="{E5645173-9704-44B4-82F5-EF2938BAEEFE}" dt="2025-04-17T04:49:30.471" v="577" actId="27636"/>
        <pc:sldMkLst>
          <pc:docMk/>
          <pc:sldMk cId="2842851281" sldId="556"/>
        </pc:sldMkLst>
        <pc:spChg chg="mod">
          <ac:chgData name="Mohammed Fasha" userId="cc64f42d-a1a6-4f08-b97b-0c37f877119f" providerId="ADAL" clId="{E5645173-9704-44B4-82F5-EF2938BAEEFE}" dt="2025-04-17T04:49:30.471" v="577" actId="27636"/>
          <ac:spMkLst>
            <pc:docMk/>
            <pc:sldMk cId="2842851281" sldId="556"/>
            <ac:spMk id="3" creationId="{9B51F95D-5599-9D1A-17E3-049E587B0402}"/>
          </ac:spMkLst>
        </pc:spChg>
      </pc:sldChg>
      <pc:sldChg chg="modSp mod">
        <pc:chgData name="Mohammed Fasha" userId="cc64f42d-a1a6-4f08-b97b-0c37f877119f" providerId="ADAL" clId="{E5645173-9704-44B4-82F5-EF2938BAEEFE}" dt="2025-04-17T04:49:30.471" v="578" actId="27636"/>
        <pc:sldMkLst>
          <pc:docMk/>
          <pc:sldMk cId="395748561" sldId="557"/>
        </pc:sldMkLst>
        <pc:spChg chg="mod">
          <ac:chgData name="Mohammed Fasha" userId="cc64f42d-a1a6-4f08-b97b-0c37f877119f" providerId="ADAL" clId="{E5645173-9704-44B4-82F5-EF2938BAEEFE}" dt="2025-04-17T04:49:30.471" v="578" actId="27636"/>
          <ac:spMkLst>
            <pc:docMk/>
            <pc:sldMk cId="395748561" sldId="557"/>
            <ac:spMk id="3" creationId="{F5393F2B-7C45-0710-E1FA-4562BC905689}"/>
          </ac:spMkLst>
        </pc:spChg>
      </pc:sldChg>
      <pc:sldChg chg="modSp mod">
        <pc:chgData name="Mohammed Fasha" userId="cc64f42d-a1a6-4f08-b97b-0c37f877119f" providerId="ADAL" clId="{E5645173-9704-44B4-82F5-EF2938BAEEFE}" dt="2025-04-17T04:49:30.471" v="579" actId="27636"/>
        <pc:sldMkLst>
          <pc:docMk/>
          <pc:sldMk cId="1898826015" sldId="558"/>
        </pc:sldMkLst>
        <pc:spChg chg="mod">
          <ac:chgData name="Mohammed Fasha" userId="cc64f42d-a1a6-4f08-b97b-0c37f877119f" providerId="ADAL" clId="{E5645173-9704-44B4-82F5-EF2938BAEEFE}" dt="2025-04-17T04:49:30.471" v="579" actId="27636"/>
          <ac:spMkLst>
            <pc:docMk/>
            <pc:sldMk cId="1898826015" sldId="558"/>
            <ac:spMk id="3" creationId="{3BA454D4-9812-1209-CD60-8EB223E38EEF}"/>
          </ac:spMkLst>
        </pc:spChg>
      </pc:sldChg>
      <pc:sldChg chg="modSp new mod">
        <pc:chgData name="Mohammed Fasha" userId="cc64f42d-a1a6-4f08-b97b-0c37f877119f" providerId="ADAL" clId="{E5645173-9704-44B4-82F5-EF2938BAEEFE}" dt="2025-04-17T04:23:36.857" v="361" actId="113"/>
        <pc:sldMkLst>
          <pc:docMk/>
          <pc:sldMk cId="620158495" sldId="559"/>
        </pc:sldMkLst>
        <pc:spChg chg="mod">
          <ac:chgData name="Mohammed Fasha" userId="cc64f42d-a1a6-4f08-b97b-0c37f877119f" providerId="ADAL" clId="{E5645173-9704-44B4-82F5-EF2938BAEEFE}" dt="2025-04-17T04:23:36.857" v="361" actId="113"/>
          <ac:spMkLst>
            <pc:docMk/>
            <pc:sldMk cId="620158495" sldId="559"/>
            <ac:spMk id="2" creationId="{74671EA9-6800-A779-6A5D-F9277B9697C4}"/>
          </ac:spMkLst>
        </pc:spChg>
        <pc:spChg chg="mod">
          <ac:chgData name="Mohammed Fasha" userId="cc64f42d-a1a6-4f08-b97b-0c37f877119f" providerId="ADAL" clId="{E5645173-9704-44B4-82F5-EF2938BAEEFE}" dt="2025-04-16T20:16:12.769" v="16" actId="21"/>
          <ac:spMkLst>
            <pc:docMk/>
            <pc:sldMk cId="620158495" sldId="559"/>
            <ac:spMk id="3" creationId="{8E94B1F8-E09A-B991-5EB3-CCEFE898BE46}"/>
          </ac:spMkLst>
        </pc:spChg>
      </pc:sldChg>
      <pc:sldChg chg="new del">
        <pc:chgData name="Mohammed Fasha" userId="cc64f42d-a1a6-4f08-b97b-0c37f877119f" providerId="ADAL" clId="{E5645173-9704-44B4-82F5-EF2938BAEEFE}" dt="2025-04-16T20:15:55.607" v="4" actId="47"/>
        <pc:sldMkLst>
          <pc:docMk/>
          <pc:sldMk cId="2164543370" sldId="559"/>
        </pc:sldMkLst>
      </pc:sldChg>
      <pc:sldChg chg="add del">
        <pc:chgData name="Mohammed Fasha" userId="cc64f42d-a1a6-4f08-b97b-0c37f877119f" providerId="ADAL" clId="{E5645173-9704-44B4-82F5-EF2938BAEEFE}" dt="2025-04-16T20:15:56.029" v="5" actId="47"/>
        <pc:sldMkLst>
          <pc:docMk/>
          <pc:sldMk cId="834758275" sldId="560"/>
        </pc:sldMkLst>
      </pc:sldChg>
      <pc:sldChg chg="addSp delSp modSp new mod">
        <pc:chgData name="Mohammed Fasha" userId="cc64f42d-a1a6-4f08-b97b-0c37f877119f" providerId="ADAL" clId="{E5645173-9704-44B4-82F5-EF2938BAEEFE}" dt="2025-04-17T04:11:58.369" v="302" actId="1076"/>
        <pc:sldMkLst>
          <pc:docMk/>
          <pc:sldMk cId="3039349227" sldId="560"/>
        </pc:sldMkLst>
        <pc:spChg chg="mod">
          <ac:chgData name="Mohammed Fasha" userId="cc64f42d-a1a6-4f08-b97b-0c37f877119f" providerId="ADAL" clId="{E5645173-9704-44B4-82F5-EF2938BAEEFE}" dt="2025-04-16T20:33:05.628" v="222" actId="20577"/>
          <ac:spMkLst>
            <pc:docMk/>
            <pc:sldMk cId="3039349227" sldId="560"/>
            <ac:spMk id="2" creationId="{E9380A3D-D120-514F-9B2D-89B90F76FEFD}"/>
          </ac:spMkLst>
        </pc:spChg>
        <pc:spChg chg="add del mod">
          <ac:chgData name="Mohammed Fasha" userId="cc64f42d-a1a6-4f08-b97b-0c37f877119f" providerId="ADAL" clId="{E5645173-9704-44B4-82F5-EF2938BAEEFE}" dt="2025-04-16T20:18:13.432" v="37" actId="20577"/>
          <ac:spMkLst>
            <pc:docMk/>
            <pc:sldMk cId="3039349227" sldId="560"/>
            <ac:spMk id="3" creationId="{B52B3371-C3ED-8EC5-B53E-FAF94CE2E4E5}"/>
          </ac:spMkLst>
        </pc:spChg>
        <pc:spChg chg="add mod">
          <ac:chgData name="Mohammed Fasha" userId="cc64f42d-a1a6-4f08-b97b-0c37f877119f" providerId="ADAL" clId="{E5645173-9704-44B4-82F5-EF2938BAEEFE}" dt="2025-04-16T20:17:35.291" v="30"/>
          <ac:spMkLst>
            <pc:docMk/>
            <pc:sldMk cId="3039349227" sldId="560"/>
            <ac:spMk id="6" creationId="{8F06D7FA-7D1A-6B3B-AE0D-F17FD228F73E}"/>
          </ac:spMkLst>
        </pc:spChg>
        <pc:spChg chg="add mod">
          <ac:chgData name="Mohammed Fasha" userId="cc64f42d-a1a6-4f08-b97b-0c37f877119f" providerId="ADAL" clId="{E5645173-9704-44B4-82F5-EF2938BAEEFE}" dt="2025-04-16T20:17:52.666" v="32"/>
          <ac:spMkLst>
            <pc:docMk/>
            <pc:sldMk cId="3039349227" sldId="560"/>
            <ac:spMk id="7" creationId="{2DBC38D3-BAB1-E87D-559D-ACC847AE8923}"/>
          </ac:spMkLst>
        </pc:spChg>
        <pc:picChg chg="add mod">
          <ac:chgData name="Mohammed Fasha" userId="cc64f42d-a1a6-4f08-b97b-0c37f877119f" providerId="ADAL" clId="{E5645173-9704-44B4-82F5-EF2938BAEEFE}" dt="2025-04-17T04:11:58.369" v="302" actId="1076"/>
          <ac:picMkLst>
            <pc:docMk/>
            <pc:sldMk cId="3039349227" sldId="560"/>
            <ac:picMk id="5" creationId="{37A58265-11F2-A1C4-4B69-5B0879A3AE81}"/>
          </ac:picMkLst>
        </pc:picChg>
        <pc:picChg chg="add del mod">
          <ac:chgData name="Mohammed Fasha" userId="cc64f42d-a1a6-4f08-b97b-0c37f877119f" providerId="ADAL" clId="{E5645173-9704-44B4-82F5-EF2938BAEEFE}" dt="2025-04-16T20:16:59.287" v="23" actId="478"/>
          <ac:picMkLst>
            <pc:docMk/>
            <pc:sldMk cId="3039349227" sldId="560"/>
            <ac:picMk id="5" creationId="{CB95FB29-72C7-5190-910C-BE68E15F74B9}"/>
          </ac:picMkLst>
        </pc:picChg>
        <pc:picChg chg="add del mod">
          <ac:chgData name="Mohammed Fasha" userId="cc64f42d-a1a6-4f08-b97b-0c37f877119f" providerId="ADAL" clId="{E5645173-9704-44B4-82F5-EF2938BAEEFE}" dt="2025-04-17T04:11:57.190" v="301" actId="1076"/>
          <ac:picMkLst>
            <pc:docMk/>
            <pc:sldMk cId="3039349227" sldId="560"/>
            <ac:picMk id="1026" creationId="{5EBA2621-5E26-0F62-9C3C-FDB82B04E3E8}"/>
          </ac:picMkLst>
        </pc:picChg>
      </pc:sldChg>
      <pc:sldChg chg="add del">
        <pc:chgData name="Mohammed Fasha" userId="cc64f42d-a1a6-4f08-b97b-0c37f877119f" providerId="ADAL" clId="{E5645173-9704-44B4-82F5-EF2938BAEEFE}" dt="2025-04-16T20:15:56.431" v="6" actId="47"/>
        <pc:sldMkLst>
          <pc:docMk/>
          <pc:sldMk cId="240737738" sldId="561"/>
        </pc:sldMkLst>
      </pc:sldChg>
      <pc:sldChg chg="addSp delSp modSp new mod">
        <pc:chgData name="Mohammed Fasha" userId="cc64f42d-a1a6-4f08-b97b-0c37f877119f" providerId="ADAL" clId="{E5645173-9704-44B4-82F5-EF2938BAEEFE}" dt="2025-04-17T04:23:40.864" v="362" actId="113"/>
        <pc:sldMkLst>
          <pc:docMk/>
          <pc:sldMk cId="2646991478" sldId="561"/>
        </pc:sldMkLst>
        <pc:spChg chg="mod">
          <ac:chgData name="Mohammed Fasha" userId="cc64f42d-a1a6-4f08-b97b-0c37f877119f" providerId="ADAL" clId="{E5645173-9704-44B4-82F5-EF2938BAEEFE}" dt="2025-04-17T04:23:40.864" v="362" actId="113"/>
          <ac:spMkLst>
            <pc:docMk/>
            <pc:sldMk cId="2646991478" sldId="561"/>
            <ac:spMk id="2" creationId="{C44E34CB-8EB6-22FA-6669-06785C6907EF}"/>
          </ac:spMkLst>
        </pc:spChg>
        <pc:spChg chg="add del mod">
          <ac:chgData name="Mohammed Fasha" userId="cc64f42d-a1a6-4f08-b97b-0c37f877119f" providerId="ADAL" clId="{E5645173-9704-44B4-82F5-EF2938BAEEFE}" dt="2025-04-17T03:56:50.330" v="236" actId="14100"/>
          <ac:spMkLst>
            <pc:docMk/>
            <pc:sldMk cId="2646991478" sldId="561"/>
            <ac:spMk id="3" creationId="{10B8A2BE-2162-FDC2-BA16-DED29B3DFEA1}"/>
          </ac:spMkLst>
        </pc:spChg>
        <pc:spChg chg="add mod">
          <ac:chgData name="Mohammed Fasha" userId="cc64f42d-a1a6-4f08-b97b-0c37f877119f" providerId="ADAL" clId="{E5645173-9704-44B4-82F5-EF2938BAEEFE}" dt="2025-04-16T20:18:23.447" v="39"/>
          <ac:spMkLst>
            <pc:docMk/>
            <pc:sldMk cId="2646991478" sldId="561"/>
            <ac:spMk id="4" creationId="{DC7328B3-336D-7201-94A6-B04562817E85}"/>
          </ac:spMkLst>
        </pc:spChg>
        <pc:picChg chg="add mod">
          <ac:chgData name="Mohammed Fasha" userId="cc64f42d-a1a6-4f08-b97b-0c37f877119f" providerId="ADAL" clId="{E5645173-9704-44B4-82F5-EF2938BAEEFE}" dt="2025-04-17T04:05:29.819" v="300" actId="1076"/>
          <ac:picMkLst>
            <pc:docMk/>
            <pc:sldMk cId="2646991478" sldId="561"/>
            <ac:picMk id="5" creationId="{0B865890-2B78-E42F-6218-AC5EDEE5355C}"/>
          </ac:picMkLst>
        </pc:picChg>
        <pc:picChg chg="add mod">
          <ac:chgData name="Mohammed Fasha" userId="cc64f42d-a1a6-4f08-b97b-0c37f877119f" providerId="ADAL" clId="{E5645173-9704-44B4-82F5-EF2938BAEEFE}" dt="2025-04-17T04:05:28.267" v="298" actId="1076"/>
          <ac:picMkLst>
            <pc:docMk/>
            <pc:sldMk cId="2646991478" sldId="561"/>
            <ac:picMk id="5122" creationId="{267A7B75-3A1F-B9A9-C22E-582C6A18792E}"/>
          </ac:picMkLst>
        </pc:picChg>
      </pc:sldChg>
      <pc:sldChg chg="addSp modSp new mod">
        <pc:chgData name="Mohammed Fasha" userId="cc64f42d-a1a6-4f08-b97b-0c37f877119f" providerId="ADAL" clId="{E5645173-9704-44B4-82F5-EF2938BAEEFE}" dt="2025-04-17T04:16:56.273" v="350" actId="21"/>
        <pc:sldMkLst>
          <pc:docMk/>
          <pc:sldMk cId="1771442552" sldId="562"/>
        </pc:sldMkLst>
        <pc:spChg chg="mod">
          <ac:chgData name="Mohammed Fasha" userId="cc64f42d-a1a6-4f08-b97b-0c37f877119f" providerId="ADAL" clId="{E5645173-9704-44B4-82F5-EF2938BAEEFE}" dt="2025-04-17T04:16:56.273" v="350" actId="21"/>
          <ac:spMkLst>
            <pc:docMk/>
            <pc:sldMk cId="1771442552" sldId="562"/>
            <ac:spMk id="2" creationId="{895D245B-67C7-DBAB-A609-FC08FD7CC7E9}"/>
          </ac:spMkLst>
        </pc:spChg>
        <pc:spChg chg="mod">
          <ac:chgData name="Mohammed Fasha" userId="cc64f42d-a1a6-4f08-b97b-0c37f877119f" providerId="ADAL" clId="{E5645173-9704-44B4-82F5-EF2938BAEEFE}" dt="2025-04-17T04:16:51.735" v="349" actId="27636"/>
          <ac:spMkLst>
            <pc:docMk/>
            <pc:sldMk cId="1771442552" sldId="562"/>
            <ac:spMk id="3" creationId="{931FF7C9-290B-513C-3721-5F09888B3B49}"/>
          </ac:spMkLst>
        </pc:spChg>
        <pc:picChg chg="add mod">
          <ac:chgData name="Mohammed Fasha" userId="cc64f42d-a1a6-4f08-b97b-0c37f877119f" providerId="ADAL" clId="{E5645173-9704-44B4-82F5-EF2938BAEEFE}" dt="2025-04-16T20:20:01.976" v="65" actId="1076"/>
          <ac:picMkLst>
            <pc:docMk/>
            <pc:sldMk cId="1771442552" sldId="562"/>
            <ac:picMk id="3074" creationId="{E8CC20D3-D6B9-866E-4FB1-2604A27C27B8}"/>
          </ac:picMkLst>
        </pc:picChg>
      </pc:sldChg>
      <pc:sldChg chg="add del">
        <pc:chgData name="Mohammed Fasha" userId="cc64f42d-a1a6-4f08-b97b-0c37f877119f" providerId="ADAL" clId="{E5645173-9704-44B4-82F5-EF2938BAEEFE}" dt="2025-04-16T20:15:56.917" v="7" actId="47"/>
        <pc:sldMkLst>
          <pc:docMk/>
          <pc:sldMk cId="3671505403" sldId="562"/>
        </pc:sldMkLst>
      </pc:sldChg>
      <pc:sldChg chg="addSp modSp new mod">
        <pc:chgData name="Mohammed Fasha" userId="cc64f42d-a1a6-4f08-b97b-0c37f877119f" providerId="ADAL" clId="{E5645173-9704-44B4-82F5-EF2938BAEEFE}" dt="2025-04-17T04:23:47.261" v="363" actId="113"/>
        <pc:sldMkLst>
          <pc:docMk/>
          <pc:sldMk cId="3833909199" sldId="563"/>
        </pc:sldMkLst>
        <pc:spChg chg="mod">
          <ac:chgData name="Mohammed Fasha" userId="cc64f42d-a1a6-4f08-b97b-0c37f877119f" providerId="ADAL" clId="{E5645173-9704-44B4-82F5-EF2938BAEEFE}" dt="2025-04-17T04:23:47.261" v="363" actId="113"/>
          <ac:spMkLst>
            <pc:docMk/>
            <pc:sldMk cId="3833909199" sldId="563"/>
            <ac:spMk id="2" creationId="{586966A0-2FFC-C9D2-9ECC-81E4D9201017}"/>
          </ac:spMkLst>
        </pc:spChg>
        <pc:spChg chg="mod">
          <ac:chgData name="Mohammed Fasha" userId="cc64f42d-a1a6-4f08-b97b-0c37f877119f" providerId="ADAL" clId="{E5645173-9704-44B4-82F5-EF2938BAEEFE}" dt="2025-04-17T03:52:20.201" v="226" actId="404"/>
          <ac:spMkLst>
            <pc:docMk/>
            <pc:sldMk cId="3833909199" sldId="563"/>
            <ac:spMk id="3" creationId="{95114E9F-4F55-6F60-2BE0-1538E80C6D6F}"/>
          </ac:spMkLst>
        </pc:spChg>
        <pc:spChg chg="add mod">
          <ac:chgData name="Mohammed Fasha" userId="cc64f42d-a1a6-4f08-b97b-0c37f877119f" providerId="ADAL" clId="{E5645173-9704-44B4-82F5-EF2938BAEEFE}" dt="2025-04-17T03:52:26.542" v="228"/>
          <ac:spMkLst>
            <pc:docMk/>
            <pc:sldMk cId="3833909199" sldId="563"/>
            <ac:spMk id="5" creationId="{F383B70E-702A-50E4-781A-49ED5F747E28}"/>
          </ac:spMkLst>
        </pc:spChg>
        <pc:picChg chg="add mod">
          <ac:chgData name="Mohammed Fasha" userId="cc64f42d-a1a6-4f08-b97b-0c37f877119f" providerId="ADAL" clId="{E5645173-9704-44B4-82F5-EF2938BAEEFE}" dt="2025-04-17T03:52:12.991" v="223"/>
          <ac:picMkLst>
            <pc:docMk/>
            <pc:sldMk cId="3833909199" sldId="563"/>
            <ac:picMk id="4" creationId="{C20DFB07-6022-BBE9-7E17-9F23CC27C6AD}"/>
          </ac:picMkLst>
        </pc:picChg>
      </pc:sldChg>
      <pc:sldChg chg="addSp modSp add mod">
        <pc:chgData name="Mohammed Fasha" userId="cc64f42d-a1a6-4f08-b97b-0c37f877119f" providerId="ADAL" clId="{E5645173-9704-44B4-82F5-EF2938BAEEFE}" dt="2025-04-17T04:24:52.554" v="379" actId="20577"/>
        <pc:sldMkLst>
          <pc:docMk/>
          <pc:sldMk cId="1112383203" sldId="564"/>
        </pc:sldMkLst>
        <pc:spChg chg="mod">
          <ac:chgData name="Mohammed Fasha" userId="cc64f42d-a1a6-4f08-b97b-0c37f877119f" providerId="ADAL" clId="{E5645173-9704-44B4-82F5-EF2938BAEEFE}" dt="2025-04-17T04:24:52.554" v="379" actId="20577"/>
          <ac:spMkLst>
            <pc:docMk/>
            <pc:sldMk cId="1112383203" sldId="564"/>
            <ac:spMk id="2" creationId="{5A126288-45CF-440D-E6C9-0E88F8013688}"/>
          </ac:spMkLst>
        </pc:spChg>
        <pc:spChg chg="mod">
          <ac:chgData name="Mohammed Fasha" userId="cc64f42d-a1a6-4f08-b97b-0c37f877119f" providerId="ADAL" clId="{E5645173-9704-44B4-82F5-EF2938BAEEFE}" dt="2025-04-17T04:24:44.990" v="365" actId="6549"/>
          <ac:spMkLst>
            <pc:docMk/>
            <pc:sldMk cId="1112383203" sldId="564"/>
            <ac:spMk id="3" creationId="{62FBFDAC-D98D-0415-BB9A-6EEF0B69ECC6}"/>
          </ac:spMkLst>
        </pc:spChg>
        <pc:picChg chg="add mod">
          <ac:chgData name="Mohammed Fasha" userId="cc64f42d-a1a6-4f08-b97b-0c37f877119f" providerId="ADAL" clId="{E5645173-9704-44B4-82F5-EF2938BAEEFE}" dt="2025-04-17T03:53:35.675" v="232" actId="1076"/>
          <ac:picMkLst>
            <pc:docMk/>
            <pc:sldMk cId="1112383203" sldId="564"/>
            <ac:picMk id="4098" creationId="{928300A7-200A-87B1-399A-B687F074BD2F}"/>
          </ac:picMkLst>
        </pc:picChg>
      </pc:sldChg>
      <pc:sldChg chg="modSp add mod">
        <pc:chgData name="Mohammed Fasha" userId="cc64f42d-a1a6-4f08-b97b-0c37f877119f" providerId="ADAL" clId="{E5645173-9704-44B4-82F5-EF2938BAEEFE}" dt="2025-04-17T04:25:01.031" v="380" actId="113"/>
        <pc:sldMkLst>
          <pc:docMk/>
          <pc:sldMk cId="955252079" sldId="565"/>
        </pc:sldMkLst>
        <pc:spChg chg="mod">
          <ac:chgData name="Mohammed Fasha" userId="cc64f42d-a1a6-4f08-b97b-0c37f877119f" providerId="ADAL" clId="{E5645173-9704-44B4-82F5-EF2938BAEEFE}" dt="2025-04-17T04:25:01.031" v="380" actId="113"/>
          <ac:spMkLst>
            <pc:docMk/>
            <pc:sldMk cId="955252079" sldId="565"/>
            <ac:spMk id="2" creationId="{90AEB9D3-88DF-DC19-90CE-63F65CF21B50}"/>
          </ac:spMkLst>
        </pc:spChg>
        <pc:spChg chg="mod">
          <ac:chgData name="Mohammed Fasha" userId="cc64f42d-a1a6-4f08-b97b-0c37f877119f" providerId="ADAL" clId="{E5645173-9704-44B4-82F5-EF2938BAEEFE}" dt="2025-04-17T04:18:09.730" v="351" actId="179"/>
          <ac:spMkLst>
            <pc:docMk/>
            <pc:sldMk cId="955252079" sldId="565"/>
            <ac:spMk id="3" creationId="{8C01AEAD-297E-D922-3D4D-EEA6929957FD}"/>
          </ac:spMkLst>
        </pc:spChg>
      </pc:sldChg>
      <pc:sldChg chg="addSp delSp modSp add del mod">
        <pc:chgData name="Mohammed Fasha" userId="cc64f42d-a1a6-4f08-b97b-0c37f877119f" providerId="ADAL" clId="{E5645173-9704-44B4-82F5-EF2938BAEEFE}" dt="2025-04-17T04:31:35.848" v="399" actId="2696"/>
        <pc:sldMkLst>
          <pc:docMk/>
          <pc:sldMk cId="286976223" sldId="566"/>
        </pc:sldMkLst>
        <pc:spChg chg="add del mod">
          <ac:chgData name="Mohammed Fasha" userId="cc64f42d-a1a6-4f08-b97b-0c37f877119f" providerId="ADAL" clId="{E5645173-9704-44B4-82F5-EF2938BAEEFE}" dt="2025-04-16T20:22:04.050" v="149" actId="20577"/>
          <ac:spMkLst>
            <pc:docMk/>
            <pc:sldMk cId="286976223" sldId="566"/>
            <ac:spMk id="2" creationId="{81EC5FF9-D02A-D9B7-1A46-44691E183B0C}"/>
          </ac:spMkLst>
        </pc:spChg>
        <pc:spChg chg="del">
          <ac:chgData name="Mohammed Fasha" userId="cc64f42d-a1a6-4f08-b97b-0c37f877119f" providerId="ADAL" clId="{E5645173-9704-44B4-82F5-EF2938BAEEFE}" dt="2025-04-16T20:21:40.996" v="102" actId="22"/>
          <ac:spMkLst>
            <pc:docMk/>
            <pc:sldMk cId="286976223" sldId="566"/>
            <ac:spMk id="3" creationId="{4C736D85-9C9C-C345-94A5-9CA314323F60}"/>
          </ac:spMkLst>
        </pc:spChg>
        <pc:spChg chg="add mod">
          <ac:chgData name="Mohammed Fasha" userId="cc64f42d-a1a6-4f08-b97b-0c37f877119f" providerId="ADAL" clId="{E5645173-9704-44B4-82F5-EF2938BAEEFE}" dt="2025-04-16T20:21:46.930" v="104"/>
          <ac:spMkLst>
            <pc:docMk/>
            <pc:sldMk cId="286976223" sldId="566"/>
            <ac:spMk id="6" creationId="{391B64F4-44BC-4ADA-779C-D5AA7BFE819A}"/>
          </ac:spMkLst>
        </pc:spChg>
        <pc:picChg chg="add mod ord">
          <ac:chgData name="Mohammed Fasha" userId="cc64f42d-a1a6-4f08-b97b-0c37f877119f" providerId="ADAL" clId="{E5645173-9704-44B4-82F5-EF2938BAEEFE}" dt="2025-04-16T20:22:34.085" v="157" actId="14100"/>
          <ac:picMkLst>
            <pc:docMk/>
            <pc:sldMk cId="286976223" sldId="566"/>
            <ac:picMk id="5" creationId="{1DC525FD-2AFA-CDD6-A24E-CA55A1DB532B}"/>
          </ac:picMkLst>
        </pc:picChg>
        <pc:picChg chg="add mod">
          <ac:chgData name="Mohammed Fasha" userId="cc64f42d-a1a6-4f08-b97b-0c37f877119f" providerId="ADAL" clId="{E5645173-9704-44B4-82F5-EF2938BAEEFE}" dt="2025-04-16T20:22:30.794" v="156" actId="1076"/>
          <ac:picMkLst>
            <pc:docMk/>
            <pc:sldMk cId="286976223" sldId="566"/>
            <ac:picMk id="8" creationId="{7EEC9C1D-E0D7-E1DC-CAFC-64175CC72B1F}"/>
          </ac:picMkLst>
        </pc:picChg>
      </pc:sldChg>
      <pc:sldChg chg="addSp delSp modSp add mod ord">
        <pc:chgData name="Mohammed Fasha" userId="cc64f42d-a1a6-4f08-b97b-0c37f877119f" providerId="ADAL" clId="{E5645173-9704-44B4-82F5-EF2938BAEEFE}" dt="2025-04-17T05:00:46.218" v="718"/>
        <pc:sldMkLst>
          <pc:docMk/>
          <pc:sldMk cId="1979549403" sldId="566"/>
        </pc:sldMkLst>
        <pc:spChg chg="add mod">
          <ac:chgData name="Mohammed Fasha" userId="cc64f42d-a1a6-4f08-b97b-0c37f877119f" providerId="ADAL" clId="{E5645173-9704-44B4-82F5-EF2938BAEEFE}" dt="2025-04-17T04:59:10.618" v="711" actId="20577"/>
          <ac:spMkLst>
            <pc:docMk/>
            <pc:sldMk cId="1979549403" sldId="566"/>
            <ac:spMk id="4" creationId="{FCF54BED-773C-0EFB-ED6F-D5033C2884E9}"/>
          </ac:spMkLst>
        </pc:spChg>
        <pc:spChg chg="add del">
          <ac:chgData name="Mohammed Fasha" userId="cc64f42d-a1a6-4f08-b97b-0c37f877119f" providerId="ADAL" clId="{E5645173-9704-44B4-82F5-EF2938BAEEFE}" dt="2025-04-17T04:55:43.624" v="666" actId="22"/>
          <ac:spMkLst>
            <pc:docMk/>
            <pc:sldMk cId="1979549403" sldId="566"/>
            <ac:spMk id="7" creationId="{A900AE47-F58E-EC20-8A9D-908449BB1789}"/>
          </ac:spMkLst>
        </pc:spChg>
        <pc:spChg chg="add mod">
          <ac:chgData name="Mohammed Fasha" userId="cc64f42d-a1a6-4f08-b97b-0c37f877119f" providerId="ADAL" clId="{E5645173-9704-44B4-82F5-EF2938BAEEFE}" dt="2025-04-17T04:56:56.736" v="678" actId="1076"/>
          <ac:spMkLst>
            <pc:docMk/>
            <pc:sldMk cId="1979549403" sldId="566"/>
            <ac:spMk id="10" creationId="{C28EF554-3C95-B58D-143F-AB3019BB32E0}"/>
          </ac:spMkLst>
        </pc:spChg>
        <pc:picChg chg="del">
          <ac:chgData name="Mohammed Fasha" userId="cc64f42d-a1a6-4f08-b97b-0c37f877119f" providerId="ADAL" clId="{E5645173-9704-44B4-82F5-EF2938BAEEFE}" dt="2025-04-17T04:50:59.665" v="602" actId="478"/>
          <ac:picMkLst>
            <pc:docMk/>
            <pc:sldMk cId="1979549403" sldId="566"/>
            <ac:picMk id="5" creationId="{1DC525FD-2AFA-CDD6-A24E-CA55A1DB532B}"/>
          </ac:picMkLst>
        </pc:picChg>
        <pc:picChg chg="del">
          <ac:chgData name="Mohammed Fasha" userId="cc64f42d-a1a6-4f08-b97b-0c37f877119f" providerId="ADAL" clId="{E5645173-9704-44B4-82F5-EF2938BAEEFE}" dt="2025-04-17T04:55:39.552" v="664" actId="478"/>
          <ac:picMkLst>
            <pc:docMk/>
            <pc:sldMk cId="1979549403" sldId="566"/>
            <ac:picMk id="8" creationId="{7EEC9C1D-E0D7-E1DC-CAFC-64175CC72B1F}"/>
          </ac:picMkLst>
        </pc:picChg>
      </pc:sldChg>
      <pc:sldChg chg="addSp modSp add del mod">
        <pc:chgData name="Mohammed Fasha" userId="cc64f42d-a1a6-4f08-b97b-0c37f877119f" providerId="ADAL" clId="{E5645173-9704-44B4-82F5-EF2938BAEEFE}" dt="2025-04-17T04:31:14.370" v="397" actId="2696"/>
        <pc:sldMkLst>
          <pc:docMk/>
          <pc:sldMk cId="1573535828" sldId="567"/>
        </pc:sldMkLst>
        <pc:spChg chg="mod">
          <ac:chgData name="Mohammed Fasha" userId="cc64f42d-a1a6-4f08-b97b-0c37f877119f" providerId="ADAL" clId="{E5645173-9704-44B4-82F5-EF2938BAEEFE}" dt="2025-04-17T04:31:10.903" v="396" actId="113"/>
          <ac:spMkLst>
            <pc:docMk/>
            <pc:sldMk cId="1573535828" sldId="567"/>
            <ac:spMk id="2" creationId="{EE82DEAF-9B81-22E4-ED30-6F4DA9369A07}"/>
          </ac:spMkLst>
        </pc:spChg>
        <pc:spChg chg="mod">
          <ac:chgData name="Mohammed Fasha" userId="cc64f42d-a1a6-4f08-b97b-0c37f877119f" providerId="ADAL" clId="{E5645173-9704-44B4-82F5-EF2938BAEEFE}" dt="2025-04-16T20:22:45.434" v="159" actId="21"/>
          <ac:spMkLst>
            <pc:docMk/>
            <pc:sldMk cId="1573535828" sldId="567"/>
            <ac:spMk id="3" creationId="{12F3929B-D4B8-1668-0CBA-09EECFA1BBBA}"/>
          </ac:spMkLst>
        </pc:spChg>
        <pc:picChg chg="add mod">
          <ac:chgData name="Mohammed Fasha" userId="cc64f42d-a1a6-4f08-b97b-0c37f877119f" providerId="ADAL" clId="{E5645173-9704-44B4-82F5-EF2938BAEEFE}" dt="2025-04-17T04:19:38.344" v="359" actId="14100"/>
          <ac:picMkLst>
            <pc:docMk/>
            <pc:sldMk cId="1573535828" sldId="567"/>
            <ac:picMk id="6146" creationId="{DC6F6D83-9849-3B5A-6AD1-DDCFE24702C4}"/>
          </ac:picMkLst>
        </pc:picChg>
        <pc:picChg chg="add mod">
          <ac:chgData name="Mohammed Fasha" userId="cc64f42d-a1a6-4f08-b97b-0c37f877119f" providerId="ADAL" clId="{E5645173-9704-44B4-82F5-EF2938BAEEFE}" dt="2025-04-17T04:19:01.646" v="358" actId="1076"/>
          <ac:picMkLst>
            <pc:docMk/>
            <pc:sldMk cId="1573535828" sldId="567"/>
            <ac:picMk id="6148" creationId="{93E0A781-9579-1EBA-C877-674C7433758D}"/>
          </ac:picMkLst>
        </pc:picChg>
      </pc:sldChg>
      <pc:sldChg chg="delSp modSp add mod">
        <pc:chgData name="Mohammed Fasha" userId="cc64f42d-a1a6-4f08-b97b-0c37f877119f" providerId="ADAL" clId="{E5645173-9704-44B4-82F5-EF2938BAEEFE}" dt="2025-04-17T04:49:13.093" v="568" actId="14100"/>
        <pc:sldMkLst>
          <pc:docMk/>
          <pc:sldMk cId="2001442480" sldId="567"/>
        </pc:sldMkLst>
        <pc:spChg chg="mod">
          <ac:chgData name="Mohammed Fasha" userId="cc64f42d-a1a6-4f08-b97b-0c37f877119f" providerId="ADAL" clId="{E5645173-9704-44B4-82F5-EF2938BAEEFE}" dt="2025-04-17T04:49:13.093" v="568" actId="14100"/>
          <ac:spMkLst>
            <pc:docMk/>
            <pc:sldMk cId="2001442480" sldId="567"/>
            <ac:spMk id="3" creationId="{12F3929B-D4B8-1668-0CBA-09EECFA1BBBA}"/>
          </ac:spMkLst>
        </pc:spChg>
        <pc:picChg chg="del">
          <ac:chgData name="Mohammed Fasha" userId="cc64f42d-a1a6-4f08-b97b-0c37f877119f" providerId="ADAL" clId="{E5645173-9704-44B4-82F5-EF2938BAEEFE}" dt="2025-04-17T04:40:49.018" v="477" actId="21"/>
          <ac:picMkLst>
            <pc:docMk/>
            <pc:sldMk cId="2001442480" sldId="567"/>
            <ac:picMk id="6146" creationId="{DC6F6D83-9849-3B5A-6AD1-DDCFE24702C4}"/>
          </ac:picMkLst>
        </pc:picChg>
      </pc:sldChg>
      <pc:sldChg chg="addSp delSp modSp add mod ord modTransition modClrScheme chgLayout">
        <pc:chgData name="Mohammed Fasha" userId="cc64f42d-a1a6-4f08-b97b-0c37f877119f" providerId="ADAL" clId="{E5645173-9704-44B4-82F5-EF2938BAEEFE}" dt="2025-04-17T04:49:30.391" v="570" actId="27636"/>
        <pc:sldMkLst>
          <pc:docMk/>
          <pc:sldMk cId="2516595901" sldId="568"/>
        </pc:sldMkLst>
        <pc:spChg chg="mod">
          <ac:chgData name="Mohammed Fasha" userId="cc64f42d-a1a6-4f08-b97b-0c37f877119f" providerId="ADAL" clId="{E5645173-9704-44B4-82F5-EF2938BAEEFE}" dt="2025-04-17T04:30:57.683" v="393" actId="113"/>
          <ac:spMkLst>
            <pc:docMk/>
            <pc:sldMk cId="2516595901" sldId="568"/>
            <ac:spMk id="2" creationId="{FD6A78A6-F2D4-1131-8217-DD036D9F1F58}"/>
          </ac:spMkLst>
        </pc:spChg>
        <pc:spChg chg="add del mod">
          <ac:chgData name="Mohammed Fasha" userId="cc64f42d-a1a6-4f08-b97b-0c37f877119f" providerId="ADAL" clId="{E5645173-9704-44B4-82F5-EF2938BAEEFE}" dt="2025-04-17T04:49:30.391" v="570" actId="27636"/>
          <ac:spMkLst>
            <pc:docMk/>
            <pc:sldMk cId="2516595901" sldId="568"/>
            <ac:spMk id="3" creationId="{8787980B-C5EA-3F94-B301-7DBB3B1B7A8E}"/>
          </ac:spMkLst>
        </pc:spChg>
        <pc:graphicFrameChg chg="add del mod">
          <ac:chgData name="Mohammed Fasha" userId="cc64f42d-a1a6-4f08-b97b-0c37f877119f" providerId="ADAL" clId="{E5645173-9704-44B4-82F5-EF2938BAEEFE}" dt="2025-04-17T04:25:28.432" v="382" actId="26606"/>
          <ac:graphicFrameMkLst>
            <pc:docMk/>
            <pc:sldMk cId="2516595901" sldId="568"/>
            <ac:graphicFrameMk id="5" creationId="{C4B271E8-CABB-F9E2-C139-019B2160044F}"/>
          </ac:graphicFrameMkLst>
        </pc:graphicFrameChg>
      </pc:sldChg>
      <pc:sldChg chg="modSp add mod">
        <pc:chgData name="Mohammed Fasha" userId="cc64f42d-a1a6-4f08-b97b-0c37f877119f" providerId="ADAL" clId="{E5645173-9704-44B4-82F5-EF2938BAEEFE}" dt="2025-04-17T04:49:30.419" v="571" actId="27636"/>
        <pc:sldMkLst>
          <pc:docMk/>
          <pc:sldMk cId="3287127026" sldId="569"/>
        </pc:sldMkLst>
        <pc:spChg chg="mod">
          <ac:chgData name="Mohammed Fasha" userId="cc64f42d-a1a6-4f08-b97b-0c37f877119f" providerId="ADAL" clId="{E5645173-9704-44B4-82F5-EF2938BAEEFE}" dt="2025-04-17T04:31:00.644" v="394"/>
          <ac:spMkLst>
            <pc:docMk/>
            <pc:sldMk cId="3287127026" sldId="569"/>
            <ac:spMk id="2" creationId="{62EBB680-1180-01AB-66AB-A190EA7C6A5E}"/>
          </ac:spMkLst>
        </pc:spChg>
        <pc:spChg chg="mod">
          <ac:chgData name="Mohammed Fasha" userId="cc64f42d-a1a6-4f08-b97b-0c37f877119f" providerId="ADAL" clId="{E5645173-9704-44B4-82F5-EF2938BAEEFE}" dt="2025-04-17T04:49:30.419" v="571" actId="27636"/>
          <ac:spMkLst>
            <pc:docMk/>
            <pc:sldMk cId="3287127026" sldId="569"/>
            <ac:spMk id="3" creationId="{9CF0882A-73EB-E54F-2595-374BACF9C10D}"/>
          </ac:spMkLst>
        </pc:spChg>
      </pc:sldChg>
      <pc:sldChg chg="modSp new mod">
        <pc:chgData name="Mohammed Fasha" userId="cc64f42d-a1a6-4f08-b97b-0c37f877119f" providerId="ADAL" clId="{E5645173-9704-44B4-82F5-EF2938BAEEFE}" dt="2025-04-17T04:31:02.374" v="395"/>
        <pc:sldMkLst>
          <pc:docMk/>
          <pc:sldMk cId="4258501245" sldId="570"/>
        </pc:sldMkLst>
        <pc:spChg chg="mod">
          <ac:chgData name="Mohammed Fasha" userId="cc64f42d-a1a6-4f08-b97b-0c37f877119f" providerId="ADAL" clId="{E5645173-9704-44B4-82F5-EF2938BAEEFE}" dt="2025-04-17T04:31:02.374" v="395"/>
          <ac:spMkLst>
            <pc:docMk/>
            <pc:sldMk cId="4258501245" sldId="570"/>
            <ac:spMk id="2" creationId="{E512F7EB-6F90-23F5-A4FC-EFDA474AB86A}"/>
          </ac:spMkLst>
        </pc:spChg>
        <pc:spChg chg="mod">
          <ac:chgData name="Mohammed Fasha" userId="cc64f42d-a1a6-4f08-b97b-0c37f877119f" providerId="ADAL" clId="{E5645173-9704-44B4-82F5-EF2938BAEEFE}" dt="2025-04-17T04:30:46.932" v="392" actId="404"/>
          <ac:spMkLst>
            <pc:docMk/>
            <pc:sldMk cId="4258501245" sldId="570"/>
            <ac:spMk id="3" creationId="{991E9270-DDB5-7E22-A038-631E31642E2E}"/>
          </ac:spMkLst>
        </pc:spChg>
      </pc:sldChg>
      <pc:sldChg chg="modSp add mod">
        <pc:chgData name="Mohammed Fasha" userId="cc64f42d-a1a6-4f08-b97b-0c37f877119f" providerId="ADAL" clId="{E5645173-9704-44B4-82F5-EF2938BAEEFE}" dt="2025-04-17T04:49:30.423" v="572" actId="27636"/>
        <pc:sldMkLst>
          <pc:docMk/>
          <pc:sldMk cId="3146667074" sldId="571"/>
        </pc:sldMkLst>
        <pc:spChg chg="mod">
          <ac:chgData name="Mohammed Fasha" userId="cc64f42d-a1a6-4f08-b97b-0c37f877119f" providerId="ADAL" clId="{E5645173-9704-44B4-82F5-EF2938BAEEFE}" dt="2025-04-17T04:39:36.763" v="454" actId="113"/>
          <ac:spMkLst>
            <pc:docMk/>
            <pc:sldMk cId="3146667074" sldId="571"/>
            <ac:spMk id="2" creationId="{E52CE0F8-80B7-4054-B4C1-3EF930B55CF3}"/>
          </ac:spMkLst>
        </pc:spChg>
        <pc:spChg chg="mod">
          <ac:chgData name="Mohammed Fasha" userId="cc64f42d-a1a6-4f08-b97b-0c37f877119f" providerId="ADAL" clId="{E5645173-9704-44B4-82F5-EF2938BAEEFE}" dt="2025-04-17T04:49:30.423" v="572" actId="27636"/>
          <ac:spMkLst>
            <pc:docMk/>
            <pc:sldMk cId="3146667074" sldId="571"/>
            <ac:spMk id="3" creationId="{82B40331-B00F-57F0-9046-304BC9A462BF}"/>
          </ac:spMkLst>
        </pc:spChg>
      </pc:sldChg>
      <pc:sldChg chg="addSp delSp modSp add mod">
        <pc:chgData name="Mohammed Fasha" userId="cc64f42d-a1a6-4f08-b97b-0c37f877119f" providerId="ADAL" clId="{E5645173-9704-44B4-82F5-EF2938BAEEFE}" dt="2025-04-17T04:45:32.477" v="522" actId="404"/>
        <pc:sldMkLst>
          <pc:docMk/>
          <pc:sldMk cId="2875299887" sldId="572"/>
        </pc:sldMkLst>
        <pc:spChg chg="mod">
          <ac:chgData name="Mohammed Fasha" userId="cc64f42d-a1a6-4f08-b97b-0c37f877119f" providerId="ADAL" clId="{E5645173-9704-44B4-82F5-EF2938BAEEFE}" dt="2025-04-17T04:40:06.239" v="473" actId="20577"/>
          <ac:spMkLst>
            <pc:docMk/>
            <pc:sldMk cId="2875299887" sldId="572"/>
            <ac:spMk id="2" creationId="{2BF34AE3-0AC5-6174-2445-10854D6996BA}"/>
          </ac:spMkLst>
        </pc:spChg>
        <pc:spChg chg="add del mod">
          <ac:chgData name="Mohammed Fasha" userId="cc64f42d-a1a6-4f08-b97b-0c37f877119f" providerId="ADAL" clId="{E5645173-9704-44B4-82F5-EF2938BAEEFE}" dt="2025-04-17T04:45:32.477" v="522" actId="404"/>
          <ac:spMkLst>
            <pc:docMk/>
            <pc:sldMk cId="2875299887" sldId="572"/>
            <ac:spMk id="3" creationId="{6864AFFB-384A-31DB-A8AC-ECD2AC001716}"/>
          </ac:spMkLst>
        </pc:spChg>
        <pc:spChg chg="add mod">
          <ac:chgData name="Mohammed Fasha" userId="cc64f42d-a1a6-4f08-b97b-0c37f877119f" providerId="ADAL" clId="{E5645173-9704-44B4-82F5-EF2938BAEEFE}" dt="2025-04-16T20:26:55.349" v="187"/>
          <ac:spMkLst>
            <pc:docMk/>
            <pc:sldMk cId="2875299887" sldId="572"/>
            <ac:spMk id="4" creationId="{9F8CFA8E-9336-BEFC-67E6-1DD3D21FD8CE}"/>
          </ac:spMkLst>
        </pc:spChg>
        <pc:picChg chg="add mod">
          <ac:chgData name="Mohammed Fasha" userId="cc64f42d-a1a6-4f08-b97b-0c37f877119f" providerId="ADAL" clId="{E5645173-9704-44B4-82F5-EF2938BAEEFE}" dt="2025-04-17T04:40:44.699" v="476" actId="1076"/>
          <ac:picMkLst>
            <pc:docMk/>
            <pc:sldMk cId="2875299887" sldId="572"/>
            <ac:picMk id="2051" creationId="{93CFB765-53E3-649F-ADA5-5DA1FA7194FB}"/>
          </ac:picMkLst>
        </pc:picChg>
      </pc:sldChg>
      <pc:sldChg chg="addSp delSp modSp new mod ord">
        <pc:chgData name="Mohammed Fasha" userId="cc64f42d-a1a6-4f08-b97b-0c37f877119f" providerId="ADAL" clId="{E5645173-9704-44B4-82F5-EF2938BAEEFE}" dt="2025-04-17T04:58:09.474" v="687" actId="179"/>
        <pc:sldMkLst>
          <pc:docMk/>
          <pc:sldMk cId="4066623014" sldId="573"/>
        </pc:sldMkLst>
        <pc:spChg chg="add del mod">
          <ac:chgData name="Mohammed Fasha" userId="cc64f42d-a1a6-4f08-b97b-0c37f877119f" providerId="ADAL" clId="{E5645173-9704-44B4-82F5-EF2938BAEEFE}" dt="2025-04-16T20:31:08.227" v="202" actId="20577"/>
          <ac:spMkLst>
            <pc:docMk/>
            <pc:sldMk cId="4066623014" sldId="573"/>
            <ac:spMk id="2" creationId="{B59AF86D-A76E-2D09-29A1-2C9EEDCAEEE0}"/>
          </ac:spMkLst>
        </pc:spChg>
        <pc:spChg chg="del">
          <ac:chgData name="Mohammed Fasha" userId="cc64f42d-a1a6-4f08-b97b-0c37f877119f" providerId="ADAL" clId="{E5645173-9704-44B4-82F5-EF2938BAEEFE}" dt="2025-04-16T20:31:18.058" v="203" actId="22"/>
          <ac:spMkLst>
            <pc:docMk/>
            <pc:sldMk cId="4066623014" sldId="573"/>
            <ac:spMk id="3" creationId="{59133B60-2078-377A-66AD-86942FF2FB01}"/>
          </ac:spMkLst>
        </pc:spChg>
        <pc:spChg chg="add mod">
          <ac:chgData name="Mohammed Fasha" userId="cc64f42d-a1a6-4f08-b97b-0c37f877119f" providerId="ADAL" clId="{E5645173-9704-44B4-82F5-EF2938BAEEFE}" dt="2025-04-16T20:31:02.433" v="195"/>
          <ac:spMkLst>
            <pc:docMk/>
            <pc:sldMk cId="4066623014" sldId="573"/>
            <ac:spMk id="4" creationId="{379B3FC1-B363-58E8-A317-16BC166C3911}"/>
          </ac:spMkLst>
        </pc:spChg>
        <pc:spChg chg="add del mod">
          <ac:chgData name="Mohammed Fasha" userId="cc64f42d-a1a6-4f08-b97b-0c37f877119f" providerId="ADAL" clId="{E5645173-9704-44B4-82F5-EF2938BAEEFE}" dt="2025-04-17T04:42:56.637" v="480" actId="478"/>
          <ac:spMkLst>
            <pc:docMk/>
            <pc:sldMk cId="4066623014" sldId="573"/>
            <ac:spMk id="8" creationId="{2056DEAA-8567-E8EE-55D4-0C519F2A6CBD}"/>
          </ac:spMkLst>
        </pc:spChg>
        <pc:spChg chg="add mod">
          <ac:chgData name="Mohammed Fasha" userId="cc64f42d-a1a6-4f08-b97b-0c37f877119f" providerId="ADAL" clId="{E5645173-9704-44B4-82F5-EF2938BAEEFE}" dt="2025-04-17T04:57:22.961" v="683" actId="20577"/>
          <ac:spMkLst>
            <pc:docMk/>
            <pc:sldMk cId="4066623014" sldId="573"/>
            <ac:spMk id="10" creationId="{911E4559-D11C-C5AC-15D5-2D9673FF86FD}"/>
          </ac:spMkLst>
        </pc:spChg>
        <pc:spChg chg="add mod">
          <ac:chgData name="Mohammed Fasha" userId="cc64f42d-a1a6-4f08-b97b-0c37f877119f" providerId="ADAL" clId="{E5645173-9704-44B4-82F5-EF2938BAEEFE}" dt="2025-04-17T04:58:09.474" v="687" actId="179"/>
          <ac:spMkLst>
            <pc:docMk/>
            <pc:sldMk cId="4066623014" sldId="573"/>
            <ac:spMk id="12" creationId="{9E6454F9-4557-E7F4-BCEB-065B906AB7E3}"/>
          </ac:spMkLst>
        </pc:spChg>
        <pc:picChg chg="add del mod ord">
          <ac:chgData name="Mohammed Fasha" userId="cc64f42d-a1a6-4f08-b97b-0c37f877119f" providerId="ADAL" clId="{E5645173-9704-44B4-82F5-EF2938BAEEFE}" dt="2025-04-17T04:38:08.975" v="451" actId="478"/>
          <ac:picMkLst>
            <pc:docMk/>
            <pc:sldMk cId="4066623014" sldId="573"/>
            <ac:picMk id="6" creationId="{2278A8F7-8189-E126-C3C9-17EA0A64C4F9}"/>
          </ac:picMkLst>
        </pc:picChg>
        <pc:picChg chg="add mod">
          <ac:chgData name="Mohammed Fasha" userId="cc64f42d-a1a6-4f08-b97b-0c37f877119f" providerId="ADAL" clId="{E5645173-9704-44B4-82F5-EF2938BAEEFE}" dt="2025-04-17T04:57:18.005" v="682" actId="1076"/>
          <ac:picMkLst>
            <pc:docMk/>
            <pc:sldMk cId="4066623014" sldId="573"/>
            <ac:picMk id="14" creationId="{5FF5ECD6-24C7-09E8-0B28-7886FCCCF10F}"/>
          </ac:picMkLst>
        </pc:picChg>
      </pc:sldChg>
      <pc:sldChg chg="new del">
        <pc:chgData name="Mohammed Fasha" userId="cc64f42d-a1a6-4f08-b97b-0c37f877119f" providerId="ADAL" clId="{E5645173-9704-44B4-82F5-EF2938BAEEFE}" dt="2025-04-17T04:32:12.995" v="417" actId="47"/>
        <pc:sldMkLst>
          <pc:docMk/>
          <pc:sldMk cId="1895282571" sldId="574"/>
        </pc:sldMkLst>
      </pc:sldChg>
      <pc:sldChg chg="add del">
        <pc:chgData name="Mohammed Fasha" userId="cc64f42d-a1a6-4f08-b97b-0c37f877119f" providerId="ADAL" clId="{E5645173-9704-44B4-82F5-EF2938BAEEFE}" dt="2025-04-17T03:59:11.142" v="238"/>
        <pc:sldMkLst>
          <pc:docMk/>
          <pc:sldMk cId="3255898466" sldId="574"/>
        </pc:sldMkLst>
      </pc:sldChg>
      <pc:sldChg chg="delSp modSp add mod chgLayout">
        <pc:chgData name="Mohammed Fasha" userId="cc64f42d-a1a6-4f08-b97b-0c37f877119f" providerId="ADAL" clId="{E5645173-9704-44B4-82F5-EF2938BAEEFE}" dt="2025-04-17T04:59:22.349" v="713" actId="478"/>
        <pc:sldMkLst>
          <pc:docMk/>
          <pc:sldMk cId="1862335417" sldId="575"/>
        </pc:sldMkLst>
        <pc:spChg chg="mod ord">
          <ac:chgData name="Mohammed Fasha" userId="cc64f42d-a1a6-4f08-b97b-0c37f877119f" providerId="ADAL" clId="{E5645173-9704-44B4-82F5-EF2938BAEEFE}" dt="2025-04-17T04:59:18.710" v="712" actId="700"/>
          <ac:spMkLst>
            <pc:docMk/>
            <pc:sldMk cId="1862335417" sldId="575"/>
            <ac:spMk id="2" creationId="{D94A7341-1045-53F2-52C4-4E6F5A4B8DEC}"/>
          </ac:spMkLst>
        </pc:spChg>
        <pc:spChg chg="mod ord">
          <ac:chgData name="Mohammed Fasha" userId="cc64f42d-a1a6-4f08-b97b-0c37f877119f" providerId="ADAL" clId="{E5645173-9704-44B4-82F5-EF2938BAEEFE}" dt="2025-04-17T04:59:18.710" v="712" actId="700"/>
          <ac:spMkLst>
            <pc:docMk/>
            <pc:sldMk cId="1862335417" sldId="575"/>
            <ac:spMk id="8" creationId="{559FC791-DDBC-AF94-0770-4686E29C2ECC}"/>
          </ac:spMkLst>
        </pc:spChg>
        <pc:picChg chg="del">
          <ac:chgData name="Mohammed Fasha" userId="cc64f42d-a1a6-4f08-b97b-0c37f877119f" providerId="ADAL" clId="{E5645173-9704-44B4-82F5-EF2938BAEEFE}" dt="2025-04-17T04:59:22.349" v="713" actId="478"/>
          <ac:picMkLst>
            <pc:docMk/>
            <pc:sldMk cId="1862335417" sldId="575"/>
            <ac:picMk id="6" creationId="{57160E8D-6FA6-4827-8FA1-0B20F154E28D}"/>
          </ac:picMkLst>
        </pc:picChg>
      </pc:sldChg>
      <pc:sldMasterChg chg="delSldLayout modSldLayout">
        <pc:chgData name="Mohammed Fasha" userId="cc64f42d-a1a6-4f08-b97b-0c37f877119f" providerId="ADAL" clId="{E5645173-9704-44B4-82F5-EF2938BAEEFE}" dt="2025-04-17T04:49:30.359" v="569" actId="404"/>
        <pc:sldMasterMkLst>
          <pc:docMk/>
          <pc:sldMasterMk cId="742811419" sldId="2147483648"/>
        </pc:sldMasterMkLst>
        <pc:sldLayoutChg chg="modSp">
          <pc:chgData name="Mohammed Fasha" userId="cc64f42d-a1a6-4f08-b97b-0c37f877119f" providerId="ADAL" clId="{E5645173-9704-44B4-82F5-EF2938BAEEFE}" dt="2025-04-17T04:49:30.359" v="569" actId="404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E5645173-9704-44B4-82F5-EF2938BAEEFE}" dt="2025-04-17T04:49:30.359" v="569" actId="404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  <pc:sldLayoutChg chg="del">
          <pc:chgData name="Mohammed Fasha" userId="cc64f42d-a1a6-4f08-b97b-0c37f877119f" providerId="ADAL" clId="{E5645173-9704-44B4-82F5-EF2938BAEEFE}" dt="2025-04-17T04:46:56.250" v="546" actId="47"/>
          <pc:sldLayoutMkLst>
            <pc:docMk/>
            <pc:sldMasterMk cId="742811419" sldId="2147483648"/>
            <pc:sldLayoutMk cId="2227193727" sldId="2147483660"/>
          </pc:sldLayoutMkLst>
        </pc:sldLayoutChg>
      </pc:sldMasterChg>
    </pc:docChg>
  </pc:docChgLst>
  <pc:docChgLst>
    <pc:chgData name="Mohammed Fasha" userId="S::mohammed.fasha@uop.edu.jo::cc64f42d-a1a6-4f08-b97b-0c37f877119f" providerId="AD" clId="Web-{B068E183-0D75-02A0-3529-319AC2E4F47A}"/>
    <pc:docChg chg="addSld modSld sldOrd">
      <pc:chgData name="Mohammed Fasha" userId="S::mohammed.fasha@uop.edu.jo::cc64f42d-a1a6-4f08-b97b-0c37f877119f" providerId="AD" clId="Web-{B068E183-0D75-02A0-3529-319AC2E4F47A}" dt="2025-03-22T04:49:22.786" v="208"/>
      <pc:docMkLst>
        <pc:docMk/>
      </pc:docMkLst>
      <pc:sldChg chg="addSp delSp modSp">
        <pc:chgData name="Mohammed Fasha" userId="S::mohammed.fasha@uop.edu.jo::cc64f42d-a1a6-4f08-b97b-0c37f877119f" providerId="AD" clId="Web-{B068E183-0D75-02A0-3529-319AC2E4F47A}" dt="2025-03-22T04:47:03.544" v="175" actId="20577"/>
        <pc:sldMkLst>
          <pc:docMk/>
          <pc:sldMk cId="2175348861" sldId="469"/>
        </pc:sldMkLst>
      </pc:sldChg>
      <pc:sldChg chg="addSp delSp modSp">
        <pc:chgData name="Mohammed Fasha" userId="S::mohammed.fasha@uop.edu.jo::cc64f42d-a1a6-4f08-b97b-0c37f877119f" providerId="AD" clId="Web-{B068E183-0D75-02A0-3529-319AC2E4F47A}" dt="2025-03-22T04:18:16.784" v="25" actId="20577"/>
        <pc:sldMkLst>
          <pc:docMk/>
          <pc:sldMk cId="2988183144" sldId="470"/>
        </pc:sldMkLst>
      </pc:sldChg>
      <pc:sldChg chg="ord">
        <pc:chgData name="Mohammed Fasha" userId="S::mohammed.fasha@uop.edu.jo::cc64f42d-a1a6-4f08-b97b-0c37f877119f" providerId="AD" clId="Web-{B068E183-0D75-02A0-3529-319AC2E4F47A}" dt="2025-03-22T04:17:53.908" v="0"/>
        <pc:sldMkLst>
          <pc:docMk/>
          <pc:sldMk cId="1572681964" sldId="471"/>
        </pc:sldMkLst>
      </pc:sldChg>
      <pc:sldChg chg="addSp modSp new">
        <pc:chgData name="Mohammed Fasha" userId="S::mohammed.fasha@uop.edu.jo::cc64f42d-a1a6-4f08-b97b-0c37f877119f" providerId="AD" clId="Web-{B068E183-0D75-02A0-3529-319AC2E4F47A}" dt="2025-03-22T04:49:22.786" v="208"/>
        <pc:sldMkLst>
          <pc:docMk/>
          <pc:sldMk cId="1489896525" sldId="475"/>
        </pc:sldMkLst>
      </pc:sldChg>
    </pc:docChg>
  </pc:docChgLst>
  <pc:docChgLst>
    <pc:chgData name="Mohammed Fasha" userId="cc64f42d-a1a6-4f08-b97b-0c37f877119f" providerId="ADAL" clId="{4B0C216D-0431-4C08-83EB-B615D906D932}"/>
    <pc:docChg chg="custSel addSld delSld modSld sldOrd">
      <pc:chgData name="Mohammed Fasha" userId="cc64f42d-a1a6-4f08-b97b-0c37f877119f" providerId="ADAL" clId="{4B0C216D-0431-4C08-83EB-B615D906D932}" dt="2025-03-18T02:16:41.167" v="152" actId="20577"/>
      <pc:docMkLst>
        <pc:docMk/>
      </pc:docMkLst>
      <pc:sldChg chg="ord">
        <pc:chgData name="Mohammed Fasha" userId="cc64f42d-a1a6-4f08-b97b-0c37f877119f" providerId="ADAL" clId="{4B0C216D-0431-4C08-83EB-B615D906D932}" dt="2025-03-18T02:15:01.379" v="67"/>
        <pc:sldMkLst>
          <pc:docMk/>
          <pc:sldMk cId="2282942957" sldId="456"/>
        </pc:sldMkLst>
      </pc:sldChg>
      <pc:sldChg chg="addSp delSp modSp new del mod modClrScheme chgLayout">
        <pc:chgData name="Mohammed Fasha" userId="cc64f42d-a1a6-4f08-b97b-0c37f877119f" providerId="ADAL" clId="{4B0C216D-0431-4C08-83EB-B615D906D932}" dt="2025-03-18T02:14:19.984" v="50" actId="2696"/>
        <pc:sldMkLst>
          <pc:docMk/>
          <pc:sldMk cId="3499033775" sldId="472"/>
        </pc:sldMkLst>
      </pc:sldChg>
      <pc:sldChg chg="addSp delSp modSp new mod ord modClrScheme chgLayout">
        <pc:chgData name="Mohammed Fasha" userId="cc64f42d-a1a6-4f08-b97b-0c37f877119f" providerId="ADAL" clId="{4B0C216D-0431-4C08-83EB-B615D906D932}" dt="2025-03-18T02:16:41.167" v="152" actId="20577"/>
        <pc:sldMkLst>
          <pc:docMk/>
          <pc:sldMk cId="3385747305" sldId="473"/>
        </pc:sldMkLst>
      </pc:sldChg>
      <pc:sldChg chg="modSp new mod">
        <pc:chgData name="Mohammed Fasha" userId="cc64f42d-a1a6-4f08-b97b-0c37f877119f" providerId="ADAL" clId="{4B0C216D-0431-4C08-83EB-B615D906D932}" dt="2025-03-18T02:15:56.699" v="100"/>
        <pc:sldMkLst>
          <pc:docMk/>
          <pc:sldMk cId="1939766790" sldId="474"/>
        </pc:sldMkLst>
      </pc:sldChg>
    </pc:docChg>
  </pc:docChgLst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047E1049-E75F-4C78-9C34-7E3C772A0EAF}"/>
    <pc:docChg chg="undo redo custSel addSld delSld modSld sldOrd">
      <pc:chgData name="Mohammed Fasha" userId="cc64f42d-a1a6-4f08-b97b-0c37f877119f" providerId="ADAL" clId="{047E1049-E75F-4C78-9C34-7E3C772A0EAF}" dt="2025-04-06T04:41:41.157" v="711" actId="6549"/>
      <pc:docMkLst>
        <pc:docMk/>
      </pc:docMkLst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934860174" sldId="285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416776941" sldId="289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2079225657" sldId="290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2088001872" sldId="291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893373019" sldId="292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05675678" sldId="293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2028619254" sldId="294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648889151" sldId="296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751924142" sldId="297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359989136" sldId="298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821443450" sldId="299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376231676" sldId="300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620554975" sldId="302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2095738023" sldId="303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56663359" sldId="304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55004230" sldId="305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689879719" sldId="308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5685033" sldId="309"/>
        </pc:sldMkLst>
      </pc:sldChg>
      <pc:sldChg chg="modSp mod">
        <pc:chgData name="Mohammed Fasha" userId="cc64f42d-a1a6-4f08-b97b-0c37f877119f" providerId="ADAL" clId="{047E1049-E75F-4C78-9C34-7E3C772A0EAF}" dt="2025-04-03T03:46:21.702" v="1" actId="20577"/>
        <pc:sldMkLst>
          <pc:docMk/>
          <pc:sldMk cId="1489447582" sldId="455"/>
        </pc:sldMkLst>
        <pc:spChg chg="mod">
          <ac:chgData name="Mohammed Fasha" userId="cc64f42d-a1a6-4f08-b97b-0c37f877119f" providerId="ADAL" clId="{047E1049-E75F-4C78-9C34-7E3C772A0EAF}" dt="2025-04-03T03:46:21.702" v="1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2282942957" sldId="456"/>
        </pc:sldMkLst>
      </pc:sldChg>
      <pc:sldChg chg="modSp new mod ord">
        <pc:chgData name="Mohammed Fasha" userId="cc64f42d-a1a6-4f08-b97b-0c37f877119f" providerId="ADAL" clId="{047E1049-E75F-4C78-9C34-7E3C772A0EAF}" dt="2025-04-04T02:51:23.023" v="364"/>
        <pc:sldMkLst>
          <pc:docMk/>
          <pc:sldMk cId="3478943202" sldId="456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1674895679" sldId="457"/>
        </pc:sldMkLst>
      </pc:sldChg>
      <pc:sldChg chg="modSp add mod ord">
        <pc:chgData name="Mohammed Fasha" userId="cc64f42d-a1a6-4f08-b97b-0c37f877119f" providerId="ADAL" clId="{047E1049-E75F-4C78-9C34-7E3C772A0EAF}" dt="2025-04-04T02:51:31.179" v="366"/>
        <pc:sldMkLst>
          <pc:docMk/>
          <pc:sldMk cId="4010934078" sldId="457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3292514151" sldId="458"/>
        </pc:sldMkLst>
      </pc:sldChg>
      <pc:sldChg chg="addSp modSp add mod ord">
        <pc:chgData name="Mohammed Fasha" userId="cc64f42d-a1a6-4f08-b97b-0c37f877119f" providerId="ADAL" clId="{047E1049-E75F-4C78-9C34-7E3C772A0EAF}" dt="2025-04-04T02:51:53.944" v="370"/>
        <pc:sldMkLst>
          <pc:docMk/>
          <pc:sldMk cId="3444919817" sldId="458"/>
        </pc:sldMkLst>
      </pc:sldChg>
      <pc:sldChg chg="modSp add mod">
        <pc:chgData name="Mohammed Fasha" userId="cc64f42d-a1a6-4f08-b97b-0c37f877119f" providerId="ADAL" clId="{047E1049-E75F-4C78-9C34-7E3C772A0EAF}" dt="2025-04-03T03:47:46.048" v="34" actId="27636"/>
        <pc:sldMkLst>
          <pc:docMk/>
          <pc:sldMk cId="1614983691" sldId="459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3675936543" sldId="459"/>
        </pc:sldMkLst>
      </pc:sldChg>
      <pc:sldChg chg="modSp add mod">
        <pc:chgData name="Mohammed Fasha" userId="cc64f42d-a1a6-4f08-b97b-0c37f877119f" providerId="ADAL" clId="{047E1049-E75F-4C78-9C34-7E3C772A0EAF}" dt="2025-04-03T03:48:13.085" v="53" actId="27636"/>
        <pc:sldMkLst>
          <pc:docMk/>
          <pc:sldMk cId="128777980" sldId="460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819366188" sldId="460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247418909" sldId="461"/>
        </pc:sldMkLst>
      </pc:sldChg>
      <pc:sldChg chg="modSp add mod">
        <pc:chgData name="Mohammed Fasha" userId="cc64f42d-a1a6-4f08-b97b-0c37f877119f" providerId="ADAL" clId="{047E1049-E75F-4C78-9C34-7E3C772A0EAF}" dt="2025-04-03T03:48:22.541" v="61" actId="27636"/>
        <pc:sldMkLst>
          <pc:docMk/>
          <pc:sldMk cId="1623409718" sldId="461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1157240725" sldId="462"/>
        </pc:sldMkLst>
      </pc:sldChg>
      <pc:sldChg chg="modSp add mod ord">
        <pc:chgData name="Mohammed Fasha" userId="cc64f42d-a1a6-4f08-b97b-0c37f877119f" providerId="ADAL" clId="{047E1049-E75F-4C78-9C34-7E3C772A0EAF}" dt="2025-04-03T03:47:59.704" v="42"/>
        <pc:sldMkLst>
          <pc:docMk/>
          <pc:sldMk cId="1479590340" sldId="462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2617340595" sldId="463"/>
        </pc:sldMkLst>
      </pc:sldChg>
      <pc:sldChg chg="addSp modSp add mod">
        <pc:chgData name="Mohammed Fasha" userId="cc64f42d-a1a6-4f08-b97b-0c37f877119f" providerId="ADAL" clId="{047E1049-E75F-4C78-9C34-7E3C772A0EAF}" dt="2025-04-03T03:48:42.512" v="69" actId="27636"/>
        <pc:sldMkLst>
          <pc:docMk/>
          <pc:sldMk cId="3692114030" sldId="463"/>
        </pc:sldMkLst>
      </pc:sldChg>
      <pc:sldChg chg="modSp add mod">
        <pc:chgData name="Mohammed Fasha" userId="cc64f42d-a1a6-4f08-b97b-0c37f877119f" providerId="ADAL" clId="{047E1049-E75F-4C78-9C34-7E3C772A0EAF}" dt="2025-04-03T03:48:52.922" v="77" actId="27636"/>
        <pc:sldMkLst>
          <pc:docMk/>
          <pc:sldMk cId="397173976" sldId="464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2675381745" sldId="464"/>
        </pc:sldMkLst>
      </pc:sldChg>
      <pc:sldChg chg="modSp add mod">
        <pc:chgData name="Mohammed Fasha" userId="cc64f42d-a1a6-4f08-b97b-0c37f877119f" providerId="ADAL" clId="{047E1049-E75F-4C78-9C34-7E3C772A0EAF}" dt="2025-04-03T03:49:26.553" v="95" actId="27636"/>
        <pc:sldMkLst>
          <pc:docMk/>
          <pc:sldMk cId="796753985" sldId="465"/>
        </pc:sldMkLst>
        <pc:spChg chg="mod">
          <ac:chgData name="Mohammed Fasha" userId="cc64f42d-a1a6-4f08-b97b-0c37f877119f" providerId="ADAL" clId="{047E1049-E75F-4C78-9C34-7E3C772A0EAF}" dt="2025-04-03T03:49:26.553" v="95" actId="27636"/>
          <ac:spMkLst>
            <pc:docMk/>
            <pc:sldMk cId="796753985" sldId="465"/>
            <ac:spMk id="2" creationId="{80CF406B-D776-9FFC-6D52-24CE62A008A4}"/>
          </ac:spMkLst>
        </pc:spChg>
        <pc:spChg chg="mod">
          <ac:chgData name="Mohammed Fasha" userId="cc64f42d-a1a6-4f08-b97b-0c37f877119f" providerId="ADAL" clId="{047E1049-E75F-4C78-9C34-7E3C772A0EAF}" dt="2025-04-03T03:49:24.779" v="91" actId="27636"/>
          <ac:spMkLst>
            <pc:docMk/>
            <pc:sldMk cId="796753985" sldId="465"/>
            <ac:spMk id="3" creationId="{56427E08-26DE-4EA2-AAE3-2408B343D535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4195523681" sldId="465"/>
        </pc:sldMkLst>
      </pc:sldChg>
      <pc:sldChg chg="modSp add mod">
        <pc:chgData name="Mohammed Fasha" userId="cc64f42d-a1a6-4f08-b97b-0c37f877119f" providerId="ADAL" clId="{047E1049-E75F-4C78-9C34-7E3C772A0EAF}" dt="2025-04-03T03:49:52.425" v="110" actId="27636"/>
        <pc:sldMkLst>
          <pc:docMk/>
          <pc:sldMk cId="1695077877" sldId="466"/>
        </pc:sldMkLst>
        <pc:spChg chg="mod">
          <ac:chgData name="Mohammed Fasha" userId="cc64f42d-a1a6-4f08-b97b-0c37f877119f" providerId="ADAL" clId="{047E1049-E75F-4C78-9C34-7E3C772A0EAF}" dt="2025-04-03T03:49:52.425" v="110" actId="27636"/>
          <ac:spMkLst>
            <pc:docMk/>
            <pc:sldMk cId="1695077877" sldId="466"/>
            <ac:spMk id="2" creationId="{CEB864F3-6019-D48A-AE25-E06A1BB0318C}"/>
          </ac:spMkLst>
        </pc:spChg>
        <pc:spChg chg="mod">
          <ac:chgData name="Mohammed Fasha" userId="cc64f42d-a1a6-4f08-b97b-0c37f877119f" providerId="ADAL" clId="{047E1049-E75F-4C78-9C34-7E3C772A0EAF}" dt="2025-04-03T03:49:50.758" v="106" actId="27636"/>
          <ac:spMkLst>
            <pc:docMk/>
            <pc:sldMk cId="1695077877" sldId="466"/>
            <ac:spMk id="3" creationId="{FD18DAE6-F28E-C259-98FC-8602EDFC2114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4047127300" sldId="466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3183967706" sldId="467"/>
        </pc:sldMkLst>
      </pc:sldChg>
      <pc:sldChg chg="modSp add mod">
        <pc:chgData name="Mohammed Fasha" userId="cc64f42d-a1a6-4f08-b97b-0c37f877119f" providerId="ADAL" clId="{047E1049-E75F-4C78-9C34-7E3C772A0EAF}" dt="2025-04-03T03:50:04.387" v="118" actId="27636"/>
        <pc:sldMkLst>
          <pc:docMk/>
          <pc:sldMk cId="3550307506" sldId="467"/>
        </pc:sldMkLst>
        <pc:spChg chg="mod">
          <ac:chgData name="Mohammed Fasha" userId="cc64f42d-a1a6-4f08-b97b-0c37f877119f" providerId="ADAL" clId="{047E1049-E75F-4C78-9C34-7E3C772A0EAF}" dt="2025-04-03T03:50:04.387" v="118" actId="27636"/>
          <ac:spMkLst>
            <pc:docMk/>
            <pc:sldMk cId="3550307506" sldId="467"/>
            <ac:spMk id="2" creationId="{263C66B4-FEC7-4EFC-0AA3-5CF65CD3E8AA}"/>
          </ac:spMkLst>
        </pc:spChg>
        <pc:spChg chg="mod">
          <ac:chgData name="Mohammed Fasha" userId="cc64f42d-a1a6-4f08-b97b-0c37f877119f" providerId="ADAL" clId="{047E1049-E75F-4C78-9C34-7E3C772A0EAF}" dt="2025-04-03T03:50:02.790" v="114" actId="27636"/>
          <ac:spMkLst>
            <pc:docMk/>
            <pc:sldMk cId="3550307506" sldId="467"/>
            <ac:spMk id="3" creationId="{DD609242-B147-7034-7C17-0663FD6176CA}"/>
          </ac:spMkLst>
        </pc:spChg>
      </pc:sldChg>
      <pc:sldChg chg="addSp delSp modSp new mod modClrScheme chgLayout">
        <pc:chgData name="Mohammed Fasha" userId="cc64f42d-a1a6-4f08-b97b-0c37f877119f" providerId="ADAL" clId="{047E1049-E75F-4C78-9C34-7E3C772A0EAF}" dt="2025-04-03T03:49:12.860" v="87" actId="27636"/>
        <pc:sldMkLst>
          <pc:docMk/>
          <pc:sldMk cId="3037053525" sldId="468"/>
        </pc:sldMkLst>
        <pc:spChg chg="add mod ord">
          <ac:chgData name="Mohammed Fasha" userId="cc64f42d-a1a6-4f08-b97b-0c37f877119f" providerId="ADAL" clId="{047E1049-E75F-4C78-9C34-7E3C772A0EAF}" dt="2025-04-03T03:49:12.860" v="87" actId="27636"/>
          <ac:spMkLst>
            <pc:docMk/>
            <pc:sldMk cId="3037053525" sldId="468"/>
            <ac:spMk id="4" creationId="{F3F1FFB2-9960-5280-F412-01A71B5475D6}"/>
          </ac:spMkLst>
        </pc:spChg>
        <pc:spChg chg="add mod ord">
          <ac:chgData name="Mohammed Fasha" userId="cc64f42d-a1a6-4f08-b97b-0c37f877119f" providerId="ADAL" clId="{047E1049-E75F-4C78-9C34-7E3C772A0EAF}" dt="2025-04-03T03:49:09.423" v="79" actId="700"/>
          <ac:spMkLst>
            <pc:docMk/>
            <pc:sldMk cId="3037053525" sldId="468"/>
            <ac:spMk id="5" creationId="{F57CFC6E-AA03-FD95-1A5C-D53B79D06BDD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3161654258" sldId="468"/>
        </pc:sldMkLst>
      </pc:sldChg>
      <pc:sldChg chg="modSp add mod">
        <pc:chgData name="Mohammed Fasha" userId="cc64f42d-a1a6-4f08-b97b-0c37f877119f" providerId="ADAL" clId="{047E1049-E75F-4C78-9C34-7E3C772A0EAF}" dt="2025-04-03T03:50:20.247" v="126" actId="27636"/>
        <pc:sldMkLst>
          <pc:docMk/>
          <pc:sldMk cId="1747260327" sldId="469"/>
        </pc:sldMkLst>
        <pc:spChg chg="mod">
          <ac:chgData name="Mohammed Fasha" userId="cc64f42d-a1a6-4f08-b97b-0c37f877119f" providerId="ADAL" clId="{047E1049-E75F-4C78-9C34-7E3C772A0EAF}" dt="2025-04-03T03:50:20.247" v="126" actId="27636"/>
          <ac:spMkLst>
            <pc:docMk/>
            <pc:sldMk cId="1747260327" sldId="469"/>
            <ac:spMk id="2" creationId="{65FD6494-4E10-8614-B958-9AA64C7CDBEE}"/>
          </ac:spMkLst>
        </pc:spChg>
        <pc:spChg chg="mod">
          <ac:chgData name="Mohammed Fasha" userId="cc64f42d-a1a6-4f08-b97b-0c37f877119f" providerId="ADAL" clId="{047E1049-E75F-4C78-9C34-7E3C772A0EAF}" dt="2025-04-03T03:50:18.630" v="122" actId="27636"/>
          <ac:spMkLst>
            <pc:docMk/>
            <pc:sldMk cId="1747260327" sldId="469"/>
            <ac:spMk id="3" creationId="{8EE7FCE1-636B-3F94-E4A2-3319F58FF48A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2175348861" sldId="469"/>
        </pc:sldMkLst>
      </pc:sldChg>
      <pc:sldChg chg="modSp add mod">
        <pc:chgData name="Mohammed Fasha" userId="cc64f42d-a1a6-4f08-b97b-0c37f877119f" providerId="ADAL" clId="{047E1049-E75F-4C78-9C34-7E3C772A0EAF}" dt="2025-04-03T03:50:34.128" v="133" actId="27636"/>
        <pc:sldMkLst>
          <pc:docMk/>
          <pc:sldMk cId="2869808375" sldId="470"/>
        </pc:sldMkLst>
        <pc:spChg chg="mod">
          <ac:chgData name="Mohammed Fasha" userId="cc64f42d-a1a6-4f08-b97b-0c37f877119f" providerId="ADAL" clId="{047E1049-E75F-4C78-9C34-7E3C772A0EAF}" dt="2025-04-03T03:50:34.128" v="133" actId="27636"/>
          <ac:spMkLst>
            <pc:docMk/>
            <pc:sldMk cId="2869808375" sldId="470"/>
            <ac:spMk id="2" creationId="{EE89C4E7-838F-8D30-2626-B1EB6AD6DA84}"/>
          </ac:spMkLst>
        </pc:spChg>
        <pc:spChg chg="mod">
          <ac:chgData name="Mohammed Fasha" userId="cc64f42d-a1a6-4f08-b97b-0c37f877119f" providerId="ADAL" clId="{047E1049-E75F-4C78-9C34-7E3C772A0EAF}" dt="2025-04-03T03:50:32.388" v="129" actId="21"/>
          <ac:spMkLst>
            <pc:docMk/>
            <pc:sldMk cId="2869808375" sldId="470"/>
            <ac:spMk id="3" creationId="{D8C34584-8AF9-43B1-5A34-00A381AE3FDA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2988183144" sldId="470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1572681964" sldId="471"/>
        </pc:sldMkLst>
      </pc:sldChg>
      <pc:sldChg chg="modSp add mod">
        <pc:chgData name="Mohammed Fasha" userId="cc64f42d-a1a6-4f08-b97b-0c37f877119f" providerId="ADAL" clId="{047E1049-E75F-4C78-9C34-7E3C772A0EAF}" dt="2025-04-03T03:50:47.771" v="141" actId="27636"/>
        <pc:sldMkLst>
          <pc:docMk/>
          <pc:sldMk cId="3417884614" sldId="471"/>
        </pc:sldMkLst>
        <pc:spChg chg="mod">
          <ac:chgData name="Mohammed Fasha" userId="cc64f42d-a1a6-4f08-b97b-0c37f877119f" providerId="ADAL" clId="{047E1049-E75F-4C78-9C34-7E3C772A0EAF}" dt="2025-04-03T03:50:47.771" v="141" actId="27636"/>
          <ac:spMkLst>
            <pc:docMk/>
            <pc:sldMk cId="3417884614" sldId="471"/>
            <ac:spMk id="2" creationId="{DB11B57A-692A-7DB4-9686-8288CD92572D}"/>
          </ac:spMkLst>
        </pc:spChg>
        <pc:spChg chg="mod">
          <ac:chgData name="Mohammed Fasha" userId="cc64f42d-a1a6-4f08-b97b-0c37f877119f" providerId="ADAL" clId="{047E1049-E75F-4C78-9C34-7E3C772A0EAF}" dt="2025-04-03T03:50:46.195" v="137" actId="27636"/>
          <ac:spMkLst>
            <pc:docMk/>
            <pc:sldMk cId="3417884614" sldId="471"/>
            <ac:spMk id="3" creationId="{ADAFDA4B-07DC-9058-B687-790142336F74}"/>
          </ac:spMkLst>
        </pc:spChg>
      </pc:sldChg>
      <pc:sldChg chg="modSp add mod">
        <pc:chgData name="Mohammed Fasha" userId="cc64f42d-a1a6-4f08-b97b-0c37f877119f" providerId="ADAL" clId="{047E1049-E75F-4C78-9C34-7E3C772A0EAF}" dt="2025-04-03T03:51:00.974" v="149" actId="27636"/>
        <pc:sldMkLst>
          <pc:docMk/>
          <pc:sldMk cId="3101782170" sldId="472"/>
        </pc:sldMkLst>
        <pc:spChg chg="mod">
          <ac:chgData name="Mohammed Fasha" userId="cc64f42d-a1a6-4f08-b97b-0c37f877119f" providerId="ADAL" clId="{047E1049-E75F-4C78-9C34-7E3C772A0EAF}" dt="2025-04-03T03:51:00.974" v="149" actId="27636"/>
          <ac:spMkLst>
            <pc:docMk/>
            <pc:sldMk cId="3101782170" sldId="472"/>
            <ac:spMk id="2" creationId="{97E9680E-43E9-41A3-9F42-72BD80F764BF}"/>
          </ac:spMkLst>
        </pc:spChg>
        <pc:spChg chg="mod">
          <ac:chgData name="Mohammed Fasha" userId="cc64f42d-a1a6-4f08-b97b-0c37f877119f" providerId="ADAL" clId="{047E1049-E75F-4C78-9C34-7E3C772A0EAF}" dt="2025-04-03T03:50:58.724" v="145" actId="27636"/>
          <ac:spMkLst>
            <pc:docMk/>
            <pc:sldMk cId="3101782170" sldId="472"/>
            <ac:spMk id="3" creationId="{AC3E73DA-06FF-F41B-BB7A-1BB45F757883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3385747305" sldId="473"/>
        </pc:sldMkLst>
      </pc:sldChg>
      <pc:sldChg chg="modSp add mod">
        <pc:chgData name="Mohammed Fasha" userId="cc64f42d-a1a6-4f08-b97b-0c37f877119f" providerId="ADAL" clId="{047E1049-E75F-4C78-9C34-7E3C772A0EAF}" dt="2025-04-03T03:51:44.543" v="204" actId="27636"/>
        <pc:sldMkLst>
          <pc:docMk/>
          <pc:sldMk cId="3816827401" sldId="473"/>
        </pc:sldMkLst>
        <pc:spChg chg="mod">
          <ac:chgData name="Mohammed Fasha" userId="cc64f42d-a1a6-4f08-b97b-0c37f877119f" providerId="ADAL" clId="{047E1049-E75F-4C78-9C34-7E3C772A0EAF}" dt="2025-04-03T03:51:44.543" v="204" actId="27636"/>
          <ac:spMkLst>
            <pc:docMk/>
            <pc:sldMk cId="3816827401" sldId="473"/>
            <ac:spMk id="2" creationId="{E9AC403D-C1B7-C5E8-86D2-6BF107125F70}"/>
          </ac:spMkLst>
        </pc:spChg>
        <pc:spChg chg="mod">
          <ac:chgData name="Mohammed Fasha" userId="cc64f42d-a1a6-4f08-b97b-0c37f877119f" providerId="ADAL" clId="{047E1049-E75F-4C78-9C34-7E3C772A0EAF}" dt="2025-04-03T03:51:43" v="200" actId="27636"/>
          <ac:spMkLst>
            <pc:docMk/>
            <pc:sldMk cId="3816827401" sldId="473"/>
            <ac:spMk id="3" creationId="{427A656F-6122-A91A-832C-FC7D69911A79}"/>
          </ac:spMkLst>
        </pc:spChg>
      </pc:sldChg>
      <pc:sldChg chg="modSp add mod">
        <pc:chgData name="Mohammed Fasha" userId="cc64f42d-a1a6-4f08-b97b-0c37f877119f" providerId="ADAL" clId="{047E1049-E75F-4C78-9C34-7E3C772A0EAF}" dt="2025-04-03T03:56:44.767" v="316" actId="27636"/>
        <pc:sldMkLst>
          <pc:docMk/>
          <pc:sldMk cId="1739290896" sldId="474"/>
        </pc:sldMkLst>
        <pc:spChg chg="mod">
          <ac:chgData name="Mohammed Fasha" userId="cc64f42d-a1a6-4f08-b97b-0c37f877119f" providerId="ADAL" clId="{047E1049-E75F-4C78-9C34-7E3C772A0EAF}" dt="2025-04-03T03:56:44.767" v="316" actId="27636"/>
          <ac:spMkLst>
            <pc:docMk/>
            <pc:sldMk cId="1739290896" sldId="474"/>
            <ac:spMk id="2" creationId="{498BA442-A651-CD84-ED67-9DF35213ACBA}"/>
          </ac:spMkLst>
        </pc:spChg>
        <pc:spChg chg="mod">
          <ac:chgData name="Mohammed Fasha" userId="cc64f42d-a1a6-4f08-b97b-0c37f877119f" providerId="ADAL" clId="{047E1049-E75F-4C78-9C34-7E3C772A0EAF}" dt="2025-04-03T03:56:43.146" v="312" actId="27636"/>
          <ac:spMkLst>
            <pc:docMk/>
            <pc:sldMk cId="1739290896" sldId="474"/>
            <ac:spMk id="3" creationId="{FBD91FFB-5239-79A5-8DE2-4D0F2384960B}"/>
          </ac:spMkLst>
        </pc:spChg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1939766790" sldId="474"/>
        </pc:sldMkLst>
      </pc:sldChg>
      <pc:sldChg chg="del">
        <pc:chgData name="Mohammed Fasha" userId="cc64f42d-a1a6-4f08-b97b-0c37f877119f" providerId="ADAL" clId="{047E1049-E75F-4C78-9C34-7E3C772A0EAF}" dt="2025-04-03T03:46:18.300" v="0" actId="2696"/>
        <pc:sldMkLst>
          <pc:docMk/>
          <pc:sldMk cId="1489896525" sldId="475"/>
        </pc:sldMkLst>
      </pc:sldChg>
      <pc:sldChg chg="addSp modSp add mod">
        <pc:chgData name="Mohammed Fasha" userId="cc64f42d-a1a6-4f08-b97b-0c37f877119f" providerId="ADAL" clId="{047E1049-E75F-4C78-9C34-7E3C772A0EAF}" dt="2025-04-03T03:57:23.080" v="345" actId="27636"/>
        <pc:sldMkLst>
          <pc:docMk/>
          <pc:sldMk cId="2226513235" sldId="475"/>
        </pc:sldMkLst>
        <pc:spChg chg="mod">
          <ac:chgData name="Mohammed Fasha" userId="cc64f42d-a1a6-4f08-b97b-0c37f877119f" providerId="ADAL" clId="{047E1049-E75F-4C78-9C34-7E3C772A0EAF}" dt="2025-04-03T03:56:57.659" v="324" actId="27636"/>
          <ac:spMkLst>
            <pc:docMk/>
            <pc:sldMk cId="2226513235" sldId="475"/>
            <ac:spMk id="2" creationId="{861E093D-368C-0A07-9C2B-80F33D83A2DF}"/>
          </ac:spMkLst>
        </pc:spChg>
        <pc:spChg chg="mod">
          <ac:chgData name="Mohammed Fasha" userId="cc64f42d-a1a6-4f08-b97b-0c37f877119f" providerId="ADAL" clId="{047E1049-E75F-4C78-9C34-7E3C772A0EAF}" dt="2025-04-03T03:57:19.749" v="343" actId="27636"/>
          <ac:spMkLst>
            <pc:docMk/>
            <pc:sldMk cId="2226513235" sldId="475"/>
            <ac:spMk id="3" creationId="{B276A83C-505E-F8FB-4A24-E0E1F05F94EB}"/>
          </ac:spMkLst>
        </pc:spChg>
        <pc:spChg chg="add mod">
          <ac:chgData name="Mohammed Fasha" userId="cc64f42d-a1a6-4f08-b97b-0c37f877119f" providerId="ADAL" clId="{047E1049-E75F-4C78-9C34-7E3C772A0EAF}" dt="2025-04-03T03:57:23.080" v="345" actId="27636"/>
          <ac:spMkLst>
            <pc:docMk/>
            <pc:sldMk cId="2226513235" sldId="475"/>
            <ac:spMk id="4" creationId="{5BEA4BC8-586E-370A-170A-D25D6D75163E}"/>
          </ac:spMkLst>
        </pc:spChg>
      </pc:sldChg>
      <pc:sldChg chg="addSp delSp modSp new mod modClrScheme chgLayout">
        <pc:chgData name="Mohammed Fasha" userId="cc64f42d-a1a6-4f08-b97b-0c37f877119f" providerId="ADAL" clId="{047E1049-E75F-4C78-9C34-7E3C772A0EAF}" dt="2025-04-03T03:51:27.265" v="189" actId="20577"/>
        <pc:sldMkLst>
          <pc:docMk/>
          <pc:sldMk cId="3909279172" sldId="476"/>
        </pc:sldMkLst>
        <pc:spChg chg="add mod ord">
          <ac:chgData name="Mohammed Fasha" userId="cc64f42d-a1a6-4f08-b97b-0c37f877119f" providerId="ADAL" clId="{047E1049-E75F-4C78-9C34-7E3C772A0EAF}" dt="2025-04-03T03:51:27.265" v="189" actId="20577"/>
          <ac:spMkLst>
            <pc:docMk/>
            <pc:sldMk cId="3909279172" sldId="476"/>
            <ac:spMk id="4" creationId="{2E657938-CEFB-FA4E-13ED-6ABE7FD3F2F4}"/>
          </ac:spMkLst>
        </pc:spChg>
        <pc:spChg chg="add mod ord">
          <ac:chgData name="Mohammed Fasha" userId="cc64f42d-a1a6-4f08-b97b-0c37f877119f" providerId="ADAL" clId="{047E1049-E75F-4C78-9C34-7E3C772A0EAF}" dt="2025-04-03T03:51:19.554" v="151" actId="700"/>
          <ac:spMkLst>
            <pc:docMk/>
            <pc:sldMk cId="3909279172" sldId="476"/>
            <ac:spMk id="5" creationId="{B06B5A94-28FD-1FAA-B964-CB7542D07AE5}"/>
          </ac:spMkLst>
        </pc:spChg>
      </pc:sldChg>
      <pc:sldChg chg="modSp add mod">
        <pc:chgData name="Mohammed Fasha" userId="cc64f42d-a1a6-4f08-b97b-0c37f877119f" providerId="ADAL" clId="{047E1049-E75F-4C78-9C34-7E3C772A0EAF}" dt="2025-04-03T03:51:56.048" v="212" actId="27636"/>
        <pc:sldMkLst>
          <pc:docMk/>
          <pc:sldMk cId="819841267" sldId="477"/>
        </pc:sldMkLst>
        <pc:spChg chg="mod">
          <ac:chgData name="Mohammed Fasha" userId="cc64f42d-a1a6-4f08-b97b-0c37f877119f" providerId="ADAL" clId="{047E1049-E75F-4C78-9C34-7E3C772A0EAF}" dt="2025-04-03T03:51:56.048" v="212" actId="27636"/>
          <ac:spMkLst>
            <pc:docMk/>
            <pc:sldMk cId="819841267" sldId="477"/>
            <ac:spMk id="2" creationId="{35A7BC0D-C852-E355-A18B-B6BE1C567F9E}"/>
          </ac:spMkLst>
        </pc:spChg>
        <pc:spChg chg="mod">
          <ac:chgData name="Mohammed Fasha" userId="cc64f42d-a1a6-4f08-b97b-0c37f877119f" providerId="ADAL" clId="{047E1049-E75F-4C78-9C34-7E3C772A0EAF}" dt="2025-04-03T03:51:54.513" v="208" actId="27636"/>
          <ac:spMkLst>
            <pc:docMk/>
            <pc:sldMk cId="819841267" sldId="477"/>
            <ac:spMk id="3" creationId="{A4AEF3D1-EACC-69F1-3ADB-41707183FC4C}"/>
          </ac:spMkLst>
        </pc:spChg>
      </pc:sldChg>
      <pc:sldChg chg="addSp modSp add mod">
        <pc:chgData name="Mohammed Fasha" userId="cc64f42d-a1a6-4f08-b97b-0c37f877119f" providerId="ADAL" clId="{047E1049-E75F-4C78-9C34-7E3C772A0EAF}" dt="2025-04-03T03:53:56.061" v="268" actId="27636"/>
        <pc:sldMkLst>
          <pc:docMk/>
          <pc:sldMk cId="2214073972" sldId="478"/>
        </pc:sldMkLst>
        <pc:spChg chg="mod">
          <ac:chgData name="Mohammed Fasha" userId="cc64f42d-a1a6-4f08-b97b-0c37f877119f" providerId="ADAL" clId="{047E1049-E75F-4C78-9C34-7E3C772A0EAF}" dt="2025-04-03T03:52:14.839" v="221" actId="27636"/>
          <ac:spMkLst>
            <pc:docMk/>
            <pc:sldMk cId="2214073972" sldId="478"/>
            <ac:spMk id="2" creationId="{F68D9D53-CFCC-E267-B0B4-C1D7740B1647}"/>
          </ac:spMkLst>
        </pc:spChg>
        <pc:spChg chg="mod">
          <ac:chgData name="Mohammed Fasha" userId="cc64f42d-a1a6-4f08-b97b-0c37f877119f" providerId="ADAL" clId="{047E1049-E75F-4C78-9C34-7E3C772A0EAF}" dt="2025-04-03T03:53:54.691" v="266" actId="27636"/>
          <ac:spMkLst>
            <pc:docMk/>
            <pc:sldMk cId="2214073972" sldId="478"/>
            <ac:spMk id="3" creationId="{0E7F3D06-E5AD-1890-2866-8A8797E2FF36}"/>
          </ac:spMkLst>
        </pc:spChg>
        <pc:spChg chg="add mod">
          <ac:chgData name="Mohammed Fasha" userId="cc64f42d-a1a6-4f08-b97b-0c37f877119f" providerId="ADAL" clId="{047E1049-E75F-4C78-9C34-7E3C772A0EAF}" dt="2025-04-03T03:53:56.061" v="268" actId="27636"/>
          <ac:spMkLst>
            <pc:docMk/>
            <pc:sldMk cId="2214073972" sldId="478"/>
            <ac:spMk id="4" creationId="{ED2C9B28-0544-2AB2-2446-1EB5B328E051}"/>
          </ac:spMkLst>
        </pc:spChg>
      </pc:sldChg>
      <pc:sldChg chg="modSp add mod">
        <pc:chgData name="Mohammed Fasha" userId="cc64f42d-a1a6-4f08-b97b-0c37f877119f" providerId="ADAL" clId="{047E1049-E75F-4C78-9C34-7E3C772A0EAF}" dt="2025-04-03T03:52:30.959" v="230" actId="27636"/>
        <pc:sldMkLst>
          <pc:docMk/>
          <pc:sldMk cId="3156073132" sldId="479"/>
        </pc:sldMkLst>
        <pc:spChg chg="mod">
          <ac:chgData name="Mohammed Fasha" userId="cc64f42d-a1a6-4f08-b97b-0c37f877119f" providerId="ADAL" clId="{047E1049-E75F-4C78-9C34-7E3C772A0EAF}" dt="2025-04-03T03:52:30.959" v="230" actId="27636"/>
          <ac:spMkLst>
            <pc:docMk/>
            <pc:sldMk cId="3156073132" sldId="479"/>
            <ac:spMk id="2" creationId="{1DD75010-36E4-A42A-D85A-C768351C48F3}"/>
          </ac:spMkLst>
        </pc:spChg>
        <pc:spChg chg="mod">
          <ac:chgData name="Mohammed Fasha" userId="cc64f42d-a1a6-4f08-b97b-0c37f877119f" providerId="ADAL" clId="{047E1049-E75F-4C78-9C34-7E3C772A0EAF}" dt="2025-04-03T03:52:29.463" v="226" actId="21"/>
          <ac:spMkLst>
            <pc:docMk/>
            <pc:sldMk cId="3156073132" sldId="479"/>
            <ac:spMk id="3" creationId="{FE02CB0B-E3D9-11C8-9EDD-4A08786B9A8F}"/>
          </ac:spMkLst>
        </pc:spChg>
      </pc:sldChg>
      <pc:sldChg chg="modSp add mod">
        <pc:chgData name="Mohammed Fasha" userId="cc64f42d-a1a6-4f08-b97b-0c37f877119f" providerId="ADAL" clId="{047E1049-E75F-4C78-9C34-7E3C772A0EAF}" dt="2025-04-03T03:52:41.270" v="238" actId="27636"/>
        <pc:sldMkLst>
          <pc:docMk/>
          <pc:sldMk cId="3580460315" sldId="480"/>
        </pc:sldMkLst>
        <pc:spChg chg="mod">
          <ac:chgData name="Mohammed Fasha" userId="cc64f42d-a1a6-4f08-b97b-0c37f877119f" providerId="ADAL" clId="{047E1049-E75F-4C78-9C34-7E3C772A0EAF}" dt="2025-04-03T03:52:41.270" v="238" actId="27636"/>
          <ac:spMkLst>
            <pc:docMk/>
            <pc:sldMk cId="3580460315" sldId="480"/>
            <ac:spMk id="2" creationId="{07F73D52-7F2B-F2D7-BC0A-AADF6A46A5F6}"/>
          </ac:spMkLst>
        </pc:spChg>
        <pc:spChg chg="mod">
          <ac:chgData name="Mohammed Fasha" userId="cc64f42d-a1a6-4f08-b97b-0c37f877119f" providerId="ADAL" clId="{047E1049-E75F-4C78-9C34-7E3C772A0EAF}" dt="2025-04-03T03:52:39.828" v="234" actId="27636"/>
          <ac:spMkLst>
            <pc:docMk/>
            <pc:sldMk cId="3580460315" sldId="480"/>
            <ac:spMk id="3" creationId="{D32D9934-98D2-95AC-E9F9-A2FE333FEA4C}"/>
          </ac:spMkLst>
        </pc:spChg>
      </pc:sldChg>
      <pc:sldChg chg="addSp modSp add mod">
        <pc:chgData name="Mohammed Fasha" userId="cc64f42d-a1a6-4f08-b97b-0c37f877119f" providerId="ADAL" clId="{047E1049-E75F-4C78-9C34-7E3C772A0EAF}" dt="2025-04-03T03:53:33.580" v="261" actId="27636"/>
        <pc:sldMkLst>
          <pc:docMk/>
          <pc:sldMk cId="1703340959" sldId="481"/>
        </pc:sldMkLst>
        <pc:spChg chg="mod">
          <ac:chgData name="Mohammed Fasha" userId="cc64f42d-a1a6-4f08-b97b-0c37f877119f" providerId="ADAL" clId="{047E1049-E75F-4C78-9C34-7E3C772A0EAF}" dt="2025-04-03T03:52:53.703" v="245" actId="27636"/>
          <ac:spMkLst>
            <pc:docMk/>
            <pc:sldMk cId="1703340959" sldId="481"/>
            <ac:spMk id="2" creationId="{B65298BA-C99C-73F5-C900-017284457240}"/>
          </ac:spMkLst>
        </pc:spChg>
        <pc:spChg chg="mod">
          <ac:chgData name="Mohammed Fasha" userId="cc64f42d-a1a6-4f08-b97b-0c37f877119f" providerId="ADAL" clId="{047E1049-E75F-4C78-9C34-7E3C772A0EAF}" dt="2025-04-03T03:53:20.499" v="257" actId="27636"/>
          <ac:spMkLst>
            <pc:docMk/>
            <pc:sldMk cId="1703340959" sldId="481"/>
            <ac:spMk id="3" creationId="{19A6C804-4643-A6F8-2FF4-C1A5D7998BDD}"/>
          </ac:spMkLst>
        </pc:spChg>
        <pc:spChg chg="add mod">
          <ac:chgData name="Mohammed Fasha" userId="cc64f42d-a1a6-4f08-b97b-0c37f877119f" providerId="ADAL" clId="{047E1049-E75F-4C78-9C34-7E3C772A0EAF}" dt="2025-04-03T03:53:33.580" v="261" actId="27636"/>
          <ac:spMkLst>
            <pc:docMk/>
            <pc:sldMk cId="1703340959" sldId="481"/>
            <ac:spMk id="4" creationId="{C9E9915F-FA72-4ACD-1A44-240CCDCABFB2}"/>
          </ac:spMkLst>
        </pc:spChg>
      </pc:sldChg>
      <pc:sldChg chg="modSp add mod">
        <pc:chgData name="Mohammed Fasha" userId="cc64f42d-a1a6-4f08-b97b-0c37f877119f" providerId="ADAL" clId="{047E1049-E75F-4C78-9C34-7E3C772A0EAF}" dt="2025-04-03T03:56:04.672" v="277" actId="27636"/>
        <pc:sldMkLst>
          <pc:docMk/>
          <pc:sldMk cId="2888335997" sldId="482"/>
        </pc:sldMkLst>
        <pc:spChg chg="mod">
          <ac:chgData name="Mohammed Fasha" userId="cc64f42d-a1a6-4f08-b97b-0c37f877119f" providerId="ADAL" clId="{047E1049-E75F-4C78-9C34-7E3C772A0EAF}" dt="2025-04-03T03:56:04.672" v="277" actId="27636"/>
          <ac:spMkLst>
            <pc:docMk/>
            <pc:sldMk cId="2888335997" sldId="482"/>
            <ac:spMk id="2" creationId="{B3E29E13-F751-3157-5E0A-213E32367277}"/>
          </ac:spMkLst>
        </pc:spChg>
        <pc:spChg chg="mod">
          <ac:chgData name="Mohammed Fasha" userId="cc64f42d-a1a6-4f08-b97b-0c37f877119f" providerId="ADAL" clId="{047E1049-E75F-4C78-9C34-7E3C772A0EAF}" dt="2025-04-03T03:56:02.907" v="273" actId="27636"/>
          <ac:spMkLst>
            <pc:docMk/>
            <pc:sldMk cId="2888335997" sldId="482"/>
            <ac:spMk id="3" creationId="{E1AB60F3-9889-0B3B-91FE-7159F4AFBED4}"/>
          </ac:spMkLst>
        </pc:spChg>
      </pc:sldChg>
      <pc:sldChg chg="modSp add mod">
        <pc:chgData name="Mohammed Fasha" userId="cc64f42d-a1a6-4f08-b97b-0c37f877119f" providerId="ADAL" clId="{047E1049-E75F-4C78-9C34-7E3C772A0EAF}" dt="2025-04-03T03:56:33.805" v="308" actId="27636"/>
        <pc:sldMkLst>
          <pc:docMk/>
          <pc:sldMk cId="793646111" sldId="483"/>
        </pc:sldMkLst>
        <pc:spChg chg="mod">
          <ac:chgData name="Mohammed Fasha" userId="cc64f42d-a1a6-4f08-b97b-0c37f877119f" providerId="ADAL" clId="{047E1049-E75F-4C78-9C34-7E3C772A0EAF}" dt="2025-04-03T03:56:33.805" v="308" actId="27636"/>
          <ac:spMkLst>
            <pc:docMk/>
            <pc:sldMk cId="793646111" sldId="483"/>
            <ac:spMk id="2" creationId="{9B15B4D2-62A9-1B5F-8A7E-0936685411A7}"/>
          </ac:spMkLst>
        </pc:spChg>
        <pc:spChg chg="mod">
          <ac:chgData name="Mohammed Fasha" userId="cc64f42d-a1a6-4f08-b97b-0c37f877119f" providerId="ADAL" clId="{047E1049-E75F-4C78-9C34-7E3C772A0EAF}" dt="2025-04-03T03:56:32.004" v="304" actId="27636"/>
          <ac:spMkLst>
            <pc:docMk/>
            <pc:sldMk cId="793646111" sldId="483"/>
            <ac:spMk id="3" creationId="{8DAF7B7D-47B7-0514-7C8E-D12B0CA18ECF}"/>
          </ac:spMkLst>
        </pc:spChg>
      </pc:sldChg>
      <pc:sldChg chg="addSp delSp modSp new mod modClrScheme chgLayout">
        <pc:chgData name="Mohammed Fasha" userId="cc64f42d-a1a6-4f08-b97b-0c37f877119f" providerId="ADAL" clId="{047E1049-E75F-4C78-9C34-7E3C772A0EAF}" dt="2025-04-03T03:56:17.371" v="300" actId="20577"/>
        <pc:sldMkLst>
          <pc:docMk/>
          <pc:sldMk cId="1303499855" sldId="484"/>
        </pc:sldMkLst>
        <pc:spChg chg="add mod ord">
          <ac:chgData name="Mohammed Fasha" userId="cc64f42d-a1a6-4f08-b97b-0c37f877119f" providerId="ADAL" clId="{047E1049-E75F-4C78-9C34-7E3C772A0EAF}" dt="2025-04-03T03:56:17.371" v="300" actId="20577"/>
          <ac:spMkLst>
            <pc:docMk/>
            <pc:sldMk cId="1303499855" sldId="484"/>
            <ac:spMk id="4" creationId="{82E8F7BD-DD10-A91C-E95F-F8F1CCEE15C6}"/>
          </ac:spMkLst>
        </pc:spChg>
        <pc:spChg chg="add mod ord">
          <ac:chgData name="Mohammed Fasha" userId="cc64f42d-a1a6-4f08-b97b-0c37f877119f" providerId="ADAL" clId="{047E1049-E75F-4C78-9C34-7E3C772A0EAF}" dt="2025-04-03T03:56:09.493" v="279" actId="700"/>
          <ac:spMkLst>
            <pc:docMk/>
            <pc:sldMk cId="1303499855" sldId="484"/>
            <ac:spMk id="5" creationId="{3EC678A6-523F-E6EB-8FC0-EDDE03D49FDB}"/>
          </ac:spMkLst>
        </pc:spChg>
      </pc:sldChg>
      <pc:sldChg chg="modSp new mod">
        <pc:chgData name="Mohammed Fasha" userId="cc64f42d-a1a6-4f08-b97b-0c37f877119f" providerId="ADAL" clId="{047E1049-E75F-4C78-9C34-7E3C772A0EAF}" dt="2025-04-03T03:57:40.106" v="353" actId="27636"/>
        <pc:sldMkLst>
          <pc:docMk/>
          <pc:sldMk cId="785969896" sldId="485"/>
        </pc:sldMkLst>
        <pc:spChg chg="mod">
          <ac:chgData name="Mohammed Fasha" userId="cc64f42d-a1a6-4f08-b97b-0c37f877119f" providerId="ADAL" clId="{047E1049-E75F-4C78-9C34-7E3C772A0EAF}" dt="2025-04-03T03:57:40.106" v="353" actId="27636"/>
          <ac:spMkLst>
            <pc:docMk/>
            <pc:sldMk cId="785969896" sldId="485"/>
            <ac:spMk id="2" creationId="{FE9E2188-1523-DDEE-BD1E-B2CA3EA49534}"/>
          </ac:spMkLst>
        </pc:spChg>
        <pc:spChg chg="mod">
          <ac:chgData name="Mohammed Fasha" userId="cc64f42d-a1a6-4f08-b97b-0c37f877119f" providerId="ADAL" clId="{047E1049-E75F-4C78-9C34-7E3C772A0EAF}" dt="2025-04-03T03:57:38.511" v="349" actId="27636"/>
          <ac:spMkLst>
            <pc:docMk/>
            <pc:sldMk cId="785969896" sldId="485"/>
            <ac:spMk id="3" creationId="{7C1F412C-C518-CFE8-E478-7ED8BC5B6AF5}"/>
          </ac:spMkLst>
        </pc:spChg>
      </pc:sldChg>
      <pc:sldChg chg="modSp add mod">
        <pc:chgData name="Mohammed Fasha" userId="cc64f42d-a1a6-4f08-b97b-0c37f877119f" providerId="ADAL" clId="{047E1049-E75F-4C78-9C34-7E3C772A0EAF}" dt="2025-04-03T03:57:51.517" v="360" actId="27636"/>
        <pc:sldMkLst>
          <pc:docMk/>
          <pc:sldMk cId="603445561" sldId="486"/>
        </pc:sldMkLst>
        <pc:spChg chg="mod">
          <ac:chgData name="Mohammed Fasha" userId="cc64f42d-a1a6-4f08-b97b-0c37f877119f" providerId="ADAL" clId="{047E1049-E75F-4C78-9C34-7E3C772A0EAF}" dt="2025-04-03T03:57:51.517" v="360" actId="27636"/>
          <ac:spMkLst>
            <pc:docMk/>
            <pc:sldMk cId="603445561" sldId="486"/>
            <ac:spMk id="2" creationId="{4F78B803-9124-0D8C-0A1A-61CFD0B1BF10}"/>
          </ac:spMkLst>
        </pc:spChg>
        <pc:spChg chg="mod">
          <ac:chgData name="Mohammed Fasha" userId="cc64f42d-a1a6-4f08-b97b-0c37f877119f" providerId="ADAL" clId="{047E1049-E75F-4C78-9C34-7E3C772A0EAF}" dt="2025-04-03T03:57:50.038" v="356" actId="21"/>
          <ac:spMkLst>
            <pc:docMk/>
            <pc:sldMk cId="603445561" sldId="486"/>
            <ac:spMk id="3" creationId="{311D3883-2BB9-D68A-3C11-A7E630CF1344}"/>
          </ac:spMkLst>
        </pc:spChg>
      </pc:sldChg>
      <pc:sldChg chg="add">
        <pc:chgData name="Mohammed Fasha" userId="cc64f42d-a1a6-4f08-b97b-0c37f877119f" providerId="ADAL" clId="{047E1049-E75F-4C78-9C34-7E3C772A0EAF}" dt="2025-04-03T03:57:03.698" v="327"/>
        <pc:sldMkLst>
          <pc:docMk/>
          <pc:sldMk cId="606504269" sldId="487"/>
        </pc:sldMkLst>
      </pc:sldChg>
      <pc:sldChg chg="add">
        <pc:chgData name="Mohammed Fasha" userId="cc64f42d-a1a6-4f08-b97b-0c37f877119f" providerId="ADAL" clId="{047E1049-E75F-4C78-9C34-7E3C772A0EAF}" dt="2025-04-03T03:57:03.721" v="328"/>
        <pc:sldMkLst>
          <pc:docMk/>
          <pc:sldMk cId="1776267863" sldId="488"/>
        </pc:sldMkLst>
      </pc:sldChg>
      <pc:sldChg chg="add">
        <pc:chgData name="Mohammed Fasha" userId="cc64f42d-a1a6-4f08-b97b-0c37f877119f" providerId="ADAL" clId="{047E1049-E75F-4C78-9C34-7E3C772A0EAF}" dt="2025-04-03T03:57:03.766" v="329"/>
        <pc:sldMkLst>
          <pc:docMk/>
          <pc:sldMk cId="97648898" sldId="489"/>
        </pc:sldMkLst>
      </pc:sldChg>
      <pc:sldChg chg="add">
        <pc:chgData name="Mohammed Fasha" userId="cc64f42d-a1a6-4f08-b97b-0c37f877119f" providerId="ADAL" clId="{047E1049-E75F-4C78-9C34-7E3C772A0EAF}" dt="2025-04-03T03:57:03.798" v="330"/>
        <pc:sldMkLst>
          <pc:docMk/>
          <pc:sldMk cId="906636920" sldId="490"/>
        </pc:sldMkLst>
      </pc:sldChg>
      <pc:sldChg chg="add">
        <pc:chgData name="Mohammed Fasha" userId="cc64f42d-a1a6-4f08-b97b-0c37f877119f" providerId="ADAL" clId="{047E1049-E75F-4C78-9C34-7E3C772A0EAF}" dt="2025-04-03T03:57:03.829" v="331"/>
        <pc:sldMkLst>
          <pc:docMk/>
          <pc:sldMk cId="378929050" sldId="491"/>
        </pc:sldMkLst>
      </pc:sldChg>
      <pc:sldChg chg="add">
        <pc:chgData name="Mohammed Fasha" userId="cc64f42d-a1a6-4f08-b97b-0c37f877119f" providerId="ADAL" clId="{047E1049-E75F-4C78-9C34-7E3C772A0EAF}" dt="2025-04-03T03:57:03.863" v="332"/>
        <pc:sldMkLst>
          <pc:docMk/>
          <pc:sldMk cId="1449280576" sldId="492"/>
        </pc:sldMkLst>
      </pc:sldChg>
      <pc:sldChg chg="add">
        <pc:chgData name="Mohammed Fasha" userId="cc64f42d-a1a6-4f08-b97b-0c37f877119f" providerId="ADAL" clId="{047E1049-E75F-4C78-9C34-7E3C772A0EAF}" dt="2025-04-03T03:57:03.892" v="333"/>
        <pc:sldMkLst>
          <pc:docMk/>
          <pc:sldMk cId="2641167175" sldId="493"/>
        </pc:sldMkLst>
      </pc:sldChg>
      <pc:sldChg chg="add">
        <pc:chgData name="Mohammed Fasha" userId="cc64f42d-a1a6-4f08-b97b-0c37f877119f" providerId="ADAL" clId="{047E1049-E75F-4C78-9C34-7E3C772A0EAF}" dt="2025-04-03T03:57:03.924" v="334"/>
        <pc:sldMkLst>
          <pc:docMk/>
          <pc:sldMk cId="3291232176" sldId="494"/>
        </pc:sldMkLst>
      </pc:sldChg>
      <pc:sldChg chg="add">
        <pc:chgData name="Mohammed Fasha" userId="cc64f42d-a1a6-4f08-b97b-0c37f877119f" providerId="ADAL" clId="{047E1049-E75F-4C78-9C34-7E3C772A0EAF}" dt="2025-04-03T03:57:03.956" v="335"/>
        <pc:sldMkLst>
          <pc:docMk/>
          <pc:sldMk cId="2356947773" sldId="495"/>
        </pc:sldMkLst>
      </pc:sldChg>
      <pc:sldChg chg="add">
        <pc:chgData name="Mohammed Fasha" userId="cc64f42d-a1a6-4f08-b97b-0c37f877119f" providerId="ADAL" clId="{047E1049-E75F-4C78-9C34-7E3C772A0EAF}" dt="2025-04-03T03:57:04.003" v="336"/>
        <pc:sldMkLst>
          <pc:docMk/>
          <pc:sldMk cId="2398702597" sldId="496"/>
        </pc:sldMkLst>
      </pc:sldChg>
      <pc:sldChg chg="add">
        <pc:chgData name="Mohammed Fasha" userId="cc64f42d-a1a6-4f08-b97b-0c37f877119f" providerId="ADAL" clId="{047E1049-E75F-4C78-9C34-7E3C772A0EAF}" dt="2025-04-03T03:57:04.035" v="337"/>
        <pc:sldMkLst>
          <pc:docMk/>
          <pc:sldMk cId="2455483949" sldId="497"/>
        </pc:sldMkLst>
      </pc:sldChg>
      <pc:sldChg chg="add del">
        <pc:chgData name="Mohammed Fasha" userId="cc64f42d-a1a6-4f08-b97b-0c37f877119f" providerId="ADAL" clId="{047E1049-E75F-4C78-9C34-7E3C772A0EAF}" dt="2025-04-04T02:51:13.176" v="362" actId="47"/>
        <pc:sldMkLst>
          <pc:docMk/>
          <pc:sldMk cId="329639262" sldId="498"/>
        </pc:sldMkLst>
      </pc:sldChg>
      <pc:sldChg chg="addSp delSp modSp new mod">
        <pc:chgData name="Mohammed Fasha" userId="cc64f42d-a1a6-4f08-b97b-0c37f877119f" providerId="ADAL" clId="{047E1049-E75F-4C78-9C34-7E3C772A0EAF}" dt="2025-04-04T05:37:32.702" v="418" actId="313"/>
        <pc:sldMkLst>
          <pc:docMk/>
          <pc:sldMk cId="3608258295" sldId="498"/>
        </pc:sldMkLst>
      </pc:sldChg>
      <pc:sldChg chg="add del">
        <pc:chgData name="Mohammed Fasha" userId="cc64f42d-a1a6-4f08-b97b-0c37f877119f" providerId="ADAL" clId="{047E1049-E75F-4C78-9C34-7E3C772A0EAF}" dt="2025-04-04T02:52:01.834" v="371" actId="2696"/>
        <pc:sldMkLst>
          <pc:docMk/>
          <pc:sldMk cId="1939766790" sldId="499"/>
        </pc:sldMkLst>
      </pc:sldChg>
      <pc:sldChg chg="add del">
        <pc:chgData name="Mohammed Fasha" userId="cc64f42d-a1a6-4f08-b97b-0c37f877119f" providerId="ADAL" clId="{047E1049-E75F-4C78-9C34-7E3C772A0EAF}" dt="2025-04-04T05:38:18.236" v="421" actId="2696"/>
        <pc:sldMkLst>
          <pc:docMk/>
          <pc:sldMk cId="3198013704" sldId="499"/>
        </pc:sldMkLst>
      </pc:sldChg>
      <pc:sldChg chg="add">
        <pc:chgData name="Mohammed Fasha" userId="cc64f42d-a1a6-4f08-b97b-0c37f877119f" providerId="ADAL" clId="{047E1049-E75F-4C78-9C34-7E3C772A0EAF}" dt="2025-04-04T05:37:46.092" v="419"/>
        <pc:sldMkLst>
          <pc:docMk/>
          <pc:sldMk cId="1939766790" sldId="500"/>
        </pc:sldMkLst>
      </pc:sldChg>
      <pc:sldChg chg="add del">
        <pc:chgData name="Mohammed Fasha" userId="cc64f42d-a1a6-4f08-b97b-0c37f877119f" providerId="ADAL" clId="{047E1049-E75F-4C78-9C34-7E3C772A0EAF}" dt="2025-04-04T02:52:01.834" v="371" actId="2696"/>
        <pc:sldMkLst>
          <pc:docMk/>
          <pc:sldMk cId="3385747305" sldId="500"/>
        </pc:sldMkLst>
      </pc:sldChg>
      <pc:sldChg chg="add">
        <pc:chgData name="Mohammed Fasha" userId="cc64f42d-a1a6-4f08-b97b-0c37f877119f" providerId="ADAL" clId="{047E1049-E75F-4C78-9C34-7E3C772A0EAF}" dt="2025-04-04T05:37:46.092" v="419"/>
        <pc:sldMkLst>
          <pc:docMk/>
          <pc:sldMk cId="3385747305" sldId="501"/>
        </pc:sldMkLst>
      </pc:sldChg>
      <pc:sldChg chg="add del">
        <pc:chgData name="Mohammed Fasha" userId="cc64f42d-a1a6-4f08-b97b-0c37f877119f" providerId="ADAL" clId="{047E1049-E75F-4C78-9C34-7E3C772A0EAF}" dt="2025-04-04T05:38:27.373" v="422" actId="47"/>
        <pc:sldMkLst>
          <pc:docMk/>
          <pc:sldMk cId="2282942957" sldId="502"/>
        </pc:sldMkLst>
      </pc:sldChg>
      <pc:sldChg chg="add del">
        <pc:chgData name="Mohammed Fasha" userId="cc64f42d-a1a6-4f08-b97b-0c37f877119f" providerId="ADAL" clId="{047E1049-E75F-4C78-9C34-7E3C772A0EAF}" dt="2025-04-04T05:38:28.255" v="423" actId="47"/>
        <pc:sldMkLst>
          <pc:docMk/>
          <pc:sldMk cId="1674895679" sldId="503"/>
        </pc:sldMkLst>
      </pc:sldChg>
      <pc:sldChg chg="add del">
        <pc:chgData name="Mohammed Fasha" userId="cc64f42d-a1a6-4f08-b97b-0c37f877119f" providerId="ADAL" clId="{047E1049-E75F-4C78-9C34-7E3C772A0EAF}" dt="2025-04-04T05:38:28.921" v="424" actId="47"/>
        <pc:sldMkLst>
          <pc:docMk/>
          <pc:sldMk cId="3292514151" sldId="504"/>
        </pc:sldMkLst>
      </pc:sldChg>
      <pc:sldChg chg="add del">
        <pc:chgData name="Mohammed Fasha" userId="cc64f42d-a1a6-4f08-b97b-0c37f877119f" providerId="ADAL" clId="{047E1049-E75F-4C78-9C34-7E3C772A0EAF}" dt="2025-04-04T05:38:29.642" v="425" actId="47"/>
        <pc:sldMkLst>
          <pc:docMk/>
          <pc:sldMk cId="3675936543" sldId="505"/>
        </pc:sldMkLst>
      </pc:sldChg>
      <pc:sldChg chg="add del">
        <pc:chgData name="Mohammed Fasha" userId="cc64f42d-a1a6-4f08-b97b-0c37f877119f" providerId="ADAL" clId="{047E1049-E75F-4C78-9C34-7E3C772A0EAF}" dt="2025-04-04T05:38:30.302" v="426" actId="47"/>
        <pc:sldMkLst>
          <pc:docMk/>
          <pc:sldMk cId="819366188" sldId="506"/>
        </pc:sldMkLst>
      </pc:sldChg>
      <pc:sldChg chg="add del">
        <pc:chgData name="Mohammed Fasha" userId="cc64f42d-a1a6-4f08-b97b-0c37f877119f" providerId="ADAL" clId="{047E1049-E75F-4C78-9C34-7E3C772A0EAF}" dt="2025-04-04T05:38:32.142" v="427" actId="47"/>
        <pc:sldMkLst>
          <pc:docMk/>
          <pc:sldMk cId="1157240725" sldId="507"/>
        </pc:sldMkLst>
      </pc:sldChg>
      <pc:sldChg chg="add del">
        <pc:chgData name="Mohammed Fasha" userId="cc64f42d-a1a6-4f08-b97b-0c37f877119f" providerId="ADAL" clId="{047E1049-E75F-4C78-9C34-7E3C772A0EAF}" dt="2025-04-04T05:38:33.091" v="428" actId="47"/>
        <pc:sldMkLst>
          <pc:docMk/>
          <pc:sldMk cId="2617340595" sldId="508"/>
        </pc:sldMkLst>
      </pc:sldChg>
      <pc:sldChg chg="add del">
        <pc:chgData name="Mohammed Fasha" userId="cc64f42d-a1a6-4f08-b97b-0c37f877119f" providerId="ADAL" clId="{047E1049-E75F-4C78-9C34-7E3C772A0EAF}" dt="2025-04-04T05:38:34.048" v="429" actId="47"/>
        <pc:sldMkLst>
          <pc:docMk/>
          <pc:sldMk cId="2175348861" sldId="509"/>
        </pc:sldMkLst>
      </pc:sldChg>
      <pc:sldChg chg="add del">
        <pc:chgData name="Mohammed Fasha" userId="cc64f42d-a1a6-4f08-b97b-0c37f877119f" providerId="ADAL" clId="{047E1049-E75F-4C78-9C34-7E3C772A0EAF}" dt="2025-04-04T05:38:50.448" v="432" actId="47"/>
        <pc:sldMkLst>
          <pc:docMk/>
          <pc:sldMk cId="1489896525" sldId="510"/>
        </pc:sldMkLst>
      </pc:sldChg>
      <pc:sldChg chg="add">
        <pc:chgData name="Mohammed Fasha" userId="cc64f42d-a1a6-4f08-b97b-0c37f877119f" providerId="ADAL" clId="{047E1049-E75F-4C78-9C34-7E3C772A0EAF}" dt="2025-04-04T05:37:46.092" v="419"/>
        <pc:sldMkLst>
          <pc:docMk/>
          <pc:sldMk cId="1572681964" sldId="511"/>
        </pc:sldMkLst>
      </pc:sldChg>
      <pc:sldChg chg="add del">
        <pc:chgData name="Mohammed Fasha" userId="cc64f42d-a1a6-4f08-b97b-0c37f877119f" providerId="ADAL" clId="{047E1049-E75F-4C78-9C34-7E3C772A0EAF}" dt="2025-04-04T05:40:04.773" v="550" actId="2696"/>
        <pc:sldMkLst>
          <pc:docMk/>
          <pc:sldMk cId="2988183144" sldId="512"/>
        </pc:sldMkLst>
      </pc:sldChg>
      <pc:sldChg chg="add del">
        <pc:chgData name="Mohammed Fasha" userId="cc64f42d-a1a6-4f08-b97b-0c37f877119f" providerId="ADAL" clId="{047E1049-E75F-4C78-9C34-7E3C772A0EAF}" dt="2025-04-04T05:40:09.219" v="551" actId="2696"/>
        <pc:sldMkLst>
          <pc:docMk/>
          <pc:sldMk cId="247418909" sldId="513"/>
        </pc:sldMkLst>
      </pc:sldChg>
      <pc:sldChg chg="add del">
        <pc:chgData name="Mohammed Fasha" userId="cc64f42d-a1a6-4f08-b97b-0c37f877119f" providerId="ADAL" clId="{047E1049-E75F-4C78-9C34-7E3C772A0EAF}" dt="2025-04-04T05:40:10.923" v="552" actId="2696"/>
        <pc:sldMkLst>
          <pc:docMk/>
          <pc:sldMk cId="2473496620" sldId="514"/>
        </pc:sldMkLst>
      </pc:sldChg>
      <pc:sldChg chg="add del">
        <pc:chgData name="Mohammed Fasha" userId="cc64f42d-a1a6-4f08-b97b-0c37f877119f" providerId="ADAL" clId="{047E1049-E75F-4C78-9C34-7E3C772A0EAF}" dt="2025-04-04T05:40:12.785" v="553" actId="2696"/>
        <pc:sldMkLst>
          <pc:docMk/>
          <pc:sldMk cId="1668182246" sldId="515"/>
        </pc:sldMkLst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48836864" sldId="516"/>
        </pc:sldMkLst>
      </pc:sldChg>
      <pc:sldChg chg="modSp add mod">
        <pc:chgData name="Mohammed Fasha" userId="cc64f42d-a1a6-4f08-b97b-0c37f877119f" providerId="ADAL" clId="{047E1049-E75F-4C78-9C34-7E3C772A0EAF}" dt="2025-04-04T05:41:13.343" v="562" actId="20577"/>
        <pc:sldMkLst>
          <pc:docMk/>
          <pc:sldMk cId="3262667370" sldId="516"/>
        </pc:sldMkLst>
        <pc:spChg chg="mod">
          <ac:chgData name="Mohammed Fasha" userId="cc64f42d-a1a6-4f08-b97b-0c37f877119f" providerId="ADAL" clId="{047E1049-E75F-4C78-9C34-7E3C772A0EAF}" dt="2025-04-04T05:41:13.343" v="562" actId="20577"/>
          <ac:spMkLst>
            <pc:docMk/>
            <pc:sldMk cId="3262667370" sldId="516"/>
            <ac:spMk id="3" creationId="{B1CD1ADE-0294-A1FB-F5E9-1676C5183664}"/>
          </ac:spMkLst>
        </pc:spChg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928322667" sldId="517"/>
        </pc:sldMkLst>
      </pc:sldChg>
      <pc:sldChg chg="add">
        <pc:chgData name="Mohammed Fasha" userId="cc64f42d-a1a6-4f08-b97b-0c37f877119f" providerId="ADAL" clId="{047E1049-E75F-4C78-9C34-7E3C772A0EAF}" dt="2025-04-04T05:40:39.143" v="555"/>
        <pc:sldMkLst>
          <pc:docMk/>
          <pc:sldMk cId="1069388775" sldId="517"/>
        </pc:sldMkLst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446689935" sldId="518"/>
        </pc:sldMkLst>
      </pc:sldChg>
      <pc:sldChg chg="add">
        <pc:chgData name="Mohammed Fasha" userId="cc64f42d-a1a6-4f08-b97b-0c37f877119f" providerId="ADAL" clId="{047E1049-E75F-4C78-9C34-7E3C772A0EAF}" dt="2025-04-04T05:40:39.143" v="555"/>
        <pc:sldMkLst>
          <pc:docMk/>
          <pc:sldMk cId="2522473771" sldId="518"/>
        </pc:sldMkLst>
      </pc:sldChg>
      <pc:sldChg chg="add">
        <pc:chgData name="Mohammed Fasha" userId="cc64f42d-a1a6-4f08-b97b-0c37f877119f" providerId="ADAL" clId="{047E1049-E75F-4C78-9C34-7E3C772A0EAF}" dt="2025-04-04T05:40:39.143" v="555"/>
        <pc:sldMkLst>
          <pc:docMk/>
          <pc:sldMk cId="457051995" sldId="519"/>
        </pc:sldMkLst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2284286539" sldId="519"/>
        </pc:sldMkLst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1729735699" sldId="520"/>
        </pc:sldMkLst>
      </pc:sldChg>
      <pc:sldChg chg="modSp add mod">
        <pc:chgData name="Mohammed Fasha" userId="cc64f42d-a1a6-4f08-b97b-0c37f877119f" providerId="ADAL" clId="{047E1049-E75F-4C78-9C34-7E3C772A0EAF}" dt="2025-04-04T05:41:57.478" v="563" actId="14100"/>
        <pc:sldMkLst>
          <pc:docMk/>
          <pc:sldMk cId="2606490903" sldId="520"/>
        </pc:sldMkLst>
        <pc:spChg chg="mod">
          <ac:chgData name="Mohammed Fasha" userId="cc64f42d-a1a6-4f08-b97b-0c37f877119f" providerId="ADAL" clId="{047E1049-E75F-4C78-9C34-7E3C772A0EAF}" dt="2025-04-04T05:41:57.478" v="563" actId="14100"/>
          <ac:spMkLst>
            <pc:docMk/>
            <pc:sldMk cId="2606490903" sldId="520"/>
            <ac:spMk id="3" creationId="{F03A864D-27D6-2882-82A2-FC76937F57AC}"/>
          </ac:spMkLst>
        </pc:spChg>
      </pc:sldChg>
      <pc:sldChg chg="add">
        <pc:chgData name="Mohammed Fasha" userId="cc64f42d-a1a6-4f08-b97b-0c37f877119f" providerId="ADAL" clId="{047E1049-E75F-4C78-9C34-7E3C772A0EAF}" dt="2025-04-04T05:40:39.143" v="555"/>
        <pc:sldMkLst>
          <pc:docMk/>
          <pc:sldMk cId="737582577" sldId="521"/>
        </pc:sldMkLst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2161886032" sldId="521"/>
        </pc:sldMkLst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228845551" sldId="522"/>
        </pc:sldMkLst>
      </pc:sldChg>
      <pc:sldChg chg="add">
        <pc:chgData name="Mohammed Fasha" userId="cc64f42d-a1a6-4f08-b97b-0c37f877119f" providerId="ADAL" clId="{047E1049-E75F-4C78-9C34-7E3C772A0EAF}" dt="2025-04-04T05:40:39.143" v="555"/>
        <pc:sldMkLst>
          <pc:docMk/>
          <pc:sldMk cId="1941358278" sldId="522"/>
        </pc:sldMkLst>
      </pc:sldChg>
      <pc:sldChg chg="add del">
        <pc:chgData name="Mohammed Fasha" userId="cc64f42d-a1a6-4f08-b97b-0c37f877119f" providerId="ADAL" clId="{047E1049-E75F-4C78-9C34-7E3C772A0EAF}" dt="2025-04-04T05:40:37.166" v="554" actId="2696"/>
        <pc:sldMkLst>
          <pc:docMk/>
          <pc:sldMk cId="1395444050" sldId="523"/>
        </pc:sldMkLst>
      </pc:sldChg>
      <pc:sldChg chg="add">
        <pc:chgData name="Mohammed Fasha" userId="cc64f42d-a1a6-4f08-b97b-0c37f877119f" providerId="ADAL" clId="{047E1049-E75F-4C78-9C34-7E3C772A0EAF}" dt="2025-04-04T05:40:39.143" v="555"/>
        <pc:sldMkLst>
          <pc:docMk/>
          <pc:sldMk cId="2399225158" sldId="523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3026790438" sldId="524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559781770" sldId="525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1438401834" sldId="526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3259240421" sldId="527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2736460752" sldId="528"/>
        </pc:sldMkLst>
      </pc:sldChg>
      <pc:sldChg chg="add">
        <pc:chgData name="Mohammed Fasha" userId="cc64f42d-a1a6-4f08-b97b-0c37f877119f" providerId="ADAL" clId="{047E1049-E75F-4C78-9C34-7E3C772A0EAF}" dt="2025-04-04T05:38:06.858" v="420"/>
        <pc:sldMkLst>
          <pc:docMk/>
          <pc:sldMk cId="3313801511" sldId="529"/>
        </pc:sldMkLst>
      </pc:sldChg>
      <pc:sldChg chg="addSp delSp modSp new mod modClrScheme chgLayout">
        <pc:chgData name="Mohammed Fasha" userId="cc64f42d-a1a6-4f08-b97b-0c37f877119f" providerId="ADAL" clId="{047E1049-E75F-4C78-9C34-7E3C772A0EAF}" dt="2025-04-04T05:39:37.301" v="506" actId="20577"/>
        <pc:sldMkLst>
          <pc:docMk/>
          <pc:sldMk cId="1893534474" sldId="530"/>
        </pc:sldMkLst>
        <pc:spChg chg="add mod ord">
          <ac:chgData name="Mohammed Fasha" userId="cc64f42d-a1a6-4f08-b97b-0c37f877119f" providerId="ADAL" clId="{047E1049-E75F-4C78-9C34-7E3C772A0EAF}" dt="2025-04-04T05:39:37.301" v="506" actId="20577"/>
          <ac:spMkLst>
            <pc:docMk/>
            <pc:sldMk cId="1893534474" sldId="530"/>
            <ac:spMk id="4" creationId="{872C7F97-C25F-F200-C0C5-EA14F79135A1}"/>
          </ac:spMkLst>
        </pc:spChg>
        <pc:spChg chg="add mod ord">
          <ac:chgData name="Mohammed Fasha" userId="cc64f42d-a1a6-4f08-b97b-0c37f877119f" providerId="ADAL" clId="{047E1049-E75F-4C78-9C34-7E3C772A0EAF}" dt="2025-04-04T05:38:57.434" v="434" actId="700"/>
          <ac:spMkLst>
            <pc:docMk/>
            <pc:sldMk cId="1893534474" sldId="530"/>
            <ac:spMk id="5" creationId="{2C8A465B-CCB8-C809-9108-99FCCF2D0CBE}"/>
          </ac:spMkLst>
        </pc:spChg>
      </pc:sldChg>
      <pc:sldChg chg="addSp delSp modSp new mod modClrScheme chgLayout">
        <pc:chgData name="Mohammed Fasha" userId="cc64f42d-a1a6-4f08-b97b-0c37f877119f" providerId="ADAL" clId="{047E1049-E75F-4C78-9C34-7E3C772A0EAF}" dt="2025-04-04T05:39:26.907" v="486" actId="27636"/>
        <pc:sldMkLst>
          <pc:docMk/>
          <pc:sldMk cId="1399919989" sldId="531"/>
        </pc:sldMkLst>
        <pc:spChg chg="add mod ord">
          <ac:chgData name="Mohammed Fasha" userId="cc64f42d-a1a6-4f08-b97b-0c37f877119f" providerId="ADAL" clId="{047E1049-E75F-4C78-9C34-7E3C772A0EAF}" dt="2025-04-04T05:39:26.907" v="486" actId="27636"/>
          <ac:spMkLst>
            <pc:docMk/>
            <pc:sldMk cId="1399919989" sldId="531"/>
            <ac:spMk id="4" creationId="{2A496A37-F7D5-B10D-31C7-3951DA3E2BE3}"/>
          </ac:spMkLst>
        </pc:spChg>
        <pc:spChg chg="add mod ord">
          <ac:chgData name="Mohammed Fasha" userId="cc64f42d-a1a6-4f08-b97b-0c37f877119f" providerId="ADAL" clId="{047E1049-E75F-4C78-9C34-7E3C772A0EAF}" dt="2025-04-04T05:39:12.701" v="450" actId="700"/>
          <ac:spMkLst>
            <pc:docMk/>
            <pc:sldMk cId="1399919989" sldId="531"/>
            <ac:spMk id="5" creationId="{E9043F5F-4F91-DBEC-9FFA-4C7ABFBD2D1D}"/>
          </ac:spMkLst>
        </pc:spChg>
      </pc:sldChg>
      <pc:sldChg chg="addSp delSp modSp new mod modClrScheme chgLayout">
        <pc:chgData name="Mohammed Fasha" userId="cc64f42d-a1a6-4f08-b97b-0c37f877119f" providerId="ADAL" clId="{047E1049-E75F-4C78-9C34-7E3C772A0EAF}" dt="2025-04-04T05:39:59.295" v="549" actId="20577"/>
        <pc:sldMkLst>
          <pc:docMk/>
          <pc:sldMk cId="4175210182" sldId="532"/>
        </pc:sldMkLst>
        <pc:spChg chg="add mod ord">
          <ac:chgData name="Mohammed Fasha" userId="cc64f42d-a1a6-4f08-b97b-0c37f877119f" providerId="ADAL" clId="{047E1049-E75F-4C78-9C34-7E3C772A0EAF}" dt="2025-04-04T05:39:59.295" v="549" actId="20577"/>
          <ac:spMkLst>
            <pc:docMk/>
            <pc:sldMk cId="4175210182" sldId="532"/>
            <ac:spMk id="4" creationId="{9A0ED0B6-FDEC-7738-0530-98029D6D4F7B}"/>
          </ac:spMkLst>
        </pc:spChg>
        <pc:spChg chg="add mod ord">
          <ac:chgData name="Mohammed Fasha" userId="cc64f42d-a1a6-4f08-b97b-0c37f877119f" providerId="ADAL" clId="{047E1049-E75F-4C78-9C34-7E3C772A0EAF}" dt="2025-04-04T05:39:48.142" v="508" actId="700"/>
          <ac:spMkLst>
            <pc:docMk/>
            <pc:sldMk cId="4175210182" sldId="532"/>
            <ac:spMk id="5" creationId="{8A39EB0A-8144-063F-2F61-7DAA10AA483D}"/>
          </ac:spMkLst>
        </pc:spChg>
      </pc:sldChg>
      <pc:sldChg chg="modSp new mod ord">
        <pc:chgData name="Mohammed Fasha" userId="cc64f42d-a1a6-4f08-b97b-0c37f877119f" providerId="ADAL" clId="{047E1049-E75F-4C78-9C34-7E3C772A0EAF}" dt="2025-04-04T06:21:55.508" v="707" actId="404"/>
        <pc:sldMkLst>
          <pc:docMk/>
          <pc:sldMk cId="3766250200" sldId="533"/>
        </pc:sldMkLst>
        <pc:spChg chg="mod">
          <ac:chgData name="Mohammed Fasha" userId="cc64f42d-a1a6-4f08-b97b-0c37f877119f" providerId="ADAL" clId="{047E1049-E75F-4C78-9C34-7E3C772A0EAF}" dt="2025-04-04T06:12:27.552" v="617" actId="20577"/>
          <ac:spMkLst>
            <pc:docMk/>
            <pc:sldMk cId="3766250200" sldId="533"/>
            <ac:spMk id="2" creationId="{31B68434-2582-A79E-C7F4-AFD0F25F229E}"/>
          </ac:spMkLst>
        </pc:spChg>
        <pc:spChg chg="mod">
          <ac:chgData name="Mohammed Fasha" userId="cc64f42d-a1a6-4f08-b97b-0c37f877119f" providerId="ADAL" clId="{047E1049-E75F-4C78-9C34-7E3C772A0EAF}" dt="2025-04-04T06:21:55.508" v="707" actId="404"/>
          <ac:spMkLst>
            <pc:docMk/>
            <pc:sldMk cId="3766250200" sldId="533"/>
            <ac:spMk id="3" creationId="{6550BFB1-3BB2-F860-4F7F-86C77D5819E8}"/>
          </ac:spMkLst>
        </pc:spChg>
      </pc:sldChg>
      <pc:sldChg chg="addSp modSp new mod">
        <pc:chgData name="Mohammed Fasha" userId="cc64f42d-a1a6-4f08-b97b-0c37f877119f" providerId="ADAL" clId="{047E1049-E75F-4C78-9C34-7E3C772A0EAF}" dt="2025-04-04T06:17:16.415" v="650" actId="207"/>
        <pc:sldMkLst>
          <pc:docMk/>
          <pc:sldMk cId="3046292118" sldId="534"/>
        </pc:sldMkLst>
        <pc:spChg chg="mod">
          <ac:chgData name="Mohammed Fasha" userId="cc64f42d-a1a6-4f08-b97b-0c37f877119f" providerId="ADAL" clId="{047E1049-E75F-4C78-9C34-7E3C772A0EAF}" dt="2025-04-04T06:12:43.353" v="623" actId="20577"/>
          <ac:spMkLst>
            <pc:docMk/>
            <pc:sldMk cId="3046292118" sldId="534"/>
            <ac:spMk id="2" creationId="{21450F6B-60F3-7BC5-E21B-CAD21EB6B825}"/>
          </ac:spMkLst>
        </pc:spChg>
        <pc:spChg chg="mod">
          <ac:chgData name="Mohammed Fasha" userId="cc64f42d-a1a6-4f08-b97b-0c37f877119f" providerId="ADAL" clId="{047E1049-E75F-4C78-9C34-7E3C772A0EAF}" dt="2025-04-04T06:17:13.695" v="649" actId="207"/>
          <ac:spMkLst>
            <pc:docMk/>
            <pc:sldMk cId="3046292118" sldId="534"/>
            <ac:spMk id="3" creationId="{9A950C36-7C62-5D0C-E4B7-84FDE06FE9E9}"/>
          </ac:spMkLst>
        </pc:spChg>
        <pc:spChg chg="add mod">
          <ac:chgData name="Mohammed Fasha" userId="cc64f42d-a1a6-4f08-b97b-0c37f877119f" providerId="ADAL" clId="{047E1049-E75F-4C78-9C34-7E3C772A0EAF}" dt="2025-04-04T06:13:37.220" v="631" actId="1076"/>
          <ac:spMkLst>
            <pc:docMk/>
            <pc:sldMk cId="3046292118" sldId="534"/>
            <ac:spMk id="4" creationId="{65E97D63-7668-ABC4-85DB-95D6408DEE48}"/>
          </ac:spMkLst>
        </pc:spChg>
        <pc:spChg chg="add mod">
          <ac:chgData name="Mohammed Fasha" userId="cc64f42d-a1a6-4f08-b97b-0c37f877119f" providerId="ADAL" clId="{047E1049-E75F-4C78-9C34-7E3C772A0EAF}" dt="2025-04-04T06:17:16.415" v="650" actId="207"/>
          <ac:spMkLst>
            <pc:docMk/>
            <pc:sldMk cId="3046292118" sldId="534"/>
            <ac:spMk id="5" creationId="{650A69F1-90EF-686E-3837-7C801832F211}"/>
          </ac:spMkLst>
        </pc:spChg>
      </pc:sldChg>
      <pc:sldChg chg="addSp delSp modSp add mod modClrScheme chgLayout">
        <pc:chgData name="Mohammed Fasha" userId="cc64f42d-a1a6-4f08-b97b-0c37f877119f" providerId="ADAL" clId="{047E1049-E75F-4C78-9C34-7E3C772A0EAF}" dt="2025-04-06T04:41:41.157" v="711" actId="6549"/>
        <pc:sldMkLst>
          <pc:docMk/>
          <pc:sldMk cId="2050784581" sldId="535"/>
        </pc:sldMkLst>
        <pc:spChg chg="add mod ord">
          <ac:chgData name="Mohammed Fasha" userId="cc64f42d-a1a6-4f08-b97b-0c37f877119f" providerId="ADAL" clId="{047E1049-E75F-4C78-9C34-7E3C772A0EAF}" dt="2025-04-06T04:41:36.230" v="709" actId="700"/>
          <ac:spMkLst>
            <pc:docMk/>
            <pc:sldMk cId="2050784581" sldId="535"/>
            <ac:spMk id="2" creationId="{9AC755F2-9404-F12A-FA8F-0795319AD030}"/>
          </ac:spMkLst>
        </pc:spChg>
        <pc:spChg chg="mod ord">
          <ac:chgData name="Mohammed Fasha" userId="cc64f42d-a1a6-4f08-b97b-0c37f877119f" providerId="ADAL" clId="{047E1049-E75F-4C78-9C34-7E3C772A0EAF}" dt="2025-04-06T04:41:41.157" v="711" actId="6549"/>
          <ac:spMkLst>
            <pc:docMk/>
            <pc:sldMk cId="2050784581" sldId="535"/>
            <ac:spMk id="8" creationId="{107CF054-390C-DCFC-C9A6-9E95C859A175}"/>
          </ac:spMkLst>
        </pc:spChg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2766696385" sldId="536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4180559926" sldId="537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886989038" sldId="538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2121122174" sldId="539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813044436" sldId="540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1482389771" sldId="541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600746956" sldId="542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2640097628" sldId="543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444263595" sldId="544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880447943" sldId="545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2037860487" sldId="546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2787645125" sldId="547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282314039" sldId="548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312238235" sldId="549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1599076447" sldId="550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48832527" sldId="551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1384559435" sldId="552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1144112729" sldId="553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526466330" sldId="554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2594727727" sldId="555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2842851281" sldId="556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395748561" sldId="557"/>
        </pc:sldMkLst>
      </pc:sldChg>
      <pc:sldChg chg="add">
        <pc:chgData name="Mohammed Fasha" userId="cc64f42d-a1a6-4f08-b97b-0c37f877119f" providerId="ADAL" clId="{047E1049-E75F-4C78-9C34-7E3C772A0EAF}" dt="2025-04-06T04:41:29.637" v="708"/>
        <pc:sldMkLst>
          <pc:docMk/>
          <pc:sldMk cId="1898826015" sldId="558"/>
        </pc:sldMkLst>
      </pc:sldChg>
    </pc:docChg>
  </pc:docChgLst>
  <pc:docChgLst>
    <pc:chgData name="Mohammed Fasha" userId="S::mohammed.fasha@uop.edu.jo::cc64f42d-a1a6-4f08-b97b-0c37f877119f" providerId="AD" clId="Web-{8A90772F-FBEA-EE7C-9CDA-4D457F7DA5BE}"/>
    <pc:docChg chg="modSld">
      <pc:chgData name="Mohammed Fasha" userId="S::mohammed.fasha@uop.edu.jo::cc64f42d-a1a6-4f08-b97b-0c37f877119f" providerId="AD" clId="Web-{8A90772F-FBEA-EE7C-9CDA-4D457F7DA5BE}" dt="2025-03-22T01:56:07.673" v="11" actId="20577"/>
      <pc:docMkLst>
        <pc:docMk/>
      </pc:docMkLst>
      <pc:sldChg chg="modSp">
        <pc:chgData name="Mohammed Fasha" userId="S::mohammed.fasha@uop.edu.jo::cc64f42d-a1a6-4f08-b97b-0c37f877119f" providerId="AD" clId="Web-{8A90772F-FBEA-EE7C-9CDA-4D457F7DA5BE}" dt="2025-03-22T01:55:31.125" v="1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8A90772F-FBEA-EE7C-9CDA-4D457F7DA5BE}" dt="2025-03-22T01:55:31.125" v="1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addSp delSp modSp">
        <pc:chgData name="Mohammed Fasha" userId="S::mohammed.fasha@uop.edu.jo::cc64f42d-a1a6-4f08-b97b-0c37f877119f" providerId="AD" clId="Web-{8A90772F-FBEA-EE7C-9CDA-4D457F7DA5BE}" dt="2025-03-22T01:56:07.673" v="11" actId="20577"/>
        <pc:sldMkLst>
          <pc:docMk/>
          <pc:sldMk cId="1572681964" sldId="471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  <pc:docChgLst>
    <pc:chgData name="Mohammed Fasha" userId="S::mohammed.fasha@uop.edu.jo::cc64f42d-a1a6-4f08-b97b-0c37f877119f" providerId="AD" clId="Web-{66E75AB1-FCE8-0FCD-8995-E220AF9681CC}"/>
    <pc:docChg chg="addSld delSld modSld sldOrd">
      <pc:chgData name="Mohammed Fasha" userId="S::mohammed.fasha@uop.edu.jo::cc64f42d-a1a6-4f08-b97b-0c37f877119f" providerId="AD" clId="Web-{66E75AB1-FCE8-0FCD-8995-E220AF9681CC}" dt="2025-03-15T07:27:28.077" v="349" actId="1076"/>
      <pc:docMkLst>
        <pc:docMk/>
      </pc:docMkLst>
      <pc:sldChg chg="del">
        <pc:chgData name="Mohammed Fasha" userId="S::mohammed.fasha@uop.edu.jo::cc64f42d-a1a6-4f08-b97b-0c37f877119f" providerId="AD" clId="Web-{66E75AB1-FCE8-0FCD-8995-E220AF9681CC}" dt="2025-03-15T06:52:43.111" v="52"/>
        <pc:sldMkLst>
          <pc:docMk/>
          <pc:sldMk cId="89912501" sldId="2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8"/>
        <pc:sldMkLst>
          <pc:docMk/>
          <pc:sldMk cId="1847087325" sldId="2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7"/>
        <pc:sldMkLst>
          <pc:docMk/>
          <pc:sldMk cId="771290671" sldId="2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2"/>
        <pc:sldMkLst>
          <pc:docMk/>
          <pc:sldMk cId="1234327519" sldId="28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0"/>
        <pc:sldMkLst>
          <pc:docMk/>
          <pc:sldMk cId="3304405524" sldId="2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9"/>
        <pc:sldMkLst>
          <pc:docMk/>
          <pc:sldMk cId="1217643332" sldId="2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8"/>
        <pc:sldMkLst>
          <pc:docMk/>
          <pc:sldMk cId="3526654973" sldId="2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2"/>
        <pc:sldMkLst>
          <pc:docMk/>
          <pc:sldMk cId="0" sldId="30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1"/>
        <pc:sldMkLst>
          <pc:docMk/>
          <pc:sldMk cId="0" sldId="3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9"/>
        <pc:sldMkLst>
          <pc:docMk/>
          <pc:sldMk cId="0" sldId="30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1"/>
        <pc:sldMkLst>
          <pc:docMk/>
          <pc:sldMk cId="0" sldId="3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6"/>
        <pc:sldMkLst>
          <pc:docMk/>
          <pc:sldMk cId="2362708721" sldId="32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7"/>
        <pc:sldMkLst>
          <pc:docMk/>
          <pc:sldMk cId="1477953107" sldId="32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5"/>
        <pc:sldMkLst>
          <pc:docMk/>
          <pc:sldMk cId="1624740157" sldId="3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60"/>
        <pc:sldMkLst>
          <pc:docMk/>
          <pc:sldMk cId="1093295885" sldId="36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4"/>
        <pc:sldMkLst>
          <pc:docMk/>
          <pc:sldMk cId="3638528156" sldId="3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0"/>
        <pc:sldMkLst>
          <pc:docMk/>
          <pc:sldMk cId="2714000580" sldId="36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0"/>
        <pc:sldMkLst>
          <pc:docMk/>
          <pc:sldMk cId="4103125789" sldId="36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7"/>
        <pc:sldMkLst>
          <pc:docMk/>
          <pc:sldMk cId="3243173744" sldId="36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9"/>
        <pc:sldMkLst>
          <pc:docMk/>
          <pc:sldMk cId="533099717" sldId="37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5"/>
        <pc:sldMkLst>
          <pc:docMk/>
          <pc:sldMk cId="403304745" sldId="3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5"/>
        <pc:sldMkLst>
          <pc:docMk/>
          <pc:sldMk cId="1274929313" sldId="3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0"/>
        <pc:sldMkLst>
          <pc:docMk/>
          <pc:sldMk cId="3412111298" sldId="3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4"/>
        <pc:sldMkLst>
          <pc:docMk/>
          <pc:sldMk cId="3601872685" sldId="38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3"/>
        <pc:sldMkLst>
          <pc:docMk/>
          <pc:sldMk cId="215899539" sldId="3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9"/>
        <pc:sldMkLst>
          <pc:docMk/>
          <pc:sldMk cId="2001631854" sldId="3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4"/>
        <pc:sldMkLst>
          <pc:docMk/>
          <pc:sldMk cId="2976191511" sldId="3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7"/>
        <pc:sldMkLst>
          <pc:docMk/>
          <pc:sldMk cId="3942416368" sldId="3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5"/>
        <pc:sldMkLst>
          <pc:docMk/>
          <pc:sldMk cId="2455239288" sldId="39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6"/>
        <pc:sldMkLst>
          <pc:docMk/>
          <pc:sldMk cId="322630100" sldId="4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3"/>
        <pc:sldMkLst>
          <pc:docMk/>
          <pc:sldMk cId="2446723419" sldId="40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8"/>
        <pc:sldMkLst>
          <pc:docMk/>
          <pc:sldMk cId="2708838154" sldId="40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5"/>
        <pc:sldMkLst>
          <pc:docMk/>
          <pc:sldMk cId="711859222" sldId="40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4"/>
        <pc:sldMkLst>
          <pc:docMk/>
          <pc:sldMk cId="430192280" sldId="40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3"/>
        <pc:sldMkLst>
          <pc:docMk/>
          <pc:sldMk cId="1261728788" sldId="41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9"/>
        <pc:sldMkLst>
          <pc:docMk/>
          <pc:sldMk cId="465427976" sldId="4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6"/>
        <pc:sldMkLst>
          <pc:docMk/>
          <pc:sldMk cId="4222832899" sldId="41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0"/>
        <pc:sldMkLst>
          <pc:docMk/>
          <pc:sldMk cId="3168225218" sldId="42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9"/>
        <pc:sldMkLst>
          <pc:docMk/>
          <pc:sldMk cId="2310344807" sldId="42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2"/>
        <pc:sldMkLst>
          <pc:docMk/>
          <pc:sldMk cId="707737036" sldId="42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6"/>
        <pc:sldMkLst>
          <pc:docMk/>
          <pc:sldMk cId="232656594" sldId="42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4"/>
        <pc:sldMkLst>
          <pc:docMk/>
          <pc:sldMk cId="404333880" sldId="43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3"/>
        <pc:sldMkLst>
          <pc:docMk/>
          <pc:sldMk cId="2523349106" sldId="44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4"/>
        <pc:sldMkLst>
          <pc:docMk/>
          <pc:sldMk cId="2515022167" sldId="44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2"/>
        <pc:sldMkLst>
          <pc:docMk/>
          <pc:sldMk cId="1977389857" sldId="44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1"/>
        <pc:sldMkLst>
          <pc:docMk/>
          <pc:sldMk cId="2140515002" sldId="4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09"/>
        <pc:sldMkLst>
          <pc:docMk/>
          <pc:sldMk cId="1932795151" sldId="44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3"/>
        <pc:sldMkLst>
          <pc:docMk/>
          <pc:sldMk cId="1837964685" sldId="45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2"/>
        <pc:sldMkLst>
          <pc:docMk/>
          <pc:sldMk cId="1229244997" sldId="45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1"/>
        <pc:sldMkLst>
          <pc:docMk/>
          <pc:sldMk cId="1789205401" sldId="453"/>
        </pc:sldMkLst>
      </pc:sldChg>
      <pc:sldChg chg="modSp">
        <pc:chgData name="Mohammed Fasha" userId="S::mohammed.fasha@uop.edu.jo::cc64f42d-a1a6-4f08-b97b-0c37f877119f" providerId="AD" clId="Web-{66E75AB1-FCE8-0FCD-8995-E220AF9681CC}" dt="2025-03-15T06:52:38.939" v="37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66E75AB1-FCE8-0FCD-8995-E220AF9681CC}" dt="2025-03-15T06:52:38.939" v="37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modSp new">
        <pc:chgData name="Mohammed Fasha" userId="S::mohammed.fasha@uop.edu.jo::cc64f42d-a1a6-4f08-b97b-0c37f877119f" providerId="AD" clId="Web-{66E75AB1-FCE8-0FCD-8995-E220AF9681CC}" dt="2025-03-15T07:01:33.222" v="193" actId="20577"/>
        <pc:sldMkLst>
          <pc:docMk/>
          <pc:sldMk cId="2282942957" sldId="456"/>
        </pc:sldMkLst>
      </pc:sldChg>
      <pc:sldChg chg="addSp delSp modSp add replId addAnim">
        <pc:chgData name="Mohammed Fasha" userId="S::mohammed.fasha@uop.edu.jo::cc64f42d-a1a6-4f08-b97b-0c37f877119f" providerId="AD" clId="Web-{66E75AB1-FCE8-0FCD-8995-E220AF9681CC}" dt="2025-03-15T07:00:17.530" v="170" actId="20577"/>
        <pc:sldMkLst>
          <pc:docMk/>
          <pc:sldMk cId="1674895679" sldId="45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5"/>
        <pc:sldMkLst>
          <pc:docMk/>
          <pc:sldMk cId="2921402285" sldId="45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1"/>
        <pc:sldMkLst>
          <pc:docMk/>
          <pc:sldMk cId="1912979039" sldId="458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1:24.191" v="192" actId="20577"/>
        <pc:sldMkLst>
          <pc:docMk/>
          <pc:sldMk cId="3292514151" sldId="45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0"/>
        <pc:sldMkLst>
          <pc:docMk/>
          <pc:sldMk cId="484589733" sldId="459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2:26.163" v="210" actId="1076"/>
        <pc:sldMkLst>
          <pc:docMk/>
          <pc:sldMk cId="3675936543" sldId="459"/>
        </pc:sldMkLst>
      </pc:sldChg>
      <pc:sldChg chg="addSp modSp new ord addAnim">
        <pc:chgData name="Mohammed Fasha" userId="S::mohammed.fasha@uop.edu.jo::cc64f42d-a1a6-4f08-b97b-0c37f877119f" providerId="AD" clId="Web-{66E75AB1-FCE8-0FCD-8995-E220AF9681CC}" dt="2025-03-15T07:04:19.795" v="257"/>
        <pc:sldMkLst>
          <pc:docMk/>
          <pc:sldMk cId="819366188" sldId="46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9"/>
        <pc:sldMkLst>
          <pc:docMk/>
          <pc:sldMk cId="1770736122" sldId="460"/>
        </pc:sldMkLst>
      </pc:sldChg>
      <pc:sldChg chg="modSp new">
        <pc:chgData name="Mohammed Fasha" userId="S::mohammed.fasha@uop.edu.jo::cc64f42d-a1a6-4f08-b97b-0c37f877119f" providerId="AD" clId="Web-{66E75AB1-FCE8-0FCD-8995-E220AF9681CC}" dt="2025-03-15T07:04:38.046" v="266" actId="20577"/>
        <pc:sldMkLst>
          <pc:docMk/>
          <pc:sldMk cId="247418909" sldId="461"/>
        </pc:sldMkLst>
      </pc:sldChg>
      <pc:sldChg chg="addSp delSp modSp new">
        <pc:chgData name="Mohammed Fasha" userId="S::mohammed.fasha@uop.edu.jo::cc64f42d-a1a6-4f08-b97b-0c37f877119f" providerId="AD" clId="Web-{66E75AB1-FCE8-0FCD-8995-E220AF9681CC}" dt="2025-03-15T07:09:35.299" v="331" actId="1076"/>
        <pc:sldMkLst>
          <pc:docMk/>
          <pc:sldMk cId="1157240725" sldId="462"/>
        </pc:sldMkLst>
      </pc:sldChg>
      <pc:sldChg chg="addSp modSp add replId">
        <pc:chgData name="Mohammed Fasha" userId="S::mohammed.fasha@uop.edu.jo::cc64f42d-a1a6-4f08-b97b-0c37f877119f" providerId="AD" clId="Web-{66E75AB1-FCE8-0FCD-8995-E220AF9681CC}" dt="2025-03-15T07:27:28.077" v="349" actId="1076"/>
        <pc:sldMkLst>
          <pc:docMk/>
          <pc:sldMk cId="2617340595" sldId="46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2"/>
        <pc:sldMkLst>
          <pc:docMk/>
          <pc:sldMk cId="2965647848" sldId="46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1"/>
        <pc:sldMkLst>
          <pc:docMk/>
          <pc:sldMk cId="109379533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015" v="269"/>
        <pc:sldMkLst>
          <pc:docMk/>
          <pc:sldMk cId="2675381745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140" v="270"/>
        <pc:sldMkLst>
          <pc:docMk/>
          <pc:sldMk cId="4195523681" sldId="465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484" v="271"/>
        <pc:sldMkLst>
          <pc:docMk/>
          <pc:sldMk cId="4047127300" sldId="4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2"/>
        <pc:sldMkLst>
          <pc:docMk/>
          <pc:sldMk cId="719424402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609" v="272"/>
        <pc:sldMkLst>
          <pc:docMk/>
          <pc:sldMk cId="3183967706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953" v="273"/>
        <pc:sldMkLst>
          <pc:docMk/>
          <pc:sldMk cId="3161654258" sldId="468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078" v="274"/>
        <pc:sldMkLst>
          <pc:docMk/>
          <pc:sldMk cId="2175348861" sldId="469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281" v="275"/>
        <pc:sldMkLst>
          <pc:docMk/>
          <pc:sldMk cId="2988183144" sldId="470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421" v="276"/>
        <pc:sldMkLst>
          <pc:docMk/>
          <pc:sldMk cId="1572681964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4"/>
        <pc:sldMkLst>
          <pc:docMk/>
          <pc:sldMk cId="3168600941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0"/>
        <pc:sldMkLst>
          <pc:docMk/>
          <pc:sldMk cId="2302099845" sldId="4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8"/>
        <pc:sldMkLst>
          <pc:docMk/>
          <pc:sldMk cId="118211851" sldId="47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7"/>
        <pc:sldMkLst>
          <pc:docMk/>
          <pc:sldMk cId="1150689950" sldId="4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3"/>
        <pc:sldMkLst>
          <pc:docMk/>
          <pc:sldMk cId="942593251" sldId="47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6"/>
        <pc:sldMkLst>
          <pc:docMk/>
          <pc:sldMk cId="94366255" sldId="4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8"/>
        <pc:sldMkLst>
          <pc:docMk/>
          <pc:sldMk cId="3109107256" sldId="47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8"/>
        <pc:sldMkLst>
          <pc:docMk/>
          <pc:sldMk cId="408884363" sldId="4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8"/>
        <pc:sldMkLst>
          <pc:docMk/>
          <pc:sldMk cId="994101439" sldId="4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7"/>
        <pc:sldMkLst>
          <pc:docMk/>
          <pc:sldMk cId="1440183149" sldId="48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8"/>
        <pc:sldMkLst>
          <pc:docMk/>
          <pc:sldMk cId="3841714060" sldId="48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4"/>
        <pc:sldMkLst>
          <pc:docMk/>
          <pc:sldMk cId="833725597" sldId="48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3"/>
        <pc:sldMkLst>
          <pc:docMk/>
          <pc:sldMk cId="4123470834" sldId="48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7"/>
        <pc:sldMkLst>
          <pc:docMk/>
          <pc:sldMk cId="4022017735" sldId="4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1"/>
        <pc:sldMkLst>
          <pc:docMk/>
          <pc:sldMk cId="2225061527" sldId="49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6"/>
        <pc:sldMkLst>
          <pc:docMk/>
          <pc:sldMk cId="673932695" sldId="4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5"/>
        <pc:sldMkLst>
          <pc:docMk/>
          <pc:sldMk cId="2512069021" sldId="4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1"/>
        <pc:sldMkLst>
          <pc:docMk/>
          <pc:sldMk cId="3290660304" sldId="4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3"/>
        <pc:sldMkLst>
          <pc:docMk/>
          <pc:sldMk cId="4079654275" sldId="4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6"/>
        <pc:sldMkLst>
          <pc:docMk/>
          <pc:sldMk cId="1501311303" sldId="49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5"/>
        <pc:sldMkLst>
          <pc:docMk/>
          <pc:sldMk cId="2557217836" sldId="4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ai.net/p/deep-learning/main-types-of-neural-networks-and-its-applications-tutorial-734480d7ec8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07CF054-390C-DCFC-C9A6-9E95C859A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307307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Part 2 – Introduction to Large Language Models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9965F-D781-62F6-30A4-33D89AC8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7CF054-390C-DCFC-C9A6-9E95C859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>
                <a:ea typeface="Calibri Light"/>
                <a:cs typeface="Calibri Light"/>
              </a:rPr>
              <a:t>Introduction </a:t>
            </a:r>
            <a:r>
              <a:rPr lang="en-US" sz="3600" dirty="0">
                <a:ea typeface="Calibri Light"/>
                <a:cs typeface="Calibri Light"/>
              </a:rPr>
              <a:t>to Neural Networks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C755F2-9404-F12A-FA8F-0795319AD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Perceptron</a:t>
            </a:r>
          </a:p>
        </p:txBody>
      </p:sp>
    </p:spTree>
    <p:extLst>
      <p:ext uri="{BB962C8B-B14F-4D97-AF65-F5344CB8AC3E}">
        <p14:creationId xmlns:p14="http://schemas.microsoft.com/office/powerpoint/2010/main" val="205078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1EA9-6800-A779-6A5D-F9277B969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4B1F8-E09A-B991-5EB3-CCEFE898B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biological inspiration for neural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 about the perceptron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 simple perceptron in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activation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15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0A3D-D120-514F-9B2D-89B90F76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3371-C3ED-8EC5-B53E-FAF94CE2E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524413" cy="4991039"/>
          </a:xfrm>
        </p:spPr>
        <p:txBody>
          <a:bodyPr/>
          <a:lstStyle/>
          <a:p>
            <a:r>
              <a:rPr lang="en-US" dirty="0"/>
              <a:t>Artificial neural networks are inspired by the human brain</a:t>
            </a:r>
          </a:p>
          <a:p>
            <a:r>
              <a:rPr lang="en-US" dirty="0"/>
              <a:t>Neurons receive signals through dendrites</a:t>
            </a:r>
          </a:p>
          <a:p>
            <a:r>
              <a:rPr lang="en-US" dirty="0"/>
              <a:t>When input exceeds a threshold, neuron "fires" through the axon</a:t>
            </a:r>
          </a:p>
          <a:p>
            <a:r>
              <a:rPr lang="en-US" dirty="0"/>
              <a:t>Synapses connect neurons and modulate signal strength</a:t>
            </a:r>
          </a:p>
        </p:txBody>
      </p:sp>
      <p:pic>
        <p:nvPicPr>
          <p:cNvPr id="1026" name="Picture 2" descr="Neurons (Nerve Cells): Structure, Function &amp; Types">
            <a:extLst>
              <a:ext uri="{FF2B5EF4-FFF2-40B4-BE49-F238E27FC236}">
                <a16:creationId xmlns:a16="http://schemas.microsoft.com/office/drawing/2014/main" id="{5EBA2621-5E26-0F62-9C3C-FDB82B04E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878" y="1836289"/>
            <a:ext cx="3683150" cy="242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A58265-11F2-A1C4-4B69-5B0879A3A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999" y="4733965"/>
            <a:ext cx="3988907" cy="168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4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34CB-8EB6-22FA-6669-06785C69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Perceptron: Building Block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8A2BE-2162-FDC2-BA16-DED29B3D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334760" cy="4991039"/>
          </a:xfrm>
        </p:spPr>
        <p:txBody>
          <a:bodyPr/>
          <a:lstStyle/>
          <a:p>
            <a:r>
              <a:rPr lang="en-US" dirty="0"/>
              <a:t>Invented by Frank Rosenblatt in 1958</a:t>
            </a:r>
          </a:p>
          <a:p>
            <a:r>
              <a:rPr lang="en-US" dirty="0"/>
              <a:t>Simplest form of a neural network</a:t>
            </a:r>
          </a:p>
          <a:p>
            <a:r>
              <a:rPr lang="en-US" dirty="0"/>
              <a:t>Binary classifier: separates data into two categories</a:t>
            </a:r>
          </a:p>
          <a:p>
            <a:r>
              <a:rPr lang="en-US" dirty="0"/>
              <a:t>Models a single neuron with multiple inputs and one output</a:t>
            </a:r>
          </a:p>
        </p:txBody>
      </p:sp>
      <p:pic>
        <p:nvPicPr>
          <p:cNvPr id="5122" name="Picture 2" descr="Frank Rosenblatt with a Mark I Perceptron computer in 1960 :  r/interestingasfuck">
            <a:extLst>
              <a:ext uri="{FF2B5EF4-FFF2-40B4-BE49-F238E27FC236}">
                <a16:creationId xmlns:a16="http://schemas.microsoft.com/office/drawing/2014/main" id="{267A7B75-3A1F-B9A9-C22E-582C6A187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628" y="1693650"/>
            <a:ext cx="2080172" cy="258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865890-2B78-E42F-6218-AC5EDEE53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908" y="4545992"/>
            <a:ext cx="6007443" cy="19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9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245B-67C7-DBAB-A609-FC08FD7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FF7C9-290B-513C-3721-5F09888B3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395720" cy="4991039"/>
          </a:xfrm>
        </p:spPr>
        <p:txBody>
          <a:bodyPr>
            <a:normAutofit/>
          </a:bodyPr>
          <a:lstStyle/>
          <a:p>
            <a:r>
              <a:rPr lang="en-US" dirty="0"/>
              <a:t>Inputs: x₁, x₂, ..., xₙ</a:t>
            </a:r>
          </a:p>
          <a:p>
            <a:r>
              <a:rPr lang="en-US" dirty="0"/>
              <a:t>Weights: w₁, w₂, ..., wₙ</a:t>
            </a:r>
          </a:p>
          <a:p>
            <a:r>
              <a:rPr lang="en-US" dirty="0"/>
              <a:t>Bias: b</a:t>
            </a:r>
          </a:p>
          <a:p>
            <a:r>
              <a:rPr lang="en-US" dirty="0"/>
              <a:t>Activation function: Step function</a:t>
            </a:r>
          </a:p>
          <a:p>
            <a:r>
              <a:rPr lang="en-US" dirty="0"/>
              <a:t>Output: 1 if weighted sum &gt; threshold, 0 otherwise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Perceptron Definition | DeepAI">
            <a:extLst>
              <a:ext uri="{FF2B5EF4-FFF2-40B4-BE49-F238E27FC236}">
                <a16:creationId xmlns:a16="http://schemas.microsoft.com/office/drawing/2014/main" id="{E8CC20D3-D6B9-866E-4FB1-2604A27C2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961" y="1928682"/>
            <a:ext cx="4459839" cy="235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44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66A0-2FFC-C9D2-9ECC-81E4D920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 Perceptron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14E9F-4F55-6F60-2BE0-1538E80C6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06007"/>
            <a:ext cx="5786120" cy="499103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000" dirty="0"/>
              <a:t>Multiply each input by its corresponding weight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Sum all weighted inputs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Add the bias term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Apply the activation function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Output the result</a:t>
            </a:r>
          </a:p>
          <a:p>
            <a:pPr>
              <a:buNone/>
            </a:pPr>
            <a:r>
              <a:rPr lang="en-US" sz="2000" dirty="0"/>
              <a:t>Mathematically: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z = </a:t>
            </a:r>
            <a:r>
              <a:rPr lang="en-US" sz="2000" dirty="0" err="1"/>
              <a:t>w₁x</a:t>
            </a:r>
            <a:r>
              <a:rPr lang="en-US" sz="2000" dirty="0"/>
              <a:t>₁ + </a:t>
            </a:r>
            <a:r>
              <a:rPr lang="en-US" sz="2000" dirty="0" err="1"/>
              <a:t>w₂x</a:t>
            </a:r>
            <a:r>
              <a:rPr lang="en-US" sz="2000" dirty="0"/>
              <a:t>₂ + ... + </a:t>
            </a:r>
            <a:r>
              <a:rPr lang="en-US" sz="2000" dirty="0" err="1"/>
              <a:t>wₙx</a:t>
            </a:r>
            <a:r>
              <a:rPr lang="en-US" sz="2000" dirty="0"/>
              <a:t>ₙ + 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output = activation(z)</a:t>
            </a:r>
          </a:p>
          <a:p>
            <a:endParaRPr lang="en-US" sz="2000" dirty="0"/>
          </a:p>
        </p:txBody>
      </p:sp>
      <p:pic>
        <p:nvPicPr>
          <p:cNvPr id="4" name="Picture 2" descr="Perceptron Definition | DeepAI">
            <a:extLst>
              <a:ext uri="{FF2B5EF4-FFF2-40B4-BE49-F238E27FC236}">
                <a16:creationId xmlns:a16="http://schemas.microsoft.com/office/drawing/2014/main" id="{C20DFB07-6022-BBE9-7E17-9F23CC27C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961" y="1928682"/>
            <a:ext cx="4459839" cy="235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909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8373-FCC8-DFC6-3A31-5C5263E4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6288-45CF-440D-E6C9-0E88F80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Perceptron Activation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BFDAC-D98D-0415-BB9A-6EEF0B69E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Function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Output: 1 if z ≥ 0, 0 if z &lt;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in original </a:t>
            </a:r>
            <a:r>
              <a:rPr lang="en-US" dirty="0" err="1"/>
              <a:t>perceptrons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differentiable at 0</a:t>
            </a:r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28300A7-200A-87B1-399A-B687F074B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293" y="1787868"/>
            <a:ext cx="3821684" cy="2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383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8701-E47D-6D90-428F-72598213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B9D3-88DF-DC19-90CE-63F65CF2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Perceptron Learning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1AEAD-297E-D922-3D4D-EEA69299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For each training example:</a:t>
            </a:r>
          </a:p>
          <a:p>
            <a:pPr marL="512763" indent="-512763">
              <a:buFont typeface="+mj-lt"/>
              <a:buAutoNum type="arabicPeriod"/>
            </a:pPr>
            <a:r>
              <a:rPr lang="en-US" dirty="0"/>
              <a:t>Calculate predicted output </a:t>
            </a:r>
            <a:r>
              <a:rPr lang="en-US" dirty="0" err="1"/>
              <a:t>y_pred</a:t>
            </a:r>
            <a:endParaRPr lang="en-US" dirty="0"/>
          </a:p>
          <a:p>
            <a:pPr marL="512763" indent="-512763">
              <a:buFont typeface="+mj-lt"/>
              <a:buAutoNum type="arabicPeriod"/>
            </a:pPr>
            <a:r>
              <a:rPr lang="en-US" dirty="0"/>
              <a:t>Calculate error: error = </a:t>
            </a:r>
            <a:r>
              <a:rPr lang="en-US" dirty="0" err="1"/>
              <a:t>y_true</a:t>
            </a:r>
            <a:r>
              <a:rPr lang="en-US" dirty="0"/>
              <a:t> - </a:t>
            </a:r>
            <a:r>
              <a:rPr lang="en-US" dirty="0" err="1"/>
              <a:t>y_pred</a:t>
            </a:r>
            <a:endParaRPr lang="en-US" dirty="0"/>
          </a:p>
          <a:p>
            <a:pPr marL="512763" indent="-512763">
              <a:buFont typeface="+mj-lt"/>
              <a:buAutoNum type="arabicPeriod"/>
            </a:pPr>
            <a:r>
              <a:rPr lang="en-US" dirty="0"/>
              <a:t>Update weights: </a:t>
            </a:r>
            <a:r>
              <a:rPr lang="en-US" dirty="0" err="1"/>
              <a:t>w_new</a:t>
            </a:r>
            <a:r>
              <a:rPr lang="en-US" dirty="0"/>
              <a:t> = </a:t>
            </a:r>
            <a:r>
              <a:rPr lang="en-US" dirty="0" err="1"/>
              <a:t>w_old</a:t>
            </a:r>
            <a:r>
              <a:rPr lang="en-US" dirty="0"/>
              <a:t> + </a:t>
            </a:r>
            <a:r>
              <a:rPr lang="en-US" dirty="0" err="1"/>
              <a:t>learning_rate</a:t>
            </a:r>
            <a:r>
              <a:rPr lang="en-US" dirty="0"/>
              <a:t> * error * x</a:t>
            </a:r>
          </a:p>
          <a:p>
            <a:pPr marL="512763" indent="-512763">
              <a:buFont typeface="+mj-lt"/>
              <a:buAutoNum type="arabicPeriod"/>
            </a:pPr>
            <a:r>
              <a:rPr lang="en-US" dirty="0"/>
              <a:t>Update bias: </a:t>
            </a:r>
            <a:r>
              <a:rPr lang="en-US" dirty="0" err="1"/>
              <a:t>b_new</a:t>
            </a:r>
            <a:r>
              <a:rPr lang="en-US" dirty="0"/>
              <a:t> = </a:t>
            </a:r>
            <a:r>
              <a:rPr lang="en-US" dirty="0" err="1"/>
              <a:t>b_old</a:t>
            </a:r>
            <a:r>
              <a:rPr lang="en-US" dirty="0"/>
              <a:t> + </a:t>
            </a:r>
            <a:r>
              <a:rPr lang="en-US" dirty="0" err="1"/>
              <a:t>learning_rate</a:t>
            </a:r>
            <a:r>
              <a:rPr lang="en-US" dirty="0"/>
              <a:t> *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5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67B1-1794-29DB-F05A-B06F663B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78A6-F2D4-1131-8217-DD036D9F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Hand Calculation for AND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7980B-C5EA-3F94-B301-7DBB3B1B7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Let's work through the perceptron learning algorithm by hand for the AND gate: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data: X = [[0,0], [0,1], [1,0], [1,1]], y = [0, 0, 0, 1]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rate (</a:t>
            </a:r>
            <a:r>
              <a:rPr lang="el-GR" dirty="0"/>
              <a:t>η) = 0.1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weights (randomly assigned): w₁ = 0.3, w₂ = -0.1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bias: b = 0.2</a:t>
            </a:r>
          </a:p>
          <a:p>
            <a:pPr>
              <a:buNone/>
            </a:pPr>
            <a:r>
              <a:rPr lang="en-US" b="1" dirty="0"/>
              <a:t>First Iteration:</a:t>
            </a:r>
          </a:p>
          <a:p>
            <a:pPr>
              <a:buNone/>
            </a:pPr>
            <a:r>
              <a:rPr lang="en-US" b="1" dirty="0"/>
              <a:t>Example 1: (0,0) →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Inputs: x₁ = 0, x₂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Weighted sum: z = </a:t>
            </a:r>
            <a:r>
              <a:rPr lang="en-US" dirty="0" err="1"/>
              <a:t>w₁x</a:t>
            </a:r>
            <a:r>
              <a:rPr lang="en-US" dirty="0"/>
              <a:t>₁ + </a:t>
            </a:r>
            <a:r>
              <a:rPr lang="en-US" dirty="0" err="1"/>
              <a:t>w₂x</a:t>
            </a:r>
            <a:r>
              <a:rPr lang="en-US" dirty="0"/>
              <a:t>₂ + b = 0.3(0) + (-0.1)(0) + 0.2 = 0.2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Activation: output = 1 (since z &gt;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True output: y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Error: error = y - output = 0 - 1 = 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 updates: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w₁ = w₁ + </a:t>
            </a:r>
            <a:r>
              <a:rPr lang="el-GR" dirty="0"/>
              <a:t>η * </a:t>
            </a:r>
            <a:r>
              <a:rPr lang="en-US" dirty="0"/>
              <a:t>error * x₁ = 0.3 + 0.1 * (-1) * 0 = 0.3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w₂ = w₂ + </a:t>
            </a:r>
            <a:r>
              <a:rPr lang="el-GR" dirty="0"/>
              <a:t>η * </a:t>
            </a:r>
            <a:r>
              <a:rPr lang="en-US" dirty="0"/>
              <a:t>error * x₂ = -0.1 + 0.1 * (-1) * 0 = -0.1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 = b + </a:t>
            </a:r>
            <a:r>
              <a:rPr lang="el-GR" dirty="0"/>
              <a:t>η * </a:t>
            </a:r>
            <a:r>
              <a:rPr lang="en-US" dirty="0"/>
              <a:t>error = 0.2 + 0.1 * (-1) = 0.1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595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7DF0-5C70-E796-40E9-93C5401B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B680-1180-01AB-66AB-A190EA7C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 Hand Calculation for AND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882A-73EB-E54F-2595-374BACF9C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/>
              <a:t>Example 2: (0,1) →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Inputs: x₁ = 0, x₂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Weighted sum: z = </a:t>
            </a:r>
            <a:r>
              <a:rPr lang="en-US" dirty="0" err="1"/>
              <a:t>w₁x</a:t>
            </a:r>
            <a:r>
              <a:rPr lang="en-US" dirty="0"/>
              <a:t>₁ + </a:t>
            </a:r>
            <a:r>
              <a:rPr lang="en-US" dirty="0" err="1"/>
              <a:t>w₂x</a:t>
            </a:r>
            <a:r>
              <a:rPr lang="en-US" dirty="0"/>
              <a:t>₂ + b = 0.3(0) + (-0.1)(1) + 0.1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Activation: output = 1 (since z ≥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True output: y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Error: error = y - output = 0 - 1 = 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 updates: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w₁ = w₁ + </a:t>
            </a:r>
            <a:r>
              <a:rPr lang="el-GR" dirty="0"/>
              <a:t>η * </a:t>
            </a:r>
            <a:r>
              <a:rPr lang="en-US" dirty="0"/>
              <a:t>error * x₁ = 0.3 + 0.1 * (-1) * 0 = 0.3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w₂ = w₂ + </a:t>
            </a:r>
            <a:r>
              <a:rPr lang="el-GR" dirty="0"/>
              <a:t>η * </a:t>
            </a:r>
            <a:r>
              <a:rPr lang="en-US" dirty="0"/>
              <a:t>error * x₂ = -0.1 + 0.1 * (-1) * 1 = -0.2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 = b + </a:t>
            </a:r>
            <a:r>
              <a:rPr lang="el-GR" dirty="0"/>
              <a:t>η * </a:t>
            </a:r>
            <a:r>
              <a:rPr lang="en-US" dirty="0"/>
              <a:t>error = 0.1 + 0.1 * (-1) = 0</a:t>
            </a:r>
          </a:p>
          <a:p>
            <a:pPr>
              <a:buNone/>
            </a:pPr>
            <a:r>
              <a:rPr lang="en-US" b="1" dirty="0"/>
              <a:t>Example 3: (1,0) →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Inputs: x₁ = 1, x₂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Weighted sum: z = </a:t>
            </a:r>
            <a:r>
              <a:rPr lang="en-US" dirty="0" err="1"/>
              <a:t>w₁x</a:t>
            </a:r>
            <a:r>
              <a:rPr lang="en-US" dirty="0"/>
              <a:t>₁ + </a:t>
            </a:r>
            <a:r>
              <a:rPr lang="en-US" dirty="0" err="1"/>
              <a:t>w₂x</a:t>
            </a:r>
            <a:r>
              <a:rPr lang="en-US" dirty="0"/>
              <a:t>₂ + b = 0.3(1) + (-0.2)(0) + 0 = 0.3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Activation: output = 1 (since z &gt;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True output: y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Error: error = y - output = 0 - 1 = 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 updates: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w₁ = w₁ + </a:t>
            </a:r>
            <a:r>
              <a:rPr lang="el-GR" dirty="0"/>
              <a:t>η * </a:t>
            </a:r>
            <a:r>
              <a:rPr lang="en-US" dirty="0"/>
              <a:t>error * x₁ = 0.3 + 0.1 * (-1) * 1 = 0.2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w₂ = w₂ + </a:t>
            </a:r>
            <a:r>
              <a:rPr lang="el-GR" dirty="0"/>
              <a:t>η * </a:t>
            </a:r>
            <a:r>
              <a:rPr lang="en-US" dirty="0"/>
              <a:t>error * x₂ = -0.2 + 0.1 * (-1) * 0 = -0.2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 = b + </a:t>
            </a:r>
            <a:r>
              <a:rPr lang="el-GR" dirty="0"/>
              <a:t>η * </a:t>
            </a:r>
            <a:r>
              <a:rPr lang="en-US" dirty="0"/>
              <a:t>error = 0 + 0.1 * (-1) = -0.1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127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F7EB-6F90-23F5-A4FC-EFDA474A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 Hand Calculation for AND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E9270-DDB5-7E22-A038-631E31642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/>
              <a:t>Example 4: (1,1) → 1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Inputs: x₁ = 1, x₂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Weighted sum: z = </a:t>
            </a:r>
            <a:r>
              <a:rPr lang="en-US" sz="1800" dirty="0" err="1"/>
              <a:t>w₁x</a:t>
            </a:r>
            <a:r>
              <a:rPr lang="en-US" sz="1800" dirty="0"/>
              <a:t>₁ + </a:t>
            </a:r>
            <a:r>
              <a:rPr lang="en-US" sz="1800" dirty="0" err="1"/>
              <a:t>w₂x</a:t>
            </a:r>
            <a:r>
              <a:rPr lang="en-US" sz="1800" dirty="0"/>
              <a:t>₂ + b = 0.2(1) + (-0.2)(1) + (-0.1) = -0.1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Activation: output = 0 (since z &lt;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True output: y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Error: error = y - output = 1 - 0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Weight updates: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w₁ = w₁ + </a:t>
            </a:r>
            <a:r>
              <a:rPr lang="el-GR" sz="1600" dirty="0"/>
              <a:t>η * </a:t>
            </a:r>
            <a:r>
              <a:rPr lang="en-US" sz="1600" dirty="0"/>
              <a:t>error * x₁ = 0.2 + 0.1 * 1 * 1 = 0.3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w₂ = w₂ + </a:t>
            </a:r>
            <a:r>
              <a:rPr lang="el-GR" sz="1600" dirty="0"/>
              <a:t>η * </a:t>
            </a:r>
            <a:r>
              <a:rPr lang="en-US" sz="1600" dirty="0"/>
              <a:t>error * x₂ = -0.2 + 0.1 * 1 * 1 = -0.1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 = b + </a:t>
            </a:r>
            <a:r>
              <a:rPr lang="el-GR" sz="1600" dirty="0"/>
              <a:t>η * </a:t>
            </a:r>
            <a:r>
              <a:rPr lang="en-US" sz="1600" dirty="0"/>
              <a:t>error = -0.1 + 0.1 * 1 = 0</a:t>
            </a:r>
          </a:p>
          <a:p>
            <a:pPr>
              <a:buNone/>
            </a:pPr>
            <a:r>
              <a:rPr lang="en-US" sz="1800" b="1" dirty="0"/>
              <a:t>End of Iteration 1</a:t>
            </a:r>
            <a:r>
              <a:rPr lang="en-US" sz="1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Updated weights: w₁ = 0.3, w₂ = -0.1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Updated bias: b = 0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8501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74C2-743D-25E3-2ADD-DF41D8F9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E0F8-80B7-4054-B4C1-3EF930B5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Second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0331-B00F-57F0-9046-304BC9A46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Example 1: (0,0) →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Inputs: x₁ = 0, x₂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Weighted sum: z = </a:t>
            </a:r>
            <a:r>
              <a:rPr lang="en-US" dirty="0" err="1"/>
              <a:t>w₁x</a:t>
            </a:r>
            <a:r>
              <a:rPr lang="en-US" dirty="0"/>
              <a:t>₁ + </a:t>
            </a:r>
            <a:r>
              <a:rPr lang="en-US" dirty="0" err="1"/>
              <a:t>w₂x</a:t>
            </a:r>
            <a:r>
              <a:rPr lang="en-US" dirty="0"/>
              <a:t>₂ + b = 0.3(0) + (-0.1)(0) + 0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Activation: output = 1 (since z ≥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True output: y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Error: error = y - output = 0 - 1 = 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 updates: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w₁ = w₁ + </a:t>
            </a:r>
            <a:r>
              <a:rPr lang="el-GR" dirty="0"/>
              <a:t>η * </a:t>
            </a:r>
            <a:r>
              <a:rPr lang="en-US" dirty="0"/>
              <a:t>error * x₁ = 0.3 + 0.1 * (-1) * 0 = 0.3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w₂ = w₂ + </a:t>
            </a:r>
            <a:r>
              <a:rPr lang="el-GR" dirty="0"/>
              <a:t>η * </a:t>
            </a:r>
            <a:r>
              <a:rPr lang="en-US" dirty="0"/>
              <a:t>error * x₂ = -0.1 + 0.1 * (-1) * 0 = -0.1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 = b + </a:t>
            </a:r>
            <a:r>
              <a:rPr lang="el-GR" dirty="0"/>
              <a:t>η * </a:t>
            </a:r>
            <a:r>
              <a:rPr lang="en-US" dirty="0"/>
              <a:t>error = 0 + 0.1 * (-1) = -0.1</a:t>
            </a:r>
          </a:p>
          <a:p>
            <a:pPr>
              <a:buNone/>
            </a:pPr>
            <a:r>
              <a:rPr lang="en-US" b="1" dirty="0"/>
              <a:t>Example 2: (0,1) →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Inputs: x₁ = 0, x₂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Weighted sum: z = </a:t>
            </a:r>
            <a:r>
              <a:rPr lang="en-US" dirty="0" err="1"/>
              <a:t>w₁x</a:t>
            </a:r>
            <a:r>
              <a:rPr lang="en-US" dirty="0"/>
              <a:t>₁ + </a:t>
            </a:r>
            <a:r>
              <a:rPr lang="en-US" dirty="0" err="1"/>
              <a:t>w₂x</a:t>
            </a:r>
            <a:r>
              <a:rPr lang="en-US" dirty="0"/>
              <a:t>₂ + b = 0.3(0) + (-0.1)(1) + (-0.1) = -0.2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Activation: output = 0 (since z &lt;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True output: y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Error: error = y - output = 0 - 0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 updates (no change as error = 0):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w₁ = 0.3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w₂ = -0.1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 = -0.1</a:t>
            </a:r>
          </a:p>
          <a:p>
            <a:r>
              <a:rPr lang="en-US" b="1" dirty="0"/>
              <a:t>After several iterations</a:t>
            </a:r>
            <a:r>
              <a:rPr lang="en-US" dirty="0"/>
              <a:t>, the perceptron will converge to weights that correctly classify all AND gate examples.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67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E893-91A6-C953-EAB2-3DFC73D9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5FF9-D02A-D9B7-1A46-44691E18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 Perceptron from Scratch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54BED-773C-0EFB-ED6F-D5033C288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031259" cy="4991039"/>
          </a:xfrm>
        </p:spPr>
        <p:txBody>
          <a:bodyPr>
            <a:normAutofit/>
          </a:bodyPr>
          <a:lstStyle/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200"/>
              </a:lnSpc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Perceptron: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init</a:t>
            </a:r>
            <a:r>
              <a:rPr lang="en-US" sz="9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9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learning_rate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0.01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n_iterations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.learning_rate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learning_rate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.n_iterations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n_iterations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.weights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None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.bias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None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fit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9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Initialize parameters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n_samples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n_features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X.shape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.weights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np.zeros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n_features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.bias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Learning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_ </a:t>
            </a: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.n_iterations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</a:t>
            </a:r>
            <a:r>
              <a:rPr lang="en-US" sz="9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idx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x_i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enumerate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(X):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linear_output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np.dot(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x_i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.weights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+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.bias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y_predicted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linear_output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&gt;= 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  <a:r>
              <a:rPr lang="en-US" sz="9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Perceptron update rule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update =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.learning_rate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(y[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idx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-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y_predicted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.weights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+= update 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x_i</a:t>
            </a:r>
            <a:endParaRPr lang="en-US" sz="9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.bias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+= update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predict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9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linear_output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np.dot(X,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.weights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+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.bias</a:t>
            </a:r>
            <a:endParaRPr lang="en-US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200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sz="900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sz="9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np.where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linear_output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&gt;= 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9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8EF554-3C95-B58D-143F-AB3019BB32E0}"/>
              </a:ext>
            </a:extLst>
          </p:cNvPr>
          <p:cNvSpPr txBox="1"/>
          <p:nvPr/>
        </p:nvSpPr>
        <p:spPr>
          <a:xfrm>
            <a:off x="6859544" y="1706007"/>
            <a:ext cx="4255358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numpy </a:t>
            </a:r>
            <a:r>
              <a:rPr lang="en-US" sz="1100" b="0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matplotlib </a:t>
            </a:r>
            <a:r>
              <a:rPr lang="en-US" sz="1100" b="0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pyplot </a:t>
            </a:r>
            <a:r>
              <a:rPr lang="en-US" sz="1100" b="0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plt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Training data for AND gate</a:t>
            </a:r>
            <a:endParaRPr lang="en-US" sz="1100" b="0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np.array([[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np.array([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Initialize and train</a:t>
            </a:r>
            <a:endParaRPr lang="en-US" sz="1100" b="0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perceptron = Perceptron(learning_rate=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n_iterations=</a:t>
            </a:r>
            <a:r>
              <a:rPr lang="en-US" sz="1100" b="0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perceptron.fit(X, y)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Display results</a:t>
            </a:r>
            <a:endParaRPr lang="en-US" sz="1100" b="0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b="0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"Weights:"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perceptron.weights)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b="0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"Bias:"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perceptron.bias)</a:t>
            </a:r>
          </a:p>
          <a:p>
            <a:pPr>
              <a:lnSpc>
                <a:spcPts val="1425"/>
              </a:lnSpc>
            </a:pPr>
            <a:r>
              <a:rPr lang="en-US" sz="1100" b="0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b="0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"Predictions:"</a:t>
            </a:r>
            <a:r>
              <a:rPr lang="en-US" sz="1100" b="0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perceptron.predict(X))</a:t>
            </a:r>
          </a:p>
        </p:txBody>
      </p:sp>
    </p:spTree>
    <p:extLst>
      <p:ext uri="{BB962C8B-B14F-4D97-AF65-F5344CB8AC3E}">
        <p14:creationId xmlns:p14="http://schemas.microsoft.com/office/powerpoint/2010/main" val="197954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F86D-A76E-2D09-29A1-2C9EEDCA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use Python and </a:t>
            </a:r>
            <a:r>
              <a:rPr lang="en-US" dirty="0" err="1"/>
              <a:t>Sklearn</a:t>
            </a:r>
            <a:r>
              <a:rPr lang="en-US" dirty="0"/>
              <a:t> to implement the steps above quickly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E4559-D11C-C5AC-15D5-2D9673FF86FD}"/>
              </a:ext>
            </a:extLst>
          </p:cNvPr>
          <p:cNvSpPr txBox="1"/>
          <p:nvPr/>
        </p:nvSpPr>
        <p:spPr>
          <a:xfrm>
            <a:off x="838200" y="1685317"/>
            <a:ext cx="49818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np </a:t>
            </a:r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linear_model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Perceptron </a:t>
            </a:r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Training data for AND gate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200" dirty="0">
                <a:solidFill>
                  <a:srgbClr val="407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([[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]])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sz="1200" dirty="0">
                <a:solidFill>
                  <a:srgbClr val="407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Initialize and train the perceptron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perceptron </a:t>
            </a:r>
            <a:r>
              <a:rPr lang="en-US" sz="1200" dirty="0">
                <a:solidFill>
                  <a:srgbClr val="407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Perceptron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max_iter</a:t>
            </a:r>
            <a:r>
              <a:rPr lang="en-US" sz="1200" dirty="0">
                <a:solidFill>
                  <a:srgbClr val="407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</a:t>
            </a:r>
            <a:r>
              <a:rPr lang="en-US" sz="1200" dirty="0">
                <a:solidFill>
                  <a:srgbClr val="407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1e-3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random_state</a:t>
            </a:r>
            <a:r>
              <a:rPr lang="en-US" sz="1200" dirty="0">
                <a:solidFill>
                  <a:srgbClr val="407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perceptron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200" i="1" dirty="0">
              <a:solidFill>
                <a:srgbClr val="A0A1A7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i="1" dirty="0">
                <a:solidFill>
                  <a:srgbClr val="A0A1A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Test the perceptron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50A1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"Weights:"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perceptron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50A1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"Bias:"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perceptron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intercept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50A1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"Predictions:"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perceptron</a:t>
            </a:r>
            <a:r>
              <a:rPr lang="en-US" sz="120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2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454F9-4557-E7F4-BCEB-065B906AB7E3}"/>
              </a:ext>
            </a:extLst>
          </p:cNvPr>
          <p:cNvSpPr txBox="1"/>
          <p:nvPr/>
        </p:nvSpPr>
        <p:spPr>
          <a:xfrm>
            <a:off x="5926610" y="1694808"/>
            <a:ext cx="6094970" cy="479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None/>
            </a:pPr>
            <a:r>
              <a:rPr lang="en-US" sz="1100" dirty="0"/>
              <a:t>The code shows a scikit-learn Perceptron implementation for the AND gate problem.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The code:</a:t>
            </a:r>
          </a:p>
          <a:p>
            <a:pPr>
              <a:spcBef>
                <a:spcPts val="300"/>
              </a:spcBef>
              <a:buFont typeface="+mj-lt"/>
              <a:buAutoNum type="arabicPeriod"/>
            </a:pPr>
            <a:r>
              <a:rPr lang="en-US" sz="1100" dirty="0"/>
              <a:t>Imports NumPy, scikit-</a:t>
            </a:r>
            <a:r>
              <a:rPr lang="en-US" sz="1100" dirty="0" err="1"/>
              <a:t>learn's</a:t>
            </a:r>
            <a:r>
              <a:rPr lang="en-US" sz="1100" dirty="0"/>
              <a:t> Perceptron, and matplotlib</a:t>
            </a:r>
          </a:p>
          <a:p>
            <a:pPr>
              <a:spcBef>
                <a:spcPts val="300"/>
              </a:spcBef>
              <a:buFont typeface="+mj-lt"/>
              <a:buAutoNum type="arabicPeriod"/>
            </a:pPr>
            <a:r>
              <a:rPr lang="en-US" sz="1100" dirty="0"/>
              <a:t>Sets up the training data for the AND gate</a:t>
            </a:r>
          </a:p>
          <a:p>
            <a:pPr>
              <a:spcBef>
                <a:spcPts val="300"/>
              </a:spcBef>
              <a:buFont typeface="+mj-lt"/>
              <a:buAutoNum type="arabicPeriod"/>
            </a:pPr>
            <a:r>
              <a:rPr lang="en-US" sz="1100" dirty="0"/>
              <a:t>Initializes a Perceptron with 100 max iterations and a random seed of 42</a:t>
            </a:r>
          </a:p>
          <a:p>
            <a:pPr>
              <a:spcBef>
                <a:spcPts val="300"/>
              </a:spcBef>
              <a:buFont typeface="+mj-lt"/>
              <a:buAutoNum type="arabicPeriod"/>
            </a:pPr>
            <a:r>
              <a:rPr lang="en-US" sz="1100" dirty="0"/>
              <a:t>Trains the perceptron on the AND gate data</a:t>
            </a:r>
          </a:p>
          <a:p>
            <a:pPr>
              <a:spcBef>
                <a:spcPts val="300"/>
              </a:spcBef>
              <a:buFont typeface="+mj-lt"/>
              <a:buAutoNum type="arabicPeriod"/>
            </a:pPr>
            <a:r>
              <a:rPr lang="en-US" sz="1100" dirty="0"/>
              <a:t>Prints the learned weights, bias, and predictions</a:t>
            </a:r>
          </a:p>
          <a:p>
            <a:pPr>
              <a:spcBef>
                <a:spcPts val="300"/>
              </a:spcBef>
            </a:pPr>
            <a:endParaRPr lang="en-US" sz="1100" dirty="0"/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The output shows:</a:t>
            </a:r>
          </a:p>
          <a:p>
            <a:pPr marL="117475" indent="-1174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/>
              <a:t>Weights: [[2. 2.]]</a:t>
            </a:r>
            <a:r>
              <a:rPr lang="en-US" sz="1100" dirty="0"/>
              <a:t> - The perceptron learned to assign a weight of 2.0 to both inputs</a:t>
            </a:r>
          </a:p>
          <a:p>
            <a:pPr marL="117475" indent="-1174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/>
              <a:t>Bias: [-3.]</a:t>
            </a:r>
            <a:r>
              <a:rPr lang="en-US" sz="1100" dirty="0"/>
              <a:t> - The bias is -3.0</a:t>
            </a:r>
          </a:p>
          <a:p>
            <a:pPr marL="117475" indent="-1174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/>
              <a:t>Predictions: [0 0 0 1]</a:t>
            </a:r>
            <a:r>
              <a:rPr lang="en-US" sz="1100" dirty="0"/>
              <a:t> - The perceptron correctly classified all four examples of the AND gate</a:t>
            </a:r>
          </a:p>
          <a:p>
            <a:pPr marL="117475" indent="-117475">
              <a:spcBef>
                <a:spcPts val="300"/>
              </a:spcBef>
              <a:buNone/>
            </a:pPr>
            <a:r>
              <a:rPr lang="en-US" sz="1100" dirty="0"/>
              <a:t>With these weights and bias, the decision function is: 2×(input1) + 2×(input2) - 3</a:t>
            </a:r>
          </a:p>
          <a:p>
            <a:pPr>
              <a:spcBef>
                <a:spcPts val="300"/>
              </a:spcBef>
              <a:buNone/>
            </a:pPr>
            <a:endParaRPr lang="en-US" sz="1100" dirty="0"/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For the four input combinations:</a:t>
            </a:r>
          </a:p>
          <a:p>
            <a:pPr marL="117475" indent="-1174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[0,0]: 2×0 + 2×0 - 3 = -3 &lt; 0 → output 0</a:t>
            </a:r>
          </a:p>
          <a:p>
            <a:pPr marL="117475" indent="-1174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[0,1]: 2×0 + 2×1 - 3 = -1 &lt; 0 → output 0</a:t>
            </a:r>
          </a:p>
          <a:p>
            <a:pPr marL="117475" indent="-1174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[1,0]: 2×1 + 2×0 - 3 = -1 &lt; 0 → output 0</a:t>
            </a:r>
          </a:p>
          <a:p>
            <a:pPr marL="117475" indent="-1174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[1,1]: 2×1 + 2×1 - 3 = 1 &gt; 0 → output 1</a:t>
            </a:r>
          </a:p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spcBef>
                <a:spcPts val="300"/>
              </a:spcBef>
            </a:pPr>
            <a:r>
              <a:rPr lang="en-US" sz="1100" dirty="0"/>
              <a:t>This perceptron implements the AND gate logic. </a:t>
            </a:r>
          </a:p>
          <a:p>
            <a:pPr>
              <a:spcBef>
                <a:spcPts val="300"/>
              </a:spcBef>
            </a:pPr>
            <a:r>
              <a:rPr lang="en-US" sz="1100" dirty="0"/>
              <a:t>The decision boundary is the line 2x₁ + 2x₂ - 3 = 0, which separates the point (1,1) from the other three points.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F5ECD6-24C7-09E8-0B28-7886FCCCF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46433"/>
            <a:ext cx="176237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23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9263-506E-80C2-CF69-07D841CD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34AE3-0AC5-6174-2445-10854D69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AFFB-384A-31DB-A8AC-ECD2AC001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2143123"/>
          </a:xfrm>
        </p:spPr>
        <p:txBody>
          <a:bodyPr>
            <a:normAutofit/>
          </a:bodyPr>
          <a:lstStyle/>
          <a:p>
            <a:r>
              <a:rPr lang="en-US" sz="2000" dirty="0"/>
              <a:t>The perceptron learns a decision boundary: </a:t>
            </a:r>
            <a:r>
              <a:rPr lang="en-US" sz="2000" dirty="0" err="1"/>
              <a:t>w₁x</a:t>
            </a:r>
            <a:r>
              <a:rPr lang="en-US" sz="2000" dirty="0"/>
              <a:t>₁ + </a:t>
            </a:r>
            <a:r>
              <a:rPr lang="en-US" sz="2000" dirty="0" err="1"/>
              <a:t>w₂x</a:t>
            </a:r>
            <a:r>
              <a:rPr lang="en-US" sz="2000" dirty="0"/>
              <a:t>₂ + b = 0</a:t>
            </a:r>
          </a:p>
          <a:p>
            <a:r>
              <a:rPr lang="en-US" sz="2000" dirty="0"/>
              <a:t>Points above the line are classified as 1</a:t>
            </a:r>
          </a:p>
          <a:p>
            <a:r>
              <a:rPr lang="en-US" sz="2000" dirty="0"/>
              <a:t>Points below the line are classified as 0</a:t>
            </a:r>
          </a:p>
          <a:p>
            <a:r>
              <a:rPr lang="en-US" sz="2000" dirty="0"/>
              <a:t>For AND gate, only the point (1,1) should be above the line</a:t>
            </a:r>
          </a:p>
        </p:txBody>
      </p:sp>
      <p:pic>
        <p:nvPicPr>
          <p:cNvPr id="2051" name="Picture 3" descr="From Basic Gates to Deep Neural Networks: The Definitive Perceptron  Tutorial | by Joseph Robinson, Ph.D. | TDS Archive | Medium">
            <a:extLst>
              <a:ext uri="{FF2B5EF4-FFF2-40B4-BE49-F238E27FC236}">
                <a16:creationId xmlns:a16="http://schemas.microsoft.com/office/drawing/2014/main" id="{93CFB765-53E3-649F-ADA5-5DA1FA719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4009406"/>
            <a:ext cx="512445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29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0051-A426-92FF-EBE4-8A3B4BA6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DEAF-9B81-22E4-ED30-6F4DA936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Simple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929B-D4B8-1668-0CBA-09EECFA1B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201337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Can only learn linearly separable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Cannot solve XOR problem (need multiple layers)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probabilistic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Simple update rule isn't suitable for complex problems</a:t>
            </a:r>
          </a:p>
          <a:p>
            <a:endParaRPr lang="en-US" sz="2000" dirty="0"/>
          </a:p>
        </p:txBody>
      </p:sp>
      <p:pic>
        <p:nvPicPr>
          <p:cNvPr id="6148" name="Picture 4" descr="From Basic Gates to Deep Neural Networks: The Definitive ...">
            <a:extLst>
              <a:ext uri="{FF2B5EF4-FFF2-40B4-BE49-F238E27FC236}">
                <a16:creationId xmlns:a16="http://schemas.microsoft.com/office/drawing/2014/main" id="{93E0A781-9579-1EBA-C877-674C74337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41607"/>
            <a:ext cx="7918026" cy="242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442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087F2-0F2E-8E6E-1F32-269AE4C6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59FC791-DDBC-AF94-0770-4686E29C2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>
                <a:ea typeface="Calibri Light"/>
                <a:cs typeface="Calibri Light"/>
              </a:rPr>
              <a:t>Introduction </a:t>
            </a:r>
            <a:r>
              <a:rPr lang="en-US" sz="3600" dirty="0">
                <a:ea typeface="Calibri Light"/>
                <a:cs typeface="Calibri Light"/>
              </a:rPr>
              <a:t>to Neural Networks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4A7341-1045-53F2-52C4-4E6F5A4B8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Multi-Layer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862335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D5B9-2871-5EBC-A17B-8B8ADA8C4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Neural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5C41B-2FD3-F992-A765-8444BB41D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neural network is a computational model inspired by the human brain.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consists of layers of interconnected nodes (neurons) that process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pattern recognition, decision-making, and AI applications.</a:t>
            </a:r>
          </a:p>
          <a:p>
            <a:endParaRPr lang="en-US" dirty="0"/>
          </a:p>
        </p:txBody>
      </p:sp>
      <p:pic>
        <p:nvPicPr>
          <p:cNvPr id="4098" name="Picture 2" descr="What is a Neural Network &amp; How Does It Work? AI Guide">
            <a:extLst>
              <a:ext uri="{FF2B5EF4-FFF2-40B4-BE49-F238E27FC236}">
                <a16:creationId xmlns:a16="http://schemas.microsoft.com/office/drawing/2014/main" id="{025DC2D0-6CA1-4038-E4E8-460213DD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977" y="3152859"/>
            <a:ext cx="4520045" cy="295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696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17C4-6900-2C0F-0B47-9A5FCC6E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Inspiration from the Human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61DA7-17F8-D8A5-8BD1-3E036B1B7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Neural networks are modeled after </a:t>
            </a:r>
            <a:r>
              <a:rPr lang="en-US" b="1" dirty="0"/>
              <a:t>biological neurons</a:t>
            </a:r>
            <a:r>
              <a:rPr lang="en-US" dirty="0"/>
              <a:t> in the brain.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Neurons</a:t>
            </a:r>
            <a:r>
              <a:rPr lang="en-US" dirty="0"/>
              <a:t> receive inputs, process them, and pass the output to other neurons.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Just like the brain, networks learn from experience (training).</a:t>
            </a:r>
          </a:p>
          <a:p>
            <a:endParaRPr lang="en-US" dirty="0"/>
          </a:p>
        </p:txBody>
      </p:sp>
      <p:pic>
        <p:nvPicPr>
          <p:cNvPr id="2050" name="Picture 2" descr="Neural_Network_Brain_Mimic">
            <a:extLst>
              <a:ext uri="{FF2B5EF4-FFF2-40B4-BE49-F238E27FC236}">
                <a16:creationId xmlns:a16="http://schemas.microsoft.com/office/drawing/2014/main" id="{7630116A-9923-96DA-8CF5-ADBBBEB7A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195" y="3372054"/>
            <a:ext cx="6362700" cy="298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ggest Neural Network Ever Pushes AI Deep Learning">
            <a:extLst>
              <a:ext uri="{FF2B5EF4-FFF2-40B4-BE49-F238E27FC236}">
                <a16:creationId xmlns:a16="http://schemas.microsoft.com/office/drawing/2014/main" id="{EB087AD0-73F9-30FA-5ABB-5FA070408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709" y="3670566"/>
            <a:ext cx="3186545" cy="238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559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BB5E4-D292-A166-DDC6-BE56AE48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ADF3-F48A-EB49-7342-FC2BDB58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 of a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57CBD-BDEE-A091-DC95-C0CF009F3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047509" cy="499103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Three main layers: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Input Layer</a:t>
            </a:r>
            <a:r>
              <a:rPr lang="en-US" dirty="0"/>
              <a:t> – Receives raw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Hidden Layers</a:t>
            </a:r>
            <a:r>
              <a:rPr lang="en-US" dirty="0"/>
              <a:t> – Process information using mathematical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Output Layer</a:t>
            </a:r>
            <a:r>
              <a:rPr lang="en-US" dirty="0"/>
              <a:t> – Produces the final result.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connection has a </a:t>
            </a:r>
            <a:r>
              <a:rPr lang="en-US" b="1" dirty="0"/>
              <a:t>weight</a:t>
            </a:r>
            <a:r>
              <a:rPr lang="en-US" dirty="0"/>
              <a:t>, which determines importance.</a:t>
            </a:r>
          </a:p>
          <a:p>
            <a:endParaRPr lang="en-US" dirty="0"/>
          </a:p>
        </p:txBody>
      </p:sp>
      <p:pic>
        <p:nvPicPr>
          <p:cNvPr id="5122" name="Picture 2" descr="A Step by Step Backpropagation Example | Matt Mazur">
            <a:extLst>
              <a:ext uri="{FF2B5EF4-FFF2-40B4-BE49-F238E27FC236}">
                <a16:creationId xmlns:a16="http://schemas.microsoft.com/office/drawing/2014/main" id="{F2502AE8-6FF3-3DFC-ACDD-63C906EA0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477" y="1618218"/>
            <a:ext cx="4152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989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D3CD-CCC4-617B-F8ED-DAE21F80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644BA-C533-71FC-2C08-CE0B1E6B7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Neural Networks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6A0DA-1B84-8ED0-EB37-1184187E4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214938" cy="499103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Training Process: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Feed data into the network.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 the output using weights.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 the output with the correct answer (loss calculation).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Adjust weights using </a:t>
            </a:r>
            <a:r>
              <a:rPr lang="en-US" b="1" dirty="0"/>
              <a:t>backpropagation</a:t>
            </a:r>
            <a:r>
              <a:rPr lang="en-US" dirty="0"/>
              <a:t> &amp; </a:t>
            </a:r>
            <a:r>
              <a:rPr lang="en-US" b="1" dirty="0"/>
              <a:t>gradient descent</a:t>
            </a:r>
            <a:r>
              <a:rPr lang="en-US" dirty="0"/>
              <a:t> to improve accuracy.</a:t>
            </a:r>
          </a:p>
          <a:p>
            <a:endParaRPr lang="en-US" dirty="0"/>
          </a:p>
        </p:txBody>
      </p:sp>
      <p:pic>
        <p:nvPicPr>
          <p:cNvPr id="6148" name="Picture 4" descr="What Is a Neural Network? A Simple Introduction to AI &amp; Machine Learning">
            <a:extLst>
              <a:ext uri="{FF2B5EF4-FFF2-40B4-BE49-F238E27FC236}">
                <a16:creationId xmlns:a16="http://schemas.microsoft.com/office/drawing/2014/main" id="{20CF0278-6C37-7374-B778-0F7349739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138" y="1628858"/>
            <a:ext cx="5300662" cy="311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122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92A9-35CB-0EB6-9E1D-945F6AE7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7078-7C24-6BBE-77CD-F9CDDA21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0A53-1621-580E-DC68-4CC426721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3771900" cy="49910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Feedforward Neural Network (FNN)</a:t>
            </a:r>
            <a:r>
              <a:rPr lang="en-US" sz="2000" dirty="0"/>
              <a:t> – Basic type; flows in one direction.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Convolutional Neural Network (CNN)</a:t>
            </a:r>
            <a:r>
              <a:rPr lang="en-US" sz="2000" dirty="0"/>
              <a:t> – Used for image recognition.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Recurrent Neural Network (RNN)</a:t>
            </a:r>
            <a:r>
              <a:rPr lang="en-US" sz="2000" dirty="0"/>
              <a:t> – Processes sequential data like speech.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Transformer Models</a:t>
            </a:r>
            <a:r>
              <a:rPr lang="en-US" sz="2000" dirty="0"/>
              <a:t> – Advanced networks for NLP (e.g., GPT, BERT).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9CABB-8FF8-C238-31C7-C756933F0AFC}"/>
              </a:ext>
            </a:extLst>
          </p:cNvPr>
          <p:cNvSpPr txBox="1"/>
          <p:nvPr/>
        </p:nvSpPr>
        <p:spPr>
          <a:xfrm>
            <a:off x="5588000" y="61538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https://towardsai.net/p/deep-learning/main-types-of-neural-networks-and-its-applications-tutorial-734480d7ec8e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13044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35CE7-80AB-8635-4D30-14DEED3D6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11502-A9CC-025F-C1CA-98E6013A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Image Recognition</a:t>
            </a:r>
            <a:r>
              <a:rPr lang="en-US" sz="2000" dirty="0"/>
              <a:t> (e.g., Face Detection, Object Recognition)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Natural Language Processing</a:t>
            </a:r>
            <a:r>
              <a:rPr lang="en-US" sz="2000" dirty="0"/>
              <a:t> (e.g., Chatbots, Translation)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Speech Recognition</a:t>
            </a:r>
            <a:r>
              <a:rPr lang="en-US" sz="2000" dirty="0"/>
              <a:t> (e.g., Siri, Google Assistant)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Medical Diagnosis</a:t>
            </a:r>
            <a:r>
              <a:rPr lang="en-US" sz="2000" dirty="0"/>
              <a:t> (e.g., Detecting diseases from X-rays)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2389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ADEC-4624-F29D-530C-A2BCE60F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FD43-EC78-2760-4441-6FA5BB14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5C58F-C92D-F889-C5B6-A17F6FDA1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High computational cost</a:t>
            </a:r>
            <a:r>
              <a:rPr lang="en-US" sz="2000" dirty="0"/>
              <a:t> – Needs powerful hardware (GPUs, TPUs).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Large datasets required</a:t>
            </a:r>
            <a:r>
              <a:rPr lang="en-US" sz="2000" dirty="0"/>
              <a:t> – More data = better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Black-box nature</a:t>
            </a:r>
            <a:r>
              <a:rPr lang="en-US" sz="2000" dirty="0"/>
              <a:t> – Difficult to interpret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Overfitting</a:t>
            </a:r>
            <a:r>
              <a:rPr lang="en-US" sz="2000" dirty="0"/>
              <a:t> – Model may memorize instead of generalizing.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0746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89F5-6A09-C7B3-9640-0FDBF28B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0019-8324-2143-7CB7-6F3BC99C2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83DB-FB32-D093-B285-908335E0E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More efficient architectures (e.g., </a:t>
            </a:r>
            <a:r>
              <a:rPr lang="en-US" sz="2000" b="1" dirty="0"/>
              <a:t>Transformer models</a:t>
            </a:r>
            <a:r>
              <a:rPr lang="en-US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Quantum AI</a:t>
            </a:r>
            <a:r>
              <a:rPr lang="en-US" sz="2000" dirty="0"/>
              <a:t> – Using quantum computing for better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Smaller &amp; faster models</a:t>
            </a:r>
            <a:r>
              <a:rPr lang="en-US" sz="2000" dirty="0"/>
              <a:t> for edge devices (e.g., mobile AI).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Ethical AI</a:t>
            </a:r>
            <a:r>
              <a:rPr lang="en-US" sz="2000" dirty="0"/>
              <a:t> – Addressing bias, fairness, and transparency.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0097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4EABFD-7E30-83F6-349A-4C9E3E3F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Neural Networks Work?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AD6F8-01A3-4A5C-8437-4BEAC0D58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63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FB8C-5E60-9FDD-DA63-4B122A5B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3580-9B0C-6C26-508D-1415E973E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6008"/>
            <a:ext cx="10842813" cy="1537642"/>
          </a:xfrm>
        </p:spPr>
        <p:txBody>
          <a:bodyPr>
            <a:normAutofit/>
          </a:bodyPr>
          <a:lstStyle/>
          <a:p>
            <a:r>
              <a:rPr lang="en-US" dirty="0"/>
              <a:t>Suppose we have this data, and we want to build a model that establishes the relationship between x and y e.g. y = a * x </a:t>
            </a:r>
          </a:p>
          <a:p>
            <a:r>
              <a:rPr lang="en-US" dirty="0"/>
              <a:t>One can clearly make out that y = 4 * x. </a:t>
            </a:r>
          </a:p>
          <a:p>
            <a:r>
              <a:rPr lang="en-US" dirty="0"/>
              <a:t>But how can a neural network derive the relationship between y and x?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27B14B-0F9F-B7FF-48EF-23D03BFC4AFB}"/>
              </a:ext>
            </a:extLst>
          </p:cNvPr>
          <p:cNvGraphicFramePr>
            <a:graphicFrameLocks noGrp="1"/>
          </p:cNvGraphicFramePr>
          <p:nvPr/>
        </p:nvGraphicFramePr>
        <p:xfrm>
          <a:off x="5013003" y="3758925"/>
          <a:ext cx="2165993" cy="18763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21847">
                  <a:extLst>
                    <a:ext uri="{9D8B030D-6E8A-4147-A177-3AD203B41FA5}">
                      <a16:colId xmlns:a16="http://schemas.microsoft.com/office/drawing/2014/main" val="2254041115"/>
                    </a:ext>
                  </a:extLst>
                </a:gridCol>
                <a:gridCol w="1044146">
                  <a:extLst>
                    <a:ext uri="{9D8B030D-6E8A-4147-A177-3AD203B41FA5}">
                      <a16:colId xmlns:a16="http://schemas.microsoft.com/office/drawing/2014/main" val="3082385971"/>
                    </a:ext>
                  </a:extLst>
                </a:gridCol>
              </a:tblGrid>
              <a:tr h="3127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</a:rPr>
                        <a:t>x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y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292537"/>
                  </a:ext>
                </a:extLst>
              </a:tr>
              <a:tr h="3127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499519"/>
                  </a:ext>
                </a:extLst>
              </a:tr>
              <a:tr h="3127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4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1643758"/>
                  </a:ext>
                </a:extLst>
              </a:tr>
              <a:tr h="3127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0399967"/>
                  </a:ext>
                </a:extLst>
              </a:tr>
              <a:tr h="3127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12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2309055"/>
                  </a:ext>
                </a:extLst>
              </a:tr>
              <a:tr h="3127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16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982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447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B0C1-6566-A0CB-84EA-45499364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a neural network find the value of 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C3646-42A2-671D-D37F-FD19A1832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Step1: </a:t>
            </a:r>
            <a:r>
              <a:rPr lang="en-US" dirty="0"/>
              <a:t>Random Guess</a:t>
            </a:r>
          </a:p>
          <a:p>
            <a:pPr lvl="1"/>
            <a:r>
              <a:rPr lang="en-US" dirty="0"/>
              <a:t>We need to start somewhere, we can randomly guess the desired multiplier is 2.</a:t>
            </a:r>
          </a:p>
          <a:p>
            <a:pPr lvl="1"/>
            <a:r>
              <a:rPr lang="en-US" dirty="0"/>
              <a:t>The relationship will now look like y = 2 * x</a:t>
            </a:r>
          </a:p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Forward Propagation</a:t>
            </a:r>
          </a:p>
          <a:p>
            <a:pPr lvl="1"/>
            <a:r>
              <a:rPr lang="en-US" dirty="0"/>
              <a:t>Here we are propagating the calculation forward from the input —&gt; output. </a:t>
            </a:r>
          </a:p>
          <a:p>
            <a:pPr lvl="1"/>
            <a:r>
              <a:rPr lang="en-US" dirty="0"/>
              <a:t>So now the table would look like this: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DE76BE-0915-4F11-02AA-89F2CF06E262}"/>
              </a:ext>
            </a:extLst>
          </p:cNvPr>
          <p:cNvGraphicFramePr>
            <a:graphicFrameLocks noGrp="1"/>
          </p:cNvGraphicFramePr>
          <p:nvPr/>
        </p:nvGraphicFramePr>
        <p:xfrm>
          <a:off x="4275511" y="4453366"/>
          <a:ext cx="4079595" cy="13972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73642">
                  <a:extLst>
                    <a:ext uri="{9D8B030D-6E8A-4147-A177-3AD203B41FA5}">
                      <a16:colId xmlns:a16="http://schemas.microsoft.com/office/drawing/2014/main" val="925113108"/>
                    </a:ext>
                  </a:extLst>
                </a:gridCol>
                <a:gridCol w="2805953">
                  <a:extLst>
                    <a:ext uri="{9D8B030D-6E8A-4147-A177-3AD203B41FA5}">
                      <a16:colId xmlns:a16="http://schemas.microsoft.com/office/drawing/2014/main" val="296238683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Predicted Y’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87089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 * x </a:t>
                      </a:r>
                      <a:r>
                        <a:rPr lang="en-US" sz="1400" kern="100" dirty="0">
                          <a:effectLst/>
                        </a:rPr>
                        <a:t>= 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245865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 * x = </a:t>
                      </a:r>
                      <a:r>
                        <a:rPr lang="en-US" sz="1400" kern="100" dirty="0">
                          <a:effectLst/>
                        </a:rPr>
                        <a:t>2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01078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 * x = </a:t>
                      </a:r>
                      <a:r>
                        <a:rPr lang="en-US" sz="1400" kern="100" dirty="0">
                          <a:effectLst/>
                        </a:rPr>
                        <a:t>4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067422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 * x = </a:t>
                      </a:r>
                      <a:r>
                        <a:rPr lang="en-US" sz="1400" kern="100" dirty="0">
                          <a:effectLst/>
                        </a:rPr>
                        <a:t>6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767713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4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 * x = </a:t>
                      </a:r>
                      <a:r>
                        <a:rPr lang="en-US" sz="1400" kern="100" dirty="0">
                          <a:effectLst/>
                        </a:rPr>
                        <a:t>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12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860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BB8D2-E436-9B44-F304-3D74290EC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B380-13EE-42EA-021B-C1503603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A1EC7-19EF-0A41-A67E-51E0ED215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20566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3</a:t>
            </a:r>
            <a:r>
              <a:rPr lang="en-US" dirty="0"/>
              <a:t>: Error</a:t>
            </a:r>
          </a:p>
          <a:p>
            <a:pPr lvl="1"/>
            <a:r>
              <a:rPr lang="en-US" dirty="0"/>
              <a:t>Let us compare the prediction versus the actual.</a:t>
            </a:r>
          </a:p>
          <a:p>
            <a:pPr lvl="1"/>
            <a:r>
              <a:rPr lang="en-US" dirty="0"/>
              <a:t>We calculate the error as the square of deviation of the actual from the predicted y’. This way we penalize the error irrespective of the direction of error.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183B6B-E1F5-175D-7B72-90C2C945FA1B}"/>
              </a:ext>
            </a:extLst>
          </p:cNvPr>
          <p:cNvGraphicFramePr>
            <a:graphicFrameLocks noGrp="1"/>
          </p:cNvGraphicFramePr>
          <p:nvPr/>
        </p:nvGraphicFramePr>
        <p:xfrm>
          <a:off x="3609974" y="3567197"/>
          <a:ext cx="5781161" cy="16295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57094">
                  <a:extLst>
                    <a:ext uri="{9D8B030D-6E8A-4147-A177-3AD203B41FA5}">
                      <a16:colId xmlns:a16="http://schemas.microsoft.com/office/drawing/2014/main" val="500710476"/>
                    </a:ext>
                  </a:extLst>
                </a:gridCol>
                <a:gridCol w="1257094">
                  <a:extLst>
                    <a:ext uri="{9D8B030D-6E8A-4147-A177-3AD203B41FA5}">
                      <a16:colId xmlns:a16="http://schemas.microsoft.com/office/drawing/2014/main" val="2232192225"/>
                    </a:ext>
                  </a:extLst>
                </a:gridCol>
                <a:gridCol w="1257094">
                  <a:extLst>
                    <a:ext uri="{9D8B030D-6E8A-4147-A177-3AD203B41FA5}">
                      <a16:colId xmlns:a16="http://schemas.microsoft.com/office/drawing/2014/main" val="3020024504"/>
                    </a:ext>
                  </a:extLst>
                </a:gridCol>
                <a:gridCol w="2009879">
                  <a:extLst>
                    <a:ext uri="{9D8B030D-6E8A-4147-A177-3AD203B41FA5}">
                      <a16:colId xmlns:a16="http://schemas.microsoft.com/office/drawing/2014/main" val="3342870823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x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Actual y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</a:rPr>
                        <a:t>Predicted y’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Squared error(y-y’)</a:t>
                      </a:r>
                      <a:r>
                        <a:rPr lang="en-US" sz="1400" b="1" kern="100" baseline="30000" dirty="0">
                          <a:effectLst/>
                        </a:rPr>
                        <a:t>2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530743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89189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779990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516801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563245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64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8453960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TOTAL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120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5920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645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8F67-3D4D-97BC-494D-9C80CF4E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Minimize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FC6D2-9164-3F4C-E839-2CE030D40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972"/>
            <a:ext cx="11004176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Step 4: </a:t>
            </a:r>
            <a:r>
              <a:rPr lang="en-US" sz="2000" dirty="0"/>
              <a:t>Minimize Error</a:t>
            </a:r>
          </a:p>
          <a:p>
            <a:r>
              <a:rPr lang="en-US" sz="2000" dirty="0"/>
              <a:t>The next logical step is to minimize the error, we randomly initialized 2 as the multiplier. </a:t>
            </a:r>
          </a:p>
          <a:p>
            <a:r>
              <a:rPr lang="en-US" sz="2000" dirty="0"/>
              <a:t>Based on that, the error was 120, we can try to deal with many other values ranging from -100 to 100.</a:t>
            </a:r>
          </a:p>
          <a:p>
            <a:r>
              <a:rPr lang="en-US" sz="2000" dirty="0"/>
              <a:t>Since we know the real value (4), we will end up with the correct value quickly.</a:t>
            </a:r>
          </a:p>
          <a:p>
            <a:r>
              <a:rPr lang="en-US" sz="2000" dirty="0"/>
              <a:t>But, in practice, when you deal with a lot more variables (here there is only one: x) and with more complex relationships, trying out different random values for x is not scalable, and not an efficient use of computing resources.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2314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2DB5-9F14-8E5D-7051-82B2B0E8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F388-49EA-AB27-5562-78B12745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lang="en-US" dirty="0"/>
              <a:t>The Derivates Method</a:t>
            </a:r>
            <a:br>
              <a:rPr lang="en-US" dirty="0"/>
            </a:br>
            <a:r>
              <a:rPr lang="ar-JO" dirty="0"/>
              <a:t>إيجاد الحل باستخدام الاشتقاق أو معدل تغير الاقتران عند قيمة (</a:t>
            </a:r>
            <a:r>
              <a:rPr lang="en-US" dirty="0"/>
              <a:t>x</a:t>
            </a:r>
            <a:r>
              <a:rPr lang="ar-JO" dirty="0"/>
              <a:t>) معينة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C2843-5880-41AD-541E-C36252592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2254334"/>
          </a:xfrm>
        </p:spPr>
        <p:txBody>
          <a:bodyPr>
            <a:normAutofit/>
          </a:bodyPr>
          <a:lstStyle/>
          <a:p>
            <a:r>
              <a:rPr lang="en-US" sz="2000" dirty="0"/>
              <a:t>A popular way to solve this problem is with the help of differentiation or </a:t>
            </a:r>
            <a:r>
              <a:rPr lang="en-US" sz="2000" dirty="0">
                <a:solidFill>
                  <a:srgbClr val="FF0000"/>
                </a:solidFill>
              </a:rPr>
              <a:t>derivatives</a:t>
            </a:r>
            <a:r>
              <a:rPr lang="en-US" sz="2000" dirty="0"/>
              <a:t>. </a:t>
            </a:r>
            <a:endParaRPr lang="ar-JO" sz="2000" dirty="0"/>
          </a:p>
          <a:p>
            <a:r>
              <a:rPr lang="en-US" sz="2000" dirty="0"/>
              <a:t>Basically, derivatives are </a:t>
            </a:r>
            <a:r>
              <a:rPr lang="en-US" sz="2000" dirty="0">
                <a:solidFill>
                  <a:srgbClr val="FF0000"/>
                </a:solidFill>
              </a:rPr>
              <a:t>the rate of change of a function with respect to one of its variables</a:t>
            </a:r>
            <a:r>
              <a:rPr lang="en-US" sz="2000" dirty="0"/>
              <a:t>. </a:t>
            </a:r>
            <a:endParaRPr lang="ar-JO" sz="2000" dirty="0"/>
          </a:p>
          <a:p>
            <a:r>
              <a:rPr lang="en-US" sz="2000" dirty="0"/>
              <a:t>In our example, it is the rate of </a:t>
            </a:r>
            <a:r>
              <a:rPr lang="en-US" sz="2000" dirty="0">
                <a:solidFill>
                  <a:srgbClr val="FF0000"/>
                </a:solidFill>
              </a:rPr>
              <a:t>change in the error or loss function with respect to x</a:t>
            </a:r>
            <a:r>
              <a:rPr lang="en-US" sz="2000" dirty="0"/>
              <a:t>.</a:t>
            </a:r>
          </a:p>
          <a:p>
            <a:r>
              <a:rPr lang="en-US" sz="2000" dirty="0"/>
              <a:t>To observe the effect of change, let’s change the multiplier or weight or the parameter from 2 to 2.0001 i.e. increase it by 0.0001 and then decrease it by the same amount. </a:t>
            </a:r>
          </a:p>
          <a:p>
            <a:r>
              <a:rPr lang="en-US" sz="2000" dirty="0"/>
              <a:t>In practice, this increase is even smaller, let us observe the impact:</a:t>
            </a:r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E7C30A-9E1F-3AB1-C440-421439F52567}"/>
              </a:ext>
            </a:extLst>
          </p:cNvPr>
          <p:cNvGraphicFramePr>
            <a:graphicFrameLocks noGrp="1"/>
          </p:cNvGraphicFramePr>
          <p:nvPr/>
        </p:nvGraphicFramePr>
        <p:xfrm>
          <a:off x="1039906" y="4120619"/>
          <a:ext cx="10313892" cy="16095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82706">
                  <a:extLst>
                    <a:ext uri="{9D8B030D-6E8A-4147-A177-3AD203B41FA5}">
                      <a16:colId xmlns:a16="http://schemas.microsoft.com/office/drawing/2014/main" val="3541721212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2088752818"/>
                    </a:ext>
                  </a:extLst>
                </a:gridCol>
                <a:gridCol w="1237130">
                  <a:extLst>
                    <a:ext uri="{9D8B030D-6E8A-4147-A177-3AD203B41FA5}">
                      <a16:colId xmlns:a16="http://schemas.microsoft.com/office/drawing/2014/main" val="2680771532"/>
                    </a:ext>
                  </a:extLst>
                </a:gridCol>
                <a:gridCol w="1299882">
                  <a:extLst>
                    <a:ext uri="{9D8B030D-6E8A-4147-A177-3AD203B41FA5}">
                      <a16:colId xmlns:a16="http://schemas.microsoft.com/office/drawing/2014/main" val="831131971"/>
                    </a:ext>
                  </a:extLst>
                </a:gridCol>
                <a:gridCol w="1370768">
                  <a:extLst>
                    <a:ext uri="{9D8B030D-6E8A-4147-A177-3AD203B41FA5}">
                      <a16:colId xmlns:a16="http://schemas.microsoft.com/office/drawing/2014/main" val="731293084"/>
                    </a:ext>
                  </a:extLst>
                </a:gridCol>
                <a:gridCol w="1883420">
                  <a:extLst>
                    <a:ext uri="{9D8B030D-6E8A-4147-A177-3AD203B41FA5}">
                      <a16:colId xmlns:a16="http://schemas.microsoft.com/office/drawing/2014/main" val="1692678760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649936889"/>
                    </a:ext>
                  </a:extLst>
                </a:gridCol>
                <a:gridCol w="1725704">
                  <a:extLst>
                    <a:ext uri="{9D8B030D-6E8A-4147-A177-3AD203B41FA5}">
                      <a16:colId xmlns:a16="http://schemas.microsoft.com/office/drawing/2014/main" val="612894364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x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Actual y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Weight = 2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Squared Error @ 2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Weight = 2.0001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Squared Error @ 2.0001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Weight = 1.9999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Squared Error @ 1.9999</a:t>
                      </a:r>
                      <a:endParaRPr lang="en-US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38584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74423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2.0001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3.99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1.9999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4.0004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88298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16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4.0002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15.99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3.9998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16.0016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915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36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6.0003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35.99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5.9997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36.0036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54324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64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8.0004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63.99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7.9996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64.006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3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64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8.0004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63.99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7.9996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64.006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114421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TOTAL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</a:rPr>
                        <a:t>120</a:t>
                      </a:r>
                      <a:endParaRPr lang="en-US" sz="14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</a:rPr>
                        <a:t>119.988</a:t>
                      </a:r>
                      <a:endParaRPr lang="en-US" sz="14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FF0000"/>
                          </a:solidFill>
                          <a:effectLst/>
                        </a:rPr>
                        <a:t>120.012</a:t>
                      </a:r>
                      <a:endParaRPr lang="en-US" sz="14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06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238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75D0-246F-7E67-83B6-A5DE2C7B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63E3-114C-73CC-D815-690B9E23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Derivates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0E3E-F10B-694E-AA25-C73EA173E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increase in weight by 0.0001, the loss (the total error) decreased by 0.012. Also, when we decreased the weight by 0.0001, the loss increased by 0.012. </a:t>
            </a:r>
          </a:p>
          <a:p>
            <a:r>
              <a:rPr lang="en-US" dirty="0"/>
              <a:t>For a 0.0001 increase in weight, the loss decreased by 120 times (0.012 / 0.0001).</a:t>
            </a:r>
          </a:p>
          <a:p>
            <a:r>
              <a:rPr lang="en-US" dirty="0"/>
              <a:t>So how much should we increase our weight to reduce the loss? </a:t>
            </a:r>
          </a:p>
          <a:p>
            <a:r>
              <a:rPr lang="en-US" dirty="0"/>
              <a:t>If we take a different arbitrary number such as 7 for the weight value, the loss increases to 270. So, we know now that the weight should be somewhere between 2 and 7.</a:t>
            </a:r>
          </a:p>
          <a:p>
            <a:pPr marL="0" indent="0">
              <a:buNone/>
            </a:pPr>
            <a:r>
              <a:rPr lang="en-US" dirty="0"/>
              <a:t>Findings:</a:t>
            </a:r>
          </a:p>
          <a:p>
            <a:r>
              <a:rPr lang="en-US" dirty="0"/>
              <a:t>If we decrease the weight from 2, the loss increases.</a:t>
            </a:r>
          </a:p>
          <a:p>
            <a:r>
              <a:rPr lang="en-US" dirty="0"/>
              <a:t>If we increase the weight from 2, the loss decreases up to a point and then it increases as loss is high at weight =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076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F541-F446-5D15-3552-C6041BEC1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ss Function">
            <a:extLst>
              <a:ext uri="{FF2B5EF4-FFF2-40B4-BE49-F238E27FC236}">
                <a16:creationId xmlns:a16="http://schemas.microsoft.com/office/drawing/2014/main" id="{A5EE87FE-C193-AD05-D9C6-05CEEA0859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24330"/>
            <a:ext cx="5943600" cy="360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A4EBC3-85AD-7B44-6BD5-832C7270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Derivates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2CECB-8662-A4D3-9293-C0121E811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4981832" cy="499103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We cannot do this iterative process of randomly checking for various weights and arriving at the magical parameter.</a:t>
            </a:r>
          </a:p>
          <a:p>
            <a:pPr algn="just"/>
            <a:r>
              <a:rPr lang="en-US" dirty="0"/>
              <a:t>Moreover, in practice, you will have to deal with many input variables and not just one. </a:t>
            </a:r>
          </a:p>
          <a:p>
            <a:pPr algn="just"/>
            <a:r>
              <a:rPr lang="en-US" dirty="0"/>
              <a:t>Hence, we can use derivatives where we check the effect on loss for a small change in the input.</a:t>
            </a:r>
          </a:p>
          <a:p>
            <a:pPr algn="just"/>
            <a:r>
              <a:rPr lang="en-US" dirty="0"/>
              <a:t>The figure summarizes the steps where we check for the derivative and increase the weights, if the loss decreases and vice-versa before we hit the weight where the loss reaches 0. </a:t>
            </a:r>
          </a:p>
          <a:p>
            <a:pPr algn="just"/>
            <a:r>
              <a:rPr lang="en-US" dirty="0"/>
              <a:t>We do this iteratively and update the weights and the loss till we minimize the loss to 0.</a:t>
            </a:r>
          </a:p>
          <a:p>
            <a:pPr algn="just"/>
            <a:r>
              <a:rPr lang="en-US" dirty="0"/>
              <a:t>The process by which we calculate the derivatives needed in the calculation of weights is called back propagation.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32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E0C5-0DEF-6346-2A11-5799305D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Derivates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6744F-720B-FD5E-3E0A-B8C63F7D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00600"/>
            <a:ext cx="10515600" cy="1896446"/>
          </a:xfrm>
        </p:spPr>
        <p:txBody>
          <a:bodyPr>
            <a:normAutofit/>
          </a:bodyPr>
          <a:lstStyle/>
          <a:p>
            <a:r>
              <a:rPr lang="en-US" dirty="0"/>
              <a:t>In practice, we may not update our weights fully but only by a fraction of the new learned change in weights (i.e. instead of 0.0001, we may update it by a fraction of 0.0001). </a:t>
            </a:r>
          </a:p>
          <a:p>
            <a:r>
              <a:rPr lang="en-US" dirty="0"/>
              <a:t>Additionally, we may stop earlier than the loss reaches 0, say for example, we may stop if the loss reaches 0.000001.</a:t>
            </a:r>
          </a:p>
          <a:p>
            <a:endParaRPr lang="en-US" dirty="0"/>
          </a:p>
        </p:txBody>
      </p:sp>
      <p:pic>
        <p:nvPicPr>
          <p:cNvPr id="4" name="Picture 3" descr="Forward Backward Propogation">
            <a:extLst>
              <a:ext uri="{FF2B5EF4-FFF2-40B4-BE49-F238E27FC236}">
                <a16:creationId xmlns:a16="http://schemas.microsoft.com/office/drawing/2014/main" id="{60C612BB-6EA6-B40F-CEC5-073FF6DAA8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384" y="1609982"/>
            <a:ext cx="4753232" cy="2711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4559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B2E0-A144-63CC-10DB-5914E634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ython | One Hidden Layer Simplest Neural Network">
            <a:extLst>
              <a:ext uri="{FF2B5EF4-FFF2-40B4-BE49-F238E27FC236}">
                <a16:creationId xmlns:a16="http://schemas.microsoft.com/office/drawing/2014/main" id="{0E4F83B1-275E-8C88-58B7-835A8C43A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679" y="1653232"/>
            <a:ext cx="4762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083D7A-E326-C64B-FE19-97FDA62F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Derivates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F906E-2077-670F-F1B7-61EC350DB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118013" cy="34987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general, neural networks have more than one input variable and also they have hidden layers, but the general concept of computation is similar to what we have discussed.</a:t>
            </a:r>
          </a:p>
          <a:p>
            <a:r>
              <a:rPr lang="en-US" dirty="0"/>
              <a:t>In the diagram shown on the right, we have 4 inputs or nodes in the input layer, 2 nodes in the hidden layer, and 1 node in the output layer. </a:t>
            </a:r>
          </a:p>
          <a:p>
            <a:r>
              <a:rPr lang="en-US" dirty="0"/>
              <a:t>The lines indicate the connection each node has with the node in the layer following it. </a:t>
            </a:r>
          </a:p>
          <a:p>
            <a:r>
              <a:rPr lang="en-US" dirty="0"/>
              <a:t>The connections are through the weights involved, which are learned via forward and back propagation.</a:t>
            </a:r>
          </a:p>
          <a:p>
            <a:endParaRPr lang="en-US" dirty="0"/>
          </a:p>
          <a:p>
            <a:pPr marL="284163" indent="0">
              <a:buNone/>
            </a:pPr>
            <a:r>
              <a:rPr lang="en-US" i="1" dirty="0"/>
              <a:t>z1 = x1 * w11 + x2 * w21</a:t>
            </a:r>
          </a:p>
          <a:p>
            <a:pPr marL="284163" indent="0">
              <a:buNone/>
            </a:pPr>
            <a:r>
              <a:rPr lang="en-US" i="1" dirty="0"/>
              <a:t>z2 = x1 * w12 + x2 * w22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D08DD0-4EC9-89AA-713E-CB70BC6D9F2E}"/>
              </a:ext>
            </a:extLst>
          </p:cNvPr>
          <p:cNvSpPr txBox="1">
            <a:spLocks/>
          </p:cNvSpPr>
          <p:nvPr/>
        </p:nvSpPr>
        <p:spPr>
          <a:xfrm>
            <a:off x="838200" y="4839531"/>
            <a:ext cx="9858632" cy="164467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Here, “w” refers to weights connecting input layer to hidden layer. Likewise, we have a set of weights from hidden layer to output layer. The earlier case had just one of the input nodes and one output node with the connection. </a:t>
            </a:r>
          </a:p>
          <a:p>
            <a:r>
              <a:rPr lang="en-US" dirty="0"/>
              <a:t>In case we are tasked with classifying items such as digits from 0 to 9 (multi-class output), we will have 10 nodes (each digit represented by one node) in the output layer instead of one. Likewise, we can have multiple hidden layers too.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12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A12F-3611-9176-535E-A8D05022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D6DE2-8249-6955-D4F8-62C171B9F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66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C16C-8860-B029-0EE9-E73174EF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1: A </a:t>
            </a:r>
            <a:r>
              <a:rPr lang="en-US" dirty="0"/>
              <a:t>Simple "Neuron"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ED763-A0A8-5732-8758-7FD0E4F9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5970373" cy="389778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Inputs (features)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inputs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2.0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Example input data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Weights (coefficients)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-0.2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Randomly chosen weights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Bias (extra term)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bias =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0.7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Compute output (weighted sum + bias)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output = np.dot(inputs, weights) + bias  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"Output of the neuron:"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output)</a:t>
            </a:r>
          </a:p>
          <a:p>
            <a:pPr marL="0" indent="0">
              <a:lnSpc>
                <a:spcPts val="1425"/>
              </a:lnSpc>
              <a:buNone/>
            </a:pPr>
            <a:b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80362-1732-E569-BE73-51486D1CD695}"/>
              </a:ext>
            </a:extLst>
          </p:cNvPr>
          <p:cNvSpPr txBox="1"/>
          <p:nvPr/>
        </p:nvSpPr>
        <p:spPr>
          <a:xfrm>
            <a:off x="838200" y="5372508"/>
            <a:ext cx="9762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This code </a:t>
            </a:r>
            <a:r>
              <a:rPr lang="fr-FR" dirty="0" err="1"/>
              <a:t>demonstrates</a:t>
            </a:r>
            <a:r>
              <a:rPr lang="fr-FR" dirty="0"/>
              <a:t> the computation </a:t>
            </a:r>
            <a:r>
              <a:rPr lang="fr-FR" dirty="0" err="1"/>
              <a:t>implemented</a:t>
            </a:r>
            <a:r>
              <a:rPr lang="fr-FR" dirty="0"/>
              <a:t> by a single </a:t>
            </a:r>
            <a:r>
              <a:rPr lang="fr-FR" dirty="0" err="1"/>
              <a:t>neuron</a:t>
            </a:r>
            <a:r>
              <a:rPr lang="fr-FR" dirty="0"/>
              <a:t>.</a:t>
            </a:r>
          </a:p>
          <a:p>
            <a:r>
              <a:rPr lang="fr-FR" dirty="0"/>
              <a:t>The </a:t>
            </a:r>
            <a:r>
              <a:rPr lang="fr-FR" dirty="0" err="1"/>
              <a:t>neuron</a:t>
            </a:r>
            <a:r>
              <a:rPr lang="fr-FR" dirty="0"/>
              <a:t> </a:t>
            </a:r>
            <a:r>
              <a:rPr lang="fr-FR" dirty="0" err="1"/>
              <a:t>computes</a:t>
            </a:r>
            <a:r>
              <a:rPr lang="fr-FR" dirty="0"/>
              <a:t> the expression: 1.0*0.5 + 2.0*(-0.2) + 3.0*0.3 + 0.7</a:t>
            </a:r>
          </a:p>
          <a:p>
            <a:r>
              <a:rPr lang="fr-FR" dirty="0"/>
              <a:t>It uses the dot </a:t>
            </a:r>
            <a:r>
              <a:rPr lang="fr-FR" dirty="0" err="1"/>
              <a:t>product</a:t>
            </a:r>
            <a:r>
              <a:rPr lang="fr-FR" dirty="0"/>
              <a:t> command to </a:t>
            </a:r>
            <a:r>
              <a:rPr lang="fr-FR" dirty="0" err="1"/>
              <a:t>perform</a:t>
            </a:r>
            <a:r>
              <a:rPr lang="fr-FR" dirty="0"/>
              <a:t> matrix multiplication.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7277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B3470-DC97-863D-BCCE-80B082F22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5948-F64F-5764-8258-F72ACF55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2: The Perceptron</a:t>
            </a:r>
            <a:br>
              <a:rPr lang="en-US" dirty="0"/>
            </a:br>
            <a:r>
              <a:rPr lang="en-US" dirty="0"/>
              <a:t>Similar to the previous example only with a step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F95D-5599-9D1A-17E3-049E587B0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5970373" cy="389778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activation function (Binary output: 0 or 1)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step_function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&gt;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Inputs and weights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inputs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2.0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-0.2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bias =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0.7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Compute output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output = np.dot(inputs, weights) + bias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perceptron_output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step_function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(output)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"Perceptron output:"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perceptron_output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75229-EE15-C44C-F1A7-4DB41F5AF424}"/>
              </a:ext>
            </a:extLst>
          </p:cNvPr>
          <p:cNvSpPr txBox="1"/>
          <p:nvPr/>
        </p:nvSpPr>
        <p:spPr>
          <a:xfrm>
            <a:off x="6808572" y="1788120"/>
            <a:ext cx="47820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perceptron typically includes a step activation function (e.g., y = 1 if output &gt; 0 else 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activation, it’s just a linear function (weighted sum).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step_function</a:t>
            </a:r>
            <a:r>
              <a:rPr lang="en-US" dirty="0"/>
              <a:t> ensures binary classification (0 or 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output is positive, perceptron fires (1); otherwise, it doesn’t (0).</a:t>
            </a:r>
          </a:p>
        </p:txBody>
      </p:sp>
    </p:spTree>
    <p:extLst>
      <p:ext uri="{BB962C8B-B14F-4D97-AF65-F5344CB8AC3E}">
        <p14:creationId xmlns:p14="http://schemas.microsoft.com/office/powerpoint/2010/main" val="2842851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BC34C-1DA8-5805-DE0E-8510C367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E5B0-8B42-A9B6-913D-6BC3C8CE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Simple Neural Network (No Libraries)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93F2B-7C45-0710-E1FA-4562BC905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538784" cy="499103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Sigmoid activation function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sigmoid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 (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np.exp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(-x))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Inputs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inputs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Two inputs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1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Weights for hidden layer (2 inputs → 2 neurons)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weights_hidden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0.4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0.7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-0.2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]])  </a:t>
            </a:r>
          </a:p>
          <a:p>
            <a:pPr>
              <a:lnSpc>
                <a:spcPts val="1425"/>
              </a:lnSpc>
              <a:buNone/>
            </a:pPr>
            <a:endParaRPr lang="en-US" b="1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Bias for hidden layer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bias_hidden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Compute hidden layer output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hidden_layer_input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np.dot(inputs,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weights_hidden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+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bias_hidden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hidden_layer_output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sigmoid(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hidden_layer_input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b="1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"Hidden layer output:"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hidden_layer_output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A7D80-E0D4-EBF4-547D-9B64B160E756}"/>
              </a:ext>
            </a:extLst>
          </p:cNvPr>
          <p:cNvSpPr txBox="1"/>
          <p:nvPr/>
        </p:nvSpPr>
        <p:spPr>
          <a:xfrm>
            <a:off x="7263713" y="1706007"/>
            <a:ext cx="4221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sigmoid activation to keep values between 0 and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feedforward step for two neuron</a:t>
            </a:r>
          </a:p>
        </p:txBody>
      </p:sp>
    </p:spTree>
    <p:extLst>
      <p:ext uri="{BB962C8B-B14F-4D97-AF65-F5344CB8AC3E}">
        <p14:creationId xmlns:p14="http://schemas.microsoft.com/office/powerpoint/2010/main" val="3957485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0FFA-C2E5-69EA-43A4-1152F762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9CBF4-EB4D-4CA8-B5D3-C93329CF2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Network using TensorFlow/</a:t>
            </a:r>
            <a:r>
              <a:rPr lang="en-US" dirty="0" err="1"/>
              <a:t>Keras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454D4-9812-1209-CD60-8EB223E38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06007"/>
            <a:ext cx="6149546" cy="4991039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tensorflow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tensorflow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Generate dummy data (X: features, y: labels)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]])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Inputs (XOR gate)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]])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Expected output (XOR results)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Create a simple neural network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keras.Sequential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keras.layers.Dense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Hidden layer (4 neurons)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keras.layers.Dense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'sigmoid'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Output layer (1 neuron)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Compile the model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</a:t>
            </a:r>
            <a:r>
              <a:rPr lang="en-US" b="1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compile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(optimizer=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adam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loss=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binary_crossentropy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metrics=[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'accuracy'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Train the model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epochs=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verbose=</a:t>
            </a:r>
            <a:r>
              <a:rPr lang="en-US" b="1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Train for 100 epochs silently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Make a prediction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prediction =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"Predictions:"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prediction)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949F1-BF3E-9D3B-4FE8-CC86D498208F}"/>
              </a:ext>
            </a:extLst>
          </p:cNvPr>
          <p:cNvSpPr txBox="1"/>
          <p:nvPr/>
        </p:nvSpPr>
        <p:spPr>
          <a:xfrm>
            <a:off x="7055707" y="1706007"/>
            <a:ext cx="47388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dirty="0" err="1"/>
              <a:t>Keras</a:t>
            </a:r>
            <a:r>
              <a:rPr lang="en-US" dirty="0"/>
              <a:t> to create a simple XOR classifier.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ReLU</a:t>
            </a:r>
            <a:r>
              <a:rPr lang="en-US" dirty="0"/>
              <a:t> for hidden layer, sigmoid for binary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Trains for 100 epochs to find best weights.</a:t>
            </a:r>
          </a:p>
        </p:txBody>
      </p:sp>
    </p:spTree>
    <p:extLst>
      <p:ext uri="{BB962C8B-B14F-4D97-AF65-F5344CB8AC3E}">
        <p14:creationId xmlns:p14="http://schemas.microsoft.com/office/powerpoint/2010/main" val="1898826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496A37-F7D5-B10D-31C7-3951DA3E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Word Embeddings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43F5F-4F91-DBEC-9FFA-4C7ABFBD2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19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314-3CF3-F0A9-685A-3156E5CE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D1ADE-0294-A1FB-F5E9-1676C5183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359400" cy="499103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Word embeddings are </a:t>
            </a:r>
            <a:r>
              <a:rPr lang="en-US" dirty="0">
                <a:solidFill>
                  <a:srgbClr val="FF0000"/>
                </a:solidFill>
              </a:rPr>
              <a:t>vector representations </a:t>
            </a:r>
            <a:r>
              <a:rPr lang="en-US" dirty="0"/>
              <a:t>of words in a continuous vector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Capture </a:t>
            </a:r>
            <a:r>
              <a:rPr lang="en-US" dirty="0">
                <a:solidFill>
                  <a:srgbClr val="FF0000"/>
                </a:solidFill>
              </a:rPr>
              <a:t>semantic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syntactic</a:t>
            </a:r>
            <a:r>
              <a:rPr lang="en-US" dirty="0"/>
              <a:t> relationships between 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innovation</a:t>
            </a:r>
            <a:r>
              <a:rPr lang="en-US" dirty="0"/>
              <a:t>: Words with similar meanings have similar vector representations.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Foundation of modern NLP</a:t>
            </a:r>
            <a:r>
              <a:rPr lang="en-US" dirty="0"/>
              <a:t>: Enable machines to understand relationships between words.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BBC5E-1505-3C9E-BC4A-D989A6A24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806" y="1908299"/>
            <a:ext cx="4778994" cy="47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673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7355-8D6D-8485-0894-0AB53296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Evolution of Word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9617-84BF-81D4-C219-85A58FE30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Traditional Methods (Pre-2013)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One-hot encoding</a:t>
            </a:r>
            <a:r>
              <a:rPr lang="en-US" dirty="0"/>
              <a:t>: Sparse, binary vectors (dimension = vocabulary size)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notion of similarity between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Curse of dimensionality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semantic information captured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27B7C6-2CDC-88BB-C41D-BC7307D9374E}"/>
              </a:ext>
            </a:extLst>
          </p:cNvPr>
          <p:cNvGraphicFramePr>
            <a:graphicFrameLocks/>
          </p:cNvGraphicFramePr>
          <p:nvPr/>
        </p:nvGraphicFramePr>
        <p:xfrm>
          <a:off x="553994" y="4511032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904227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907178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48564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22357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6037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1 (cat)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2 (dog)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3 (fish)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4 (bird)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951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267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48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43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bird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42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3887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5843-6243-4FED-D51B-9968DB41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6EB8-B223-49A9-A9FB-EBE8A0CF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Evolution of Word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9F70-6609-23E4-8242-58774325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987216" cy="748208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Problem</a:t>
            </a:r>
            <a:r>
              <a:rPr lang="en-US" sz="2000" dirty="0"/>
              <a:t>: How do we represent meaning mathematically?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Solution</a:t>
            </a:r>
            <a:r>
              <a:rPr lang="en-US" sz="2000" dirty="0"/>
              <a:t>: Distributional hypothesis - "You shall know a word by the company it keeps" (J.R. Firth, 1957)</a:t>
            </a:r>
          </a:p>
          <a:p>
            <a:endParaRPr lang="en-US" sz="2000" dirty="0"/>
          </a:p>
        </p:txBody>
      </p:sp>
      <p:pic>
        <p:nvPicPr>
          <p:cNvPr id="3074" name="Picture 2" descr="Distributional semantics - Wikipedia">
            <a:extLst>
              <a:ext uri="{FF2B5EF4-FFF2-40B4-BE49-F238E27FC236}">
                <a16:creationId xmlns:a16="http://schemas.microsoft.com/office/drawing/2014/main" id="{7838B5EC-812C-CDC8-5CFB-BD8E43326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487" y="2324380"/>
            <a:ext cx="4312508" cy="304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03E6E9-29DB-6231-D36D-166BD1A4B0B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614493"/>
          <a:ext cx="6236043" cy="246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78681">
                  <a:extLst>
                    <a:ext uri="{9D8B030D-6E8A-4147-A177-3AD203B41FA5}">
                      <a16:colId xmlns:a16="http://schemas.microsoft.com/office/drawing/2014/main" val="1074427067"/>
                    </a:ext>
                  </a:extLst>
                </a:gridCol>
                <a:gridCol w="2078681">
                  <a:extLst>
                    <a:ext uri="{9D8B030D-6E8A-4147-A177-3AD203B41FA5}">
                      <a16:colId xmlns:a16="http://schemas.microsoft.com/office/drawing/2014/main" val="118472165"/>
                    </a:ext>
                  </a:extLst>
                </a:gridCol>
                <a:gridCol w="2078681">
                  <a:extLst>
                    <a:ext uri="{9D8B030D-6E8A-4147-A177-3AD203B41FA5}">
                      <a16:colId xmlns:a16="http://schemas.microsoft.com/office/drawing/2014/main" val="4173155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Dimension 1 (political)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Dimension 2 (dangerous)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63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shark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223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1367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dangerous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339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political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94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dictatorship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703038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914B84-CEDA-F1F7-43A7-C8BAE37A70A8}"/>
              </a:ext>
            </a:extLst>
          </p:cNvPr>
          <p:cNvSpPr txBox="1">
            <a:spLocks/>
          </p:cNvSpPr>
          <p:nvPr/>
        </p:nvSpPr>
        <p:spPr>
          <a:xfrm>
            <a:off x="838200" y="5313405"/>
            <a:ext cx="10987216" cy="139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Words are represented as dense vectors in a continuous vector space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Each dimension potentially captures semantic meaning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Similar words cluster together in the vector space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Semantic relationships are preserved (e.g., "shark" is closer to "dangerous" than "political") </a:t>
            </a:r>
          </a:p>
          <a:p>
            <a:pPr mar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libri (Body)"/>
              </a:rPr>
              <a:t>Enables meaningful similarity measurements and analogies </a:t>
            </a:r>
          </a:p>
        </p:txBody>
      </p:sp>
    </p:spTree>
    <p:extLst>
      <p:ext uri="{BB962C8B-B14F-4D97-AF65-F5344CB8AC3E}">
        <p14:creationId xmlns:p14="http://schemas.microsoft.com/office/powerpoint/2010/main" val="2522473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68434-2582-A79E-C7F4-AFD0F25F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Similarities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0BFB1-3BB2-F860-4F7F-86C77D5819E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sklearn.metrics.pairwise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cosine_similarity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Fake word vectors (3D for simplicity)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word_vectors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"king"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"queen"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"woman"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similarity(w1, w2):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cosine_similarity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word_vectors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[w1]], 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word_vectors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[w2]])[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20000"/>
              </a:lnSpc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"Similarity(king, queen):"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similarity(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"king"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"queen"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"Similarity(man, woman):"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similarity(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"woman"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"Similarity(king, apple):"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similarity(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"king"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2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662502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4AF0-0C0D-2A33-942E-7F90F86F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B883-DFFD-09F6-5356-084C060B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Word2Vec (</a:t>
            </a:r>
            <a:r>
              <a:rPr lang="en-US" dirty="0" err="1"/>
              <a:t>Mikolov</a:t>
            </a:r>
            <a:r>
              <a:rPr lang="en-US" dirty="0"/>
              <a:t> et al., 2013)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AAF18-EF8F-EF3B-EC26-A6DD77CB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710881" cy="499103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Key Innovation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Transformed NLP by creating dense vector representations through prediction-based models</a:t>
            </a:r>
          </a:p>
          <a:p>
            <a:pPr>
              <a:buNone/>
            </a:pPr>
            <a:r>
              <a:rPr lang="en-US" b="1" dirty="0"/>
              <a:t>Two Architectures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Continuous Bag of Words (CBOW)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Predicts target word from context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Faster training, better for frequent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Skip-gram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Predicts context words from target word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for rare words, captures more semantic information</a:t>
            </a:r>
          </a:p>
          <a:p>
            <a:pPr>
              <a:buNone/>
            </a:pPr>
            <a:r>
              <a:rPr lang="en-US" b="1" dirty="0"/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Typically 100-300 dimensions (vs. vocabulary size)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relationships: king - man + woman ≈ queen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training through negative sampling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Limitations: Fixed vectors, one vector per word regardless of context</a:t>
            </a:r>
          </a:p>
          <a:p>
            <a:endParaRPr lang="en-US" dirty="0"/>
          </a:p>
        </p:txBody>
      </p:sp>
      <p:pic>
        <p:nvPicPr>
          <p:cNvPr id="1026" name="Picture 2" descr="Demystifying Word2Vec: Understanding Word Embeddings for Natural Language  Processing">
            <a:extLst>
              <a:ext uri="{FF2B5EF4-FFF2-40B4-BE49-F238E27FC236}">
                <a16:creationId xmlns:a16="http://schemas.microsoft.com/office/drawing/2014/main" id="{FF83FE64-97DB-E58E-0CC0-7EF862120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081" y="2098712"/>
            <a:ext cx="4987403" cy="277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051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0F6B-60F3-7BC5-E21B-CAD21EB6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0C36-7C62-5D0C-E4B7-84FDE06F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103719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pip install spacy</a:t>
            </a:r>
          </a:p>
          <a:p>
            <a:r>
              <a:rPr lang="en-US" dirty="0"/>
              <a:t>python -m spacy download </a:t>
            </a:r>
            <a:r>
              <a:rPr lang="en-US" dirty="0" err="1"/>
              <a:t>en_core_web_md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E97D63-7668-ABC4-85DB-95D6408DEE48}"/>
              </a:ext>
            </a:extLst>
          </p:cNvPr>
          <p:cNvSpPr txBox="1">
            <a:spLocks/>
          </p:cNvSpPr>
          <p:nvPr/>
        </p:nvSpPr>
        <p:spPr>
          <a:xfrm>
            <a:off x="838200" y="2921405"/>
            <a:ext cx="10515600" cy="3569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0A69F1-90EF-686E-3837-7C801832F211}"/>
              </a:ext>
            </a:extLst>
          </p:cNvPr>
          <p:cNvSpPr txBox="1">
            <a:spLocks/>
          </p:cNvSpPr>
          <p:nvPr/>
        </p:nvSpPr>
        <p:spPr>
          <a:xfrm>
            <a:off x="838200" y="2921405"/>
            <a:ext cx="10515600" cy="28160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spacy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nlp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spacy.load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en_core_web_md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word1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nlp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word2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nlp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"queen"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"Similarity:"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word1.similarity(word2))</a:t>
            </a:r>
          </a:p>
        </p:txBody>
      </p:sp>
    </p:spTree>
    <p:extLst>
      <p:ext uri="{BB962C8B-B14F-4D97-AF65-F5344CB8AC3E}">
        <p14:creationId xmlns:p14="http://schemas.microsoft.com/office/powerpoint/2010/main" val="3046292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EC20-6796-6447-BBF2-D090BB79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A864D-27D6-2882-82A2-FC76937F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3635188" cy="499103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import </a:t>
            </a:r>
            <a:r>
              <a:rPr lang="en-US" sz="700" dirty="0" err="1">
                <a:ea typeface="+mn-lt"/>
                <a:cs typeface="+mn-lt"/>
              </a:rPr>
              <a:t>gensim</a:t>
            </a:r>
            <a:endParaRPr lang="en-US" sz="700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from </a:t>
            </a:r>
            <a:r>
              <a:rPr lang="en-US" sz="700" dirty="0" err="1">
                <a:ea typeface="+mn-lt"/>
                <a:cs typeface="+mn-lt"/>
              </a:rPr>
              <a:t>gensim.models</a:t>
            </a:r>
            <a:r>
              <a:rPr lang="en-US" sz="700" dirty="0">
                <a:ea typeface="+mn-lt"/>
                <a:cs typeface="+mn-lt"/>
              </a:rPr>
              <a:t> import Word2Vec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import </a:t>
            </a:r>
            <a:r>
              <a:rPr lang="en-US" sz="700" dirty="0" err="1">
                <a:ea typeface="+mn-lt"/>
                <a:cs typeface="+mn-lt"/>
              </a:rPr>
              <a:t>nltk</a:t>
            </a:r>
            <a:endParaRPr lang="en-US" sz="700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from </a:t>
            </a:r>
            <a:r>
              <a:rPr lang="en-US" sz="700" dirty="0" err="1">
                <a:ea typeface="+mn-lt"/>
                <a:cs typeface="+mn-lt"/>
              </a:rPr>
              <a:t>nltk.tokenize</a:t>
            </a:r>
            <a:r>
              <a:rPr lang="en-US" sz="700" dirty="0">
                <a:ea typeface="+mn-lt"/>
                <a:cs typeface="+mn-lt"/>
              </a:rPr>
              <a:t> import </a:t>
            </a:r>
            <a:r>
              <a:rPr lang="en-US" sz="700" dirty="0" err="1">
                <a:ea typeface="+mn-lt"/>
                <a:cs typeface="+mn-lt"/>
              </a:rPr>
              <a:t>word_tokenize</a:t>
            </a:r>
            <a:endParaRPr lang="en-US" sz="700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nltk.download</a:t>
            </a:r>
            <a:r>
              <a:rPr lang="en-US" sz="700" dirty="0">
                <a:ea typeface="+mn-lt"/>
                <a:cs typeface="+mn-lt"/>
              </a:rPr>
              <a:t>('</a:t>
            </a:r>
            <a:r>
              <a:rPr lang="en-US" sz="700" dirty="0" err="1">
                <a:ea typeface="+mn-lt"/>
                <a:cs typeface="+mn-lt"/>
              </a:rPr>
              <a:t>punkt</a:t>
            </a:r>
            <a:r>
              <a:rPr lang="en-US" sz="700" dirty="0">
                <a:ea typeface="+mn-lt"/>
                <a:cs typeface="+mn-lt"/>
              </a:rPr>
              <a:t>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# Sample corpus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sentences = [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"Large language models are transforming business applications",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"Natural language processing helps computers understand human language",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"Word embeddings capture semantic relationships between words",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"Neural networks learn distributed representations of words",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"Businesses use language models for various applications",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"Customer service can be improved with language technology",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"Modern language models require significant computing resources",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"Language models can generate human-like text for businesses"]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Tokenize the sentences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tokenized_sentences</a:t>
            </a:r>
            <a:r>
              <a:rPr lang="en-US" sz="700" dirty="0">
                <a:ea typeface="+mn-lt"/>
                <a:cs typeface="+mn-lt"/>
              </a:rPr>
              <a:t> = [</a:t>
            </a:r>
            <a:r>
              <a:rPr lang="en-US" sz="700" dirty="0" err="1">
                <a:ea typeface="+mn-lt"/>
                <a:cs typeface="+mn-lt"/>
              </a:rPr>
              <a:t>word_tokenize</a:t>
            </a:r>
            <a:r>
              <a:rPr lang="en-US" sz="700" dirty="0">
                <a:ea typeface="+mn-lt"/>
                <a:cs typeface="+mn-lt"/>
              </a:rPr>
              <a:t>(</a:t>
            </a:r>
            <a:r>
              <a:rPr lang="en-US" sz="700" dirty="0" err="1">
                <a:ea typeface="+mn-lt"/>
                <a:cs typeface="+mn-lt"/>
              </a:rPr>
              <a:t>sentence.lower</a:t>
            </a:r>
            <a:r>
              <a:rPr lang="en-US" sz="700" dirty="0">
                <a:ea typeface="+mn-lt"/>
                <a:cs typeface="+mn-lt"/>
              </a:rPr>
              <a:t>()) for sentence in sentences]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Train Word2Vec model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model = Word2Vec(sentences=</a:t>
            </a:r>
            <a:r>
              <a:rPr lang="en-US" sz="700" dirty="0" err="1">
                <a:ea typeface="+mn-lt"/>
                <a:cs typeface="+mn-lt"/>
              </a:rPr>
              <a:t>tokenized_sentences</a:t>
            </a:r>
            <a:r>
              <a:rPr lang="en-US" sz="700" dirty="0">
                <a:ea typeface="+mn-lt"/>
                <a:cs typeface="+mn-lt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</a:t>
            </a:r>
            <a:r>
              <a:rPr lang="en-US" sz="700" dirty="0" err="1">
                <a:ea typeface="+mn-lt"/>
                <a:cs typeface="+mn-lt"/>
              </a:rPr>
              <a:t>vector_size</a:t>
            </a:r>
            <a:r>
              <a:rPr lang="en-US" sz="700" dirty="0">
                <a:ea typeface="+mn-lt"/>
                <a:cs typeface="+mn-lt"/>
              </a:rPr>
              <a:t>=100,  # Embedding dimension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window=5,         # Context window size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</a:t>
            </a:r>
            <a:r>
              <a:rPr lang="en-US" sz="700" dirty="0" err="1">
                <a:ea typeface="+mn-lt"/>
                <a:cs typeface="+mn-lt"/>
              </a:rPr>
              <a:t>min_count</a:t>
            </a:r>
            <a:r>
              <a:rPr lang="en-US" sz="700" dirty="0">
                <a:ea typeface="+mn-lt"/>
                <a:cs typeface="+mn-lt"/>
              </a:rPr>
              <a:t>=1,      # Minimum word frequency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 workers=4)        # Number of threads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Save the model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model.save</a:t>
            </a:r>
            <a:r>
              <a:rPr lang="en-US" sz="700" dirty="0">
                <a:ea typeface="+mn-lt"/>
                <a:cs typeface="+mn-lt"/>
              </a:rPr>
              <a:t>("word2vec.model")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Find the most similar words to "language"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similar_words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dirty="0" err="1">
                <a:ea typeface="+mn-lt"/>
                <a:cs typeface="+mn-lt"/>
              </a:rPr>
              <a:t>model.wv.most_similar</a:t>
            </a:r>
            <a:r>
              <a:rPr lang="en-US" sz="700" dirty="0">
                <a:ea typeface="+mn-lt"/>
                <a:cs typeface="+mn-lt"/>
              </a:rPr>
              <a:t>("language", </a:t>
            </a:r>
            <a:r>
              <a:rPr lang="en-US" sz="700" dirty="0" err="1">
                <a:ea typeface="+mn-lt"/>
                <a:cs typeface="+mn-lt"/>
              </a:rPr>
              <a:t>topn</a:t>
            </a:r>
            <a:r>
              <a:rPr lang="en-US" sz="700" dirty="0">
                <a:ea typeface="+mn-lt"/>
                <a:cs typeface="+mn-lt"/>
              </a:rPr>
              <a:t>=5)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print("Words most similar to 'language':")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for word, similarity in </a:t>
            </a:r>
            <a:r>
              <a:rPr lang="en-US" sz="700" dirty="0" err="1">
                <a:ea typeface="+mn-lt"/>
                <a:cs typeface="+mn-lt"/>
              </a:rPr>
              <a:t>similar_words</a:t>
            </a:r>
            <a:r>
              <a:rPr lang="en-US" sz="700" dirty="0">
                <a:ea typeface="+mn-lt"/>
                <a:cs typeface="+mn-lt"/>
              </a:rPr>
              <a:t>: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print(f"{word}: {similarity:.4f}")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Vector for a specific word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word_vector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dirty="0" err="1">
                <a:ea typeface="+mn-lt"/>
                <a:cs typeface="+mn-lt"/>
              </a:rPr>
              <a:t>model.wv</a:t>
            </a:r>
            <a:r>
              <a:rPr lang="en-US" sz="700" dirty="0">
                <a:ea typeface="+mn-lt"/>
                <a:cs typeface="+mn-lt"/>
              </a:rPr>
              <a:t>["business"]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print(f"\</a:t>
            </a:r>
            <a:r>
              <a:rPr lang="en-US" sz="700" dirty="0" err="1">
                <a:ea typeface="+mn-lt"/>
                <a:cs typeface="+mn-lt"/>
              </a:rPr>
              <a:t>nVector</a:t>
            </a:r>
            <a:r>
              <a:rPr lang="en-US" sz="700" dirty="0">
                <a:ea typeface="+mn-lt"/>
                <a:cs typeface="+mn-lt"/>
              </a:rPr>
              <a:t> for 'business' (first 10 dimensions):\n{</a:t>
            </a:r>
            <a:r>
              <a:rPr lang="en-US" sz="700" dirty="0" err="1">
                <a:ea typeface="+mn-lt"/>
                <a:cs typeface="+mn-lt"/>
              </a:rPr>
              <a:t>word_vector</a:t>
            </a:r>
            <a:r>
              <a:rPr lang="en-US" sz="700" dirty="0">
                <a:ea typeface="+mn-lt"/>
                <a:cs typeface="+mn-lt"/>
              </a:rPr>
              <a:t>[:10]}")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# Word analogies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 err="1">
                <a:ea typeface="+mn-lt"/>
                <a:cs typeface="+mn-lt"/>
              </a:rPr>
              <a:t>analogy_result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dirty="0" err="1">
                <a:ea typeface="+mn-lt"/>
                <a:cs typeface="+mn-lt"/>
              </a:rPr>
              <a:t>model.wv.most_similar</a:t>
            </a:r>
            <a:r>
              <a:rPr lang="en-US" sz="700" dirty="0">
                <a:ea typeface="+mn-lt"/>
                <a:cs typeface="+mn-lt"/>
              </a:rPr>
              <a:t>(positive=["business", "language"],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                     negative=["models"], 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                                  </a:t>
            </a:r>
            <a:r>
              <a:rPr lang="en-US" sz="700" dirty="0" err="1">
                <a:ea typeface="+mn-lt"/>
                <a:cs typeface="+mn-lt"/>
              </a:rPr>
              <a:t>topn</a:t>
            </a:r>
            <a:r>
              <a:rPr lang="en-US" sz="700" dirty="0">
                <a:ea typeface="+mn-lt"/>
                <a:cs typeface="+mn-lt"/>
              </a:rPr>
              <a:t>=3)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print("\</a:t>
            </a:r>
            <a:r>
              <a:rPr lang="en-US" sz="700" dirty="0" err="1">
                <a:ea typeface="+mn-lt"/>
                <a:cs typeface="+mn-lt"/>
              </a:rPr>
              <a:t>nAnalogy</a:t>
            </a:r>
            <a:r>
              <a:rPr lang="en-US" sz="700" dirty="0">
                <a:ea typeface="+mn-lt"/>
                <a:cs typeface="+mn-lt"/>
              </a:rPr>
              <a:t> results:")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for word, similarity in </a:t>
            </a:r>
            <a:r>
              <a:rPr lang="en-US" sz="700" dirty="0" err="1">
                <a:ea typeface="+mn-lt"/>
                <a:cs typeface="+mn-lt"/>
              </a:rPr>
              <a:t>analogy_result</a:t>
            </a:r>
            <a:r>
              <a:rPr lang="en-US" sz="700" dirty="0">
                <a:ea typeface="+mn-lt"/>
                <a:cs typeface="+mn-lt"/>
              </a:rPr>
              <a:t>:</a:t>
            </a:r>
            <a:endParaRPr lang="en-US" sz="7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a typeface="+mn-lt"/>
                <a:cs typeface="+mn-lt"/>
              </a:rPr>
              <a:t>    print(f"{word}: {similarity:.4f}")</a:t>
            </a:r>
            <a:endParaRPr lang="en-US" sz="700" dirty="0"/>
          </a:p>
          <a:p>
            <a:pPr marL="0">
              <a:spcBef>
                <a:spcPts val="0"/>
              </a:spcBef>
            </a:pP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6064909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DFB0-3625-33F4-20B7-A3C5C7AD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A32C-6F9C-9804-E093-09E74C97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Implementation: Word2Vec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7C21-6D02-B7DF-767E-E64352F45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223"/>
            <a:ext cx="10515600" cy="521377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gensim.downloader</a:t>
            </a:r>
            <a:r>
              <a:rPr lang="en-US" dirty="0"/>
              <a:t> as </a:t>
            </a:r>
            <a:r>
              <a:rPr lang="en-US" dirty="0" err="1"/>
              <a:t>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gensim.models</a:t>
            </a:r>
            <a:r>
              <a:rPr lang="en-US" dirty="0"/>
              <a:t> import Word2Vec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# </a:t>
            </a:r>
            <a:r>
              <a:rPr lang="en-US" dirty="0"/>
              <a:t>Load pre-trained Word2Vec model</a:t>
            </a:r>
          </a:p>
          <a:p>
            <a:pPr marL="0" indent="0">
              <a:buNone/>
            </a:pPr>
            <a:r>
              <a:rPr lang="en-US" dirty="0"/>
              <a:t>word2vec_model = </a:t>
            </a:r>
            <a:r>
              <a:rPr lang="en-US" dirty="0" err="1"/>
              <a:t>api.load</a:t>
            </a:r>
            <a:r>
              <a:rPr lang="en-US" dirty="0"/>
              <a:t>('word2vec-google-news-300’)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Find similar words</a:t>
            </a:r>
          </a:p>
          <a:p>
            <a:pPr marL="0" indent="0">
              <a:buNone/>
            </a:pPr>
            <a:r>
              <a:rPr lang="en-US" dirty="0" err="1"/>
              <a:t>similar_words</a:t>
            </a:r>
            <a:r>
              <a:rPr lang="en-US" dirty="0"/>
              <a:t> = word2vec_model.most_similar('computer', </a:t>
            </a:r>
            <a:r>
              <a:rPr lang="en-US" dirty="0" err="1"/>
              <a:t>topn</a:t>
            </a:r>
            <a:r>
              <a:rPr lang="en-US" dirty="0"/>
              <a:t>=5)</a:t>
            </a:r>
          </a:p>
          <a:p>
            <a:pPr marL="0" indent="0">
              <a:buNone/>
            </a:pPr>
            <a:r>
              <a:rPr lang="en-US" dirty="0"/>
              <a:t>print("Words similar to 'computer':", </a:t>
            </a:r>
            <a:r>
              <a:rPr lang="en-US" dirty="0" err="1"/>
              <a:t>similar_words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Word analogies</a:t>
            </a:r>
          </a:p>
          <a:p>
            <a:pPr marL="0" indent="0">
              <a:buNone/>
            </a:pPr>
            <a:r>
              <a:rPr lang="en-US" dirty="0"/>
              <a:t>result = word2vec_model.most_similar(positive=['woman', 'king'], negative=['man'], </a:t>
            </a:r>
            <a:r>
              <a:rPr lang="en-US" dirty="0" err="1"/>
              <a:t>topn</a:t>
            </a:r>
            <a:r>
              <a:rPr lang="en-US" dirty="0"/>
              <a:t>=1)</a:t>
            </a:r>
          </a:p>
          <a:p>
            <a:pPr marL="0" indent="0">
              <a:buNone/>
            </a:pPr>
            <a:r>
              <a:rPr lang="en-US" dirty="0"/>
              <a:t>print("king - man + woman =", result)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Train your own Word2Vec model</a:t>
            </a:r>
          </a:p>
          <a:p>
            <a:pPr marL="0" indent="0">
              <a:buNone/>
            </a:pPr>
            <a:r>
              <a:rPr lang="en-US" dirty="0"/>
              <a:t>sentences = [["cat", "say", "meow"], ["dog", "say", "woof"]]</a:t>
            </a:r>
          </a:p>
          <a:p>
            <a:pPr marL="0" indent="0">
              <a:buNone/>
            </a:pPr>
            <a:r>
              <a:rPr lang="en-US" dirty="0"/>
              <a:t>model = Word2Vec(sentences, </a:t>
            </a:r>
            <a:r>
              <a:rPr lang="en-US" dirty="0" err="1"/>
              <a:t>vector_size</a:t>
            </a:r>
            <a:r>
              <a:rPr lang="en-US" dirty="0"/>
              <a:t>=100, window=5, </a:t>
            </a:r>
            <a:r>
              <a:rPr lang="en-US" dirty="0" err="1"/>
              <a:t>min_count</a:t>
            </a:r>
            <a:r>
              <a:rPr lang="en-US" dirty="0"/>
              <a:t>=1, workers=4)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Get vector for a word</a:t>
            </a:r>
          </a:p>
          <a:p>
            <a:pPr marL="0" indent="0">
              <a:buNone/>
            </a:pPr>
            <a:r>
              <a:rPr lang="en-US" dirty="0" err="1"/>
              <a:t>cat_vector</a:t>
            </a:r>
            <a:r>
              <a:rPr lang="en-US" dirty="0"/>
              <a:t> = </a:t>
            </a:r>
            <a:r>
              <a:rPr lang="en-US" dirty="0" err="1"/>
              <a:t>model.wv</a:t>
            </a:r>
            <a:r>
              <a:rPr lang="en-US" dirty="0"/>
              <a:t>['cat']</a:t>
            </a:r>
          </a:p>
          <a:p>
            <a:pPr marL="0" indent="0">
              <a:buNone/>
            </a:pPr>
            <a:r>
              <a:rPr lang="en-US" dirty="0"/>
              <a:t>print("Vector for 'cat':", </a:t>
            </a:r>
            <a:r>
              <a:rPr lang="en-US" dirty="0" err="1"/>
              <a:t>cat_vector</a:t>
            </a:r>
            <a:r>
              <a:rPr lang="en-US" dirty="0"/>
              <a:t>[:5])  # Show first 5 dimensions</a:t>
            </a:r>
          </a:p>
        </p:txBody>
      </p:sp>
    </p:spTree>
    <p:extLst>
      <p:ext uri="{BB962C8B-B14F-4D97-AF65-F5344CB8AC3E}">
        <p14:creationId xmlns:p14="http://schemas.microsoft.com/office/powerpoint/2010/main" val="7375825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4EBBC-4381-304D-25F6-D20E1C36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B6DA-ED95-BF11-2E4C-2DFDC2E7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Implementation: </a:t>
            </a:r>
            <a:r>
              <a:rPr lang="en-US" dirty="0" err="1"/>
              <a:t>GloVe</a:t>
            </a:r>
            <a:r>
              <a:rPr lang="en-US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E0D35-F5BE-5721-912E-D6942DC23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</a:t>
            </a:r>
            <a:r>
              <a:rPr lang="en-US" dirty="0" err="1"/>
              <a:t>sklearn.metrics.pairwise</a:t>
            </a:r>
            <a:r>
              <a:rPr lang="en-US" dirty="0"/>
              <a:t> import </a:t>
            </a:r>
            <a:r>
              <a:rPr lang="en-US" dirty="0" err="1"/>
              <a:t>cosine_similarity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Function to load </a:t>
            </a:r>
            <a:r>
              <a:rPr lang="en-US" dirty="0" err="1"/>
              <a:t>GloVe</a:t>
            </a:r>
            <a:r>
              <a:rPr lang="en-US" dirty="0"/>
              <a:t> vectors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load_glove_vectors</a:t>
            </a:r>
            <a:r>
              <a:rPr lang="en-US" dirty="0"/>
              <a:t>(</a:t>
            </a:r>
            <a:r>
              <a:rPr lang="en-US" dirty="0" err="1"/>
              <a:t>file_path</a:t>
            </a:r>
            <a:r>
              <a:rPr lang="en-US" dirty="0"/>
              <a:t>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embeddings_dict</a:t>
            </a:r>
            <a:r>
              <a:rPr lang="en-US" dirty="0"/>
              <a:t> =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with open(</a:t>
            </a:r>
            <a:r>
              <a:rPr lang="en-US" dirty="0" err="1"/>
              <a:t>file_path</a:t>
            </a:r>
            <a:r>
              <a:rPr lang="en-US" dirty="0"/>
              <a:t>, 'r', encoding='utf-8') as f: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for line in f: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values = </a:t>
            </a:r>
            <a:r>
              <a:rPr lang="en-US" dirty="0" err="1"/>
              <a:t>line.split</a:t>
            </a:r>
            <a:r>
              <a:rPr lang="en-U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word = values[0]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vector = </a:t>
            </a:r>
            <a:r>
              <a:rPr lang="en-US" dirty="0" err="1"/>
              <a:t>np.array</a:t>
            </a:r>
            <a:r>
              <a:rPr lang="en-US" dirty="0"/>
              <a:t>(values[1:], </a:t>
            </a:r>
            <a:r>
              <a:rPr lang="en-US" dirty="0" err="1"/>
              <a:t>dtype</a:t>
            </a:r>
            <a:r>
              <a:rPr lang="en-US" dirty="0"/>
              <a:t>='float32')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embeddings_dict</a:t>
            </a:r>
            <a:r>
              <a:rPr lang="en-US" dirty="0"/>
              <a:t>[word] = vector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return </a:t>
            </a:r>
            <a:r>
              <a:rPr lang="en-US" dirty="0" err="1"/>
              <a:t>embeddings_dict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Load pre-trained </a:t>
            </a:r>
            <a:r>
              <a:rPr lang="en-US" dirty="0" err="1"/>
              <a:t>GloVe</a:t>
            </a:r>
            <a:r>
              <a:rPr lang="en-US" dirty="0"/>
              <a:t> vectors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glove_vectors</a:t>
            </a:r>
            <a:r>
              <a:rPr lang="en-US" dirty="0"/>
              <a:t> = </a:t>
            </a:r>
            <a:r>
              <a:rPr lang="en-US" dirty="0" err="1"/>
              <a:t>load_glove_vectors</a:t>
            </a:r>
            <a:r>
              <a:rPr lang="en-US" dirty="0"/>
              <a:t>('glove.6B.100d.txt')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Calculate word similarity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get_similarity</a:t>
            </a:r>
            <a:r>
              <a:rPr lang="en-US" dirty="0"/>
              <a:t>(word1, word2, embeddings):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if word1 in embeddings and word2 in embeddings: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vec1 = embeddings[word1].reshape(1, -1)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vec2 = embeddings[word2].reshape(1, -1)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return </a:t>
            </a:r>
            <a:r>
              <a:rPr lang="en-US" dirty="0" err="1"/>
              <a:t>cosine_similarity</a:t>
            </a:r>
            <a:r>
              <a:rPr lang="en-US" dirty="0"/>
              <a:t>(vec1, vec2)[0][0]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return None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Example usage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similarity = </a:t>
            </a:r>
            <a:r>
              <a:rPr lang="en-US" dirty="0" err="1"/>
              <a:t>get_similarity</a:t>
            </a:r>
            <a:r>
              <a:rPr lang="en-US" dirty="0"/>
              <a:t>('king', 'queen', </a:t>
            </a:r>
            <a:r>
              <a:rPr lang="en-US" dirty="0" err="1"/>
              <a:t>glove_vectors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f"Similarity</a:t>
            </a:r>
            <a:r>
              <a:rPr lang="en-US" dirty="0"/>
              <a:t> between 'king' and 'queen': {similarity:.4f}")</a:t>
            </a:r>
          </a:p>
        </p:txBody>
      </p:sp>
    </p:spTree>
    <p:extLst>
      <p:ext uri="{BB962C8B-B14F-4D97-AF65-F5344CB8AC3E}">
        <p14:creationId xmlns:p14="http://schemas.microsoft.com/office/powerpoint/2010/main" val="19413582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0D0AA-707C-97B4-8497-09265E55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03B8-D3CB-E120-0A40-13913A6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Implementation: BERT in Python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06B31B-619A-A1D9-FE73-ACF05C08B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import torch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transformers import </a:t>
            </a:r>
            <a:r>
              <a:rPr lang="en-US" dirty="0" err="1"/>
              <a:t>BertModel</a:t>
            </a:r>
            <a:r>
              <a:rPr lang="en-US" dirty="0"/>
              <a:t>, </a:t>
            </a:r>
            <a:r>
              <a:rPr lang="en-US" dirty="0" err="1"/>
              <a:t>BertTokenizer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Load pre-trained BERT model and tokenizer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tokenizer = </a:t>
            </a:r>
            <a:r>
              <a:rPr lang="en-US" dirty="0" err="1"/>
              <a:t>BertTokenizer.from_pretrained</a:t>
            </a:r>
            <a:r>
              <a:rPr lang="en-US" dirty="0"/>
              <a:t>('</a:t>
            </a:r>
            <a:r>
              <a:rPr lang="en-US" dirty="0" err="1"/>
              <a:t>bert</a:t>
            </a:r>
            <a:r>
              <a:rPr lang="en-US" dirty="0"/>
              <a:t>-base-uncased')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model = </a:t>
            </a:r>
            <a:r>
              <a:rPr lang="en-US" dirty="0" err="1"/>
              <a:t>BertModel.from_pretrained</a:t>
            </a:r>
            <a:r>
              <a:rPr lang="en-US" dirty="0"/>
              <a:t>('</a:t>
            </a:r>
            <a:r>
              <a:rPr lang="en-US" dirty="0" err="1"/>
              <a:t>bert</a:t>
            </a:r>
            <a:r>
              <a:rPr lang="en-US" dirty="0"/>
              <a:t>-base-uncased')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Input 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text = "The quick brown fox jumps over the lazy dog."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Tokenize input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inputs = tokenizer(text, </a:t>
            </a:r>
            <a:r>
              <a:rPr lang="en-US" dirty="0" err="1"/>
              <a:t>return_tensors</a:t>
            </a:r>
            <a:r>
              <a:rPr lang="en-US" dirty="0"/>
              <a:t>="pt")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Get BERT embeddings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with </a:t>
            </a:r>
            <a:r>
              <a:rPr lang="en-US" dirty="0" err="1"/>
              <a:t>torch.no_grad</a:t>
            </a:r>
            <a:r>
              <a:rPr lang="en-US" dirty="0"/>
              <a:t>():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outputs = model(**inputs)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Last hidden states contain contextual embeddings for each token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last_hidden_states</a:t>
            </a:r>
            <a:r>
              <a:rPr lang="en-US" dirty="0"/>
              <a:t> = </a:t>
            </a:r>
            <a:r>
              <a:rPr lang="en-US" dirty="0" err="1"/>
              <a:t>outputs.last_hidden_state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Get embedding for the first token (after [CLS])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word_embedding</a:t>
            </a:r>
            <a:r>
              <a:rPr lang="en-US" dirty="0"/>
              <a:t> = </a:t>
            </a:r>
            <a:r>
              <a:rPr lang="en-US" dirty="0" err="1"/>
              <a:t>last_hidden_states</a:t>
            </a:r>
            <a:r>
              <a:rPr lang="en-US" dirty="0"/>
              <a:t>[0, 1].</a:t>
            </a:r>
            <a:r>
              <a:rPr lang="en-US" dirty="0" err="1"/>
              <a:t>numpy</a:t>
            </a:r>
            <a:r>
              <a:rPr lang="en-U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f"BERT</a:t>
            </a:r>
            <a:r>
              <a:rPr lang="en-US" dirty="0"/>
              <a:t> embedding for 'The' (first 5 dimensions): {</a:t>
            </a:r>
            <a:r>
              <a:rPr lang="en-US" dirty="0" err="1"/>
              <a:t>word_embedding</a:t>
            </a:r>
            <a:r>
              <a:rPr lang="en-US" dirty="0"/>
              <a:t>[:5]}")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Get embeddings for full sentence (CLS token)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sentence_embedding</a:t>
            </a:r>
            <a:r>
              <a:rPr lang="en-US" dirty="0"/>
              <a:t> = </a:t>
            </a:r>
            <a:r>
              <a:rPr lang="en-US" dirty="0" err="1"/>
              <a:t>last_hidden_states</a:t>
            </a:r>
            <a:r>
              <a:rPr lang="en-US" dirty="0"/>
              <a:t>[0, 0].</a:t>
            </a:r>
            <a:r>
              <a:rPr lang="en-US" dirty="0" err="1"/>
              <a:t>numpy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992251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493-75ED-FFA9-A1BD-A09AEC62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Large Language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102F1-33CC-09ED-19D1-63AD5315F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Large Language Model (LLM)</a:t>
            </a:r>
            <a:r>
              <a:rPr lang="en-US" dirty="0"/>
              <a:t> is an advanced artificial intelligence system trained on vast amounts of text data to understand, generate, and manipulate human language. These models use </a:t>
            </a:r>
            <a:r>
              <a:rPr lang="en-US" b="1" dirty="0"/>
              <a:t>deep learning</a:t>
            </a:r>
            <a:r>
              <a:rPr lang="en-US" dirty="0"/>
              <a:t>, particularly </a:t>
            </a:r>
            <a:r>
              <a:rPr lang="en-US" b="1" dirty="0"/>
              <a:t>transformers</a:t>
            </a:r>
            <a:r>
              <a:rPr lang="en-US" dirty="0"/>
              <a:t>, to predict and generate text in a coherent and context-aware manner.</a:t>
            </a:r>
          </a:p>
          <a:p>
            <a:pPr>
              <a:buNone/>
            </a:pPr>
            <a:r>
              <a:rPr lang="en-US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Trained on billions of words from books, articles, and the internet.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perform tasks like translation, summarization, code generation, and answering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 include </a:t>
            </a:r>
            <a:r>
              <a:rPr lang="en-US" b="1" dirty="0"/>
              <a:t>GPT-4, ChatGPT, BERT, </a:t>
            </a:r>
            <a:r>
              <a:rPr lang="en-US" b="1" dirty="0" err="1"/>
              <a:t>PaLM</a:t>
            </a:r>
            <a:r>
              <a:rPr lang="en-US" b="1" dirty="0"/>
              <a:t>, </a:t>
            </a:r>
            <a:r>
              <a:rPr lang="en-US" b="1" dirty="0" err="1"/>
              <a:t>LLaMA</a:t>
            </a:r>
            <a:r>
              <a:rPr lang="en-US" b="1" dirty="0"/>
              <a:t>, and Claude</a:t>
            </a:r>
            <a:r>
              <a:rPr lang="en-US" dirty="0"/>
              <a:t>.</a:t>
            </a:r>
          </a:p>
          <a:p>
            <a:r>
              <a:rPr lang="en-US" dirty="0"/>
              <a:t>LLMs power modern AI applications, including chatbots, virtual assistants, and content creation tools.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667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0DDC81-A74C-861A-3FF8-DEFF3BE2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</a:t>
            </a:r>
            <a:r>
              <a:rPr lang="en-US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D86F4-2CDE-CB20-3664-2556C0F84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4919133" cy="4991039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image is an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evolutionary tree of natural language processing (NLP) models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showing their development from 2018 to 2023. It categorizes models into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open-source (light color) and closed-source (darker color)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tracking major advancements in transformer-based architectures.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Key highlights: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Early models (2018-2019):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Word embeddings like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Word2Vec,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FastText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GloVe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evolving into transformer-based models like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BERT,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RoBERTa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and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XLNet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Growth in 2020-2021: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Expansion into encoder-only (e.g.,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ELECTRA, ALBERT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encoder-decoder (e.g.,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T5, BART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and decoder-only models (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GPT-2, GPT-3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2022-2023 advancements: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Introduction of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ChatGPT, GPT-4, Claude,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PaLM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LLaMA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Bard, BLOOM, and more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reflecting both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research-driven (open-source) and commercial (closed-source) efforts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diagram illustrates the competition and innovation between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Google, OpenAI, Meta, AI21 Labs, and Anthropic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among others.</a:t>
            </a:r>
          </a:p>
          <a:p>
            <a:pPr>
              <a:spcBef>
                <a:spcPts val="0"/>
              </a:spcBef>
            </a:pPr>
            <a:endParaRPr lang="en-US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4C5AFC-2370-82B7-38A0-7C05C6C37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06007"/>
            <a:ext cx="5987627" cy="471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747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0ED0B6-FDEC-7738-0530-98029D6D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dirty="0" err="1"/>
              <a:t>HuggingFace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9EB0A-8144-063F-2F61-7DAA10AA4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101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2C7F97-C25F-F200-C0C5-EA14F791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LLM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A465B-CCB8-C809-9108-99FCCF2D0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344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AE81-6DE8-62D4-C688-87F58C90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CEBE-D203-F806-65E5-F9A73B33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LLM Agents</a:t>
            </a:r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D1718E41-CB73-E37C-673E-003FFF89A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011" y="1706007"/>
            <a:ext cx="9021003" cy="4991039"/>
          </a:xfrm>
        </p:spPr>
      </p:pic>
    </p:spTree>
    <p:extLst>
      <p:ext uri="{BB962C8B-B14F-4D97-AF65-F5344CB8AC3E}">
        <p14:creationId xmlns:p14="http://schemas.microsoft.com/office/powerpoint/2010/main" val="15726819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F1FFB2-9960-5280-F412-01A71B54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Core LLM Concepts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CFC6E-AA03-FD95-1A5C-D53B79D06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535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2599-3062-D6C4-0BE1-06423950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406B-D776-9FFC-6D52-24CE62A0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Encoder vs. Decoder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7E08-26DE-4EA2-AAE3-2408B343D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Encoder Architecture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Bidirectional context processing (sees full context)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Focused on representation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Ideal for understanding tasks: classification, NER, sentiment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BERT, 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DeBERTa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Output: contextual embeddings for each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Decoder Architecture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Unidirectional/autoregressive processing (sees only past context)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Focused on text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Ideal for generative tasks: text completion, summarization, translation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GPT models, </a:t>
            </a:r>
            <a:r>
              <a:rPr lang="en-US" dirty="0" err="1"/>
              <a:t>LLaMA</a:t>
            </a:r>
            <a:r>
              <a:rPr lang="en-US" dirty="0"/>
              <a:t>, Claude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Output: probability distribution for next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Encoder-Decoder Architecture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Combines both approaches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Encoder processes input, decoder generates 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Ideal for sequence-to-sequence tasks: translation, summarization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T5, BART, </a:t>
            </a:r>
            <a:r>
              <a:rPr lang="en-US" dirty="0" err="1"/>
              <a:t>PaLM</a:t>
            </a:r>
            <a:r>
              <a:rPr lang="en-US" dirty="0"/>
              <a:t>-E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Output: generated sequence based on encoded input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7539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A68A0-592A-1535-9392-C6CB416B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64F3-6019-D48A-AE25-E06A1BB0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Self-Attention Mechanisms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8DAE6-F28E-C259-98FC-8602EDFC2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Innovation in Transformers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Computes relationships between all tokens in a sequence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Allows modeling of long-range dependencies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Parallel computation (unlike sequential RNNs)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Self-Attention Computation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each token, create query (Q), key (K), and value (V)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 attention scores: how much each token should attend to others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Apply </a:t>
            </a:r>
            <a:r>
              <a:rPr lang="en-US" dirty="0" err="1"/>
              <a:t>softmax</a:t>
            </a:r>
            <a:r>
              <a:rPr lang="en-US" dirty="0"/>
              <a:t> to get attention weights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weighted sum of value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Formula: Attention(Q, K, V) = </a:t>
            </a:r>
            <a:r>
              <a:rPr lang="en-US" dirty="0" err="1"/>
              <a:t>softmax</a:t>
            </a:r>
            <a:r>
              <a:rPr lang="en-US" dirty="0"/>
              <a:t>(QK^T/√</a:t>
            </a:r>
            <a:r>
              <a:rPr lang="en-US" dirty="0" err="1"/>
              <a:t>d_k</a:t>
            </a:r>
            <a:r>
              <a:rPr lang="en-US" dirty="0"/>
              <a:t>)V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Multi-Head Attention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Run multiple attention mechanisms in parallel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"head" can focus on different aspects of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Outputs concatenated and projected to original dimension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Enables the model to jointly attend to information from different representation subspaces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0778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DB35-5A7A-A7F8-A96A-06C05D17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66B4-FEC7-4EFC-0AA3-5CF65CD3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Positional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9242-B147-7034-7C17-0663FD617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Position Problem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Self-attention is permutation-invariant (order insensitive)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Language inherently depends on word 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Need to inject position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Sinusoidal Positional Encoding (Vaswani et al.)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Fixed encoding using sine and cosine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frequencies for different dimensions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Formula: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PE(pos, 2i) = sin(pos/10000^(2i/</a:t>
            </a:r>
            <a:r>
              <a:rPr lang="en-US" dirty="0" err="1"/>
              <a:t>d_model</a:t>
            </a:r>
            <a:r>
              <a:rPr lang="en-US" dirty="0"/>
              <a:t>))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PE(pos, 2i+1) = cos(pos/10000^(2i/</a:t>
            </a:r>
            <a:r>
              <a:rPr lang="en-US" dirty="0" err="1"/>
              <a:t>d_model</a:t>
            </a:r>
            <a:r>
              <a:rPr lang="en-US" dirty="0"/>
              <a:t>))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Allows model to extrapolate to sequence lengths not seen during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Learned Positional Encoding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Position embeddings learned during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capture more nuanced position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to maximum sequence length seen during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in models like BERT, </a:t>
            </a:r>
            <a:r>
              <a:rPr lang="en-US" dirty="0" err="1"/>
              <a:t>RoBERTa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Relative Positional Encoding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Encode relative distances between tokens rather than absolute positions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Improves handling of longer sequences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T5, </a:t>
            </a:r>
            <a:r>
              <a:rPr lang="en-US" dirty="0" err="1"/>
              <a:t>DeBERTa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3075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ECD3-5C57-FB6F-4905-F91DA5D9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6494-4E10-8614-B958-9AA64C7C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Tokenization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7FCE1-636B-3F94-E4A2-3319F58FF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 of Tokenization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Convert raw text into discrete tokens for model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Manage vocabulary size and out-of-vocabulary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Balance between granularity and context window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Word-Level Tokenization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token is a complete word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Pros: Semantically meaningful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Cons: Large vocabulary, many OOV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early Word2Vec implementations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Character-Level Tokenization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token is a single character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Pros: Tiny vocabulary, no OOV issues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Cons: Loses word-level semantics, requires longer sequences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Character-level CNN/RNN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Subword</a:t>
            </a:r>
            <a:r>
              <a:rPr lang="en-US" b="1" dirty="0"/>
              <a:t> Tokenization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Balance between word and character levels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Common algorithms: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Byte-Pair Encoding (BPE): Iteratively merge most frequent character pairs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WordPiece</a:t>
            </a:r>
            <a:r>
              <a:rPr lang="en-US" dirty="0"/>
              <a:t>: Similar to BPE but uses likelihood rather than frequency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Unigram Language Model: Probabilistic approach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SentencePiece</a:t>
            </a:r>
            <a:r>
              <a:rPr lang="en-US" dirty="0"/>
              <a:t>: Language-agnostic, treats whitespace as a character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GPT models use BPE variants, BERT uses </a:t>
            </a:r>
            <a:r>
              <a:rPr lang="en-US" dirty="0" err="1"/>
              <a:t>WordPiece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603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CD852-3638-A74E-D4EC-737A4FEEA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C4E7-838F-8D30-2626-B1EB6AD6D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Transfer Learning and Fine-tuning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34584-8AF9-43B1-5A34-00A381AE3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Transfer Learning Paradigm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Pre-train model on large general corpus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Adapt to downstream tasks with less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Leverages general language knowledge for specific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Pre-training Approaches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Self-supervised learning on unlabeled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Masked Language Modeling (MLM) for encoders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Causal Language Modeling (CLM) for decoders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Seq2Seq objectives for encoder-decoder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Fine-tuning Methods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Full Fine-tuning: Update all model parameters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Most flexible but computationally expensive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Prone to catastrophic forgetting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Parameter-Efficient Fine-tuning (PEFT):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LoRA</a:t>
            </a:r>
            <a:r>
              <a:rPr lang="en-US" dirty="0"/>
              <a:t> (Low-Rank Adaptation): Add trainable low-rank matrices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Adapter Layers: Insert small trainable modules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Prompt Tuning: Optimize continuous prompt embeddings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Prefix Tuning: Prepend trainable vectors to key and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Benefits of PEFT: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Reduces computational requirements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Minimizes storage needs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Prevents catastrophic forgetting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Enables multi-task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8083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0E308-BEB7-3E00-9DEE-60886908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B57A-692A-7DB4-9686-8288CD92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Additional Key 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FDA4B-07DC-9058-B687-79014233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Attention Mask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Controls which tokens can attend to which others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Essential for implementing causal attention in decoders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Handles variable sequence lengths and special tokens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Layer Normalization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Normalizes activations across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Stabilizes and accelerates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Applied before or after attention and feed-forward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Residual Connections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 direct flow of information through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Help mitigate vanishing gradient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Enable training of very deep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Feed-Forward Networks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Two-layer neural networks with </a:t>
            </a:r>
            <a:r>
              <a:rPr lang="en-US" dirty="0" err="1"/>
              <a:t>ReLU</a:t>
            </a:r>
            <a:r>
              <a:rPr lang="en-US" dirty="0"/>
              <a:t>/GELU activation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Applied to each position separately and identically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Often where most parameters in the model reside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Formula: FFN(x) = max(0, </a:t>
            </a:r>
            <a:r>
              <a:rPr lang="en-US" dirty="0" err="1"/>
              <a:t>xW</a:t>
            </a:r>
            <a:r>
              <a:rPr lang="en-US" dirty="0"/>
              <a:t>₁ + b₁)W₂ + b₂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Activation Functions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GELU (Gaussian Error Linear Unit): Smoother than </a:t>
            </a:r>
            <a:r>
              <a:rPr lang="en-US" dirty="0" err="1"/>
              <a:t>ReLU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SwiGLU</a:t>
            </a:r>
            <a:r>
              <a:rPr lang="en-US" dirty="0"/>
              <a:t>: Enhanced variant used in </a:t>
            </a:r>
            <a:r>
              <a:rPr lang="en-US" dirty="0" err="1"/>
              <a:t>PaLM</a:t>
            </a:r>
            <a:r>
              <a:rPr lang="en-US" dirty="0"/>
              <a:t> and newer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in feed-forward networks between layers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846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07D9-CAE5-7960-59A1-BEF0B088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680E-43E9-41A3-9F42-72BD80F7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Architecture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73DA-06FF-F41B-BB7A-1BB45F757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Embedding Layer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Converts token IDs to dense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Typically 768-4096 dimensions in modern LLMs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Often tied with output layer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Transformer Blocks/Layers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building unit of transformer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block contains: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Self-attention mechanism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Feed-forward network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Layer normalization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Residual connections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Modern LLMs contain dozens to hundreds of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 Layer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Projects final hidden states to vocabulary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decoders: produces next-token probabilities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encoders: produces task-specific outputs after fine-tuning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Scaling Patterns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Deeper models (more layers)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Wider models (larger hidden dimensions)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attention heads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Trade-offs between depth, width, and compute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7821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657938-CEFB-FA4E-13ED-6ABE7FD3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Methodologies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B5A94-28FD-1FAA-B964-CB7542D07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791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8E64-A87E-C374-3274-18AAFCA9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403D-C1B7-C5E8-86D2-6BF10712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Pre-training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A656F-6122-A91A-832C-FC7D69911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Masked Language Modeling (MLM)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in encoder models like BERT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 tokens are masked (typically 15%)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predicts the original 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Variants: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Whole Word Masking: Mask all </a:t>
            </a:r>
            <a:r>
              <a:rPr lang="en-US" dirty="0" err="1"/>
              <a:t>subwords</a:t>
            </a:r>
            <a:r>
              <a:rPr lang="en-US" dirty="0"/>
              <a:t> of a word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SpanBERT</a:t>
            </a:r>
            <a:r>
              <a:rPr lang="en-US" dirty="0"/>
              <a:t>: Mask contiguous spans instead of random tokens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RoBERTa</a:t>
            </a:r>
            <a:r>
              <a:rPr lang="en-US" dirty="0"/>
              <a:t>: Dynamic masking (new masks each epoch)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Causal Language Modeling (CLM)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in decoder models like GPT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 next token given previous 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Maximizes likelihood: P(xₙ|x₁,...,xₙ₋₁)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Training employs teacher forcing (use ground truth as context)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Loss function: cross-entropy over vocabulary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Denoising Objectives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Text Infilling: Fill in arbitrary spans of text (T5, BART)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Sentence Permutation: Recover original order of shuffled sentences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Rotation: Identify start of document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Benefits: More challenging tasks lead to better representations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Contrastive Learning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Learn similarities between related text pairs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Maximize agreement between positive pairs, minimize for negatives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</a:t>
            </a:r>
            <a:r>
              <a:rPr lang="en-US" dirty="0" err="1"/>
              <a:t>SimCSE</a:t>
            </a:r>
            <a:r>
              <a:rPr lang="en-US" dirty="0"/>
              <a:t>, CLIP (for multimodal learning)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8274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40EE-B2EC-CAD9-96A4-38E93B92F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BC0D-C852-E355-A18B-B6BE1C56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Scaling Laws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EF3D1-EACC-69F1-3ADB-41707183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Parameter Scaling (Kaplan et al., 2020)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 improves as power-law with model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Loss ∝ N⁻ᵃ where N is parameter count and a ≈ 0.076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Larger models learn more efficiently per data 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Diminishing returns but no observed plateau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Scaling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 improves with training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Loss ∝ D⁻ᵇ where D is dataset size and b ≈ 0.095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High-quality, diverse data more important than 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exhaustion becomes limiting factor at extreme scales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Compute Scaling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 improvements predictable with compute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Optimal allocation balances model size vs. training 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Compute-optimal training: train larger models on fewer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Chinchilla Scaling (Hoffmann et al., 2022)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Revised optimal scaling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compute-optimal training: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Model size (N) and dataset size (D) should scale equally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20 tokens per parameter is optimal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Smaller, more thoroughly trained models outperform larger, undertrained 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8412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69736-9982-72B0-17C7-ABAD66E4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9D53-CFCC-E267-B0B4-C1D7740B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Alignment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F3D06-E5AD-1890-2866-8A8797E2F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132294" cy="51519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Supervised Fine-Tuning (SFT)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 on curated, high-quality examples of desired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 created by human demonstrators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 step in alignment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Relatively straightforward to implement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Reinforcement Learning from Human Feedback (RLHF)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Three-stage process: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SFT: Initial fine-tuning on demonstration data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Reward Modeling: Train model to predict human preferences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RL Optimization: Optimize policy using reward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Algorithms: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Proximal Policy Optimization (PPO)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Rejection Sampling Fine-Tuning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2C9B28-0544-2AB2-2446-1EB5B328E051}"/>
              </a:ext>
            </a:extLst>
          </p:cNvPr>
          <p:cNvSpPr txBox="1">
            <a:spLocks/>
          </p:cNvSpPr>
          <p:nvPr/>
        </p:nvSpPr>
        <p:spPr>
          <a:xfrm>
            <a:off x="6889377" y="1706007"/>
            <a:ext cx="5132294" cy="51519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Reinforcement Learning with AI Feedback (RLAIF)</a:t>
            </a:r>
            <a:r>
              <a:rPr lang="en-US" dirty="0"/>
              <a:t> </a:t>
            </a:r>
          </a:p>
          <a:p>
            <a:pPr marL="742950" lvl="1" indent="-285750"/>
            <a:r>
              <a:rPr lang="en-US" dirty="0"/>
              <a:t>Replace human feedback with AI evaluator models</a:t>
            </a:r>
          </a:p>
          <a:p>
            <a:pPr marL="742950" lvl="1" indent="-285750"/>
            <a:r>
              <a:rPr lang="en-US" dirty="0"/>
              <a:t>Advantages: </a:t>
            </a:r>
          </a:p>
          <a:p>
            <a:pPr lvl="2"/>
            <a:r>
              <a:rPr lang="en-US" dirty="0"/>
              <a:t>Scalability: generate more feedback</a:t>
            </a:r>
          </a:p>
          <a:p>
            <a:pPr lvl="2"/>
            <a:r>
              <a:rPr lang="en-US" dirty="0"/>
              <a:t>Consistency: less variation in judgments</a:t>
            </a:r>
          </a:p>
          <a:p>
            <a:pPr lvl="2"/>
            <a:r>
              <a:rPr lang="en-US" dirty="0"/>
              <a:t>Cost efficiency</a:t>
            </a:r>
          </a:p>
          <a:p>
            <a:pPr marL="742950" lvl="1" indent="-285750"/>
            <a:r>
              <a:rPr lang="en-US" dirty="0"/>
              <a:t>Still requires human oversight and calibration</a:t>
            </a:r>
          </a:p>
          <a:p>
            <a:r>
              <a:rPr lang="en-US" b="1" dirty="0"/>
              <a:t>Constitutional AI (CAI)</a:t>
            </a:r>
            <a:r>
              <a:rPr lang="en-US" dirty="0"/>
              <a:t> </a:t>
            </a:r>
          </a:p>
          <a:p>
            <a:pPr marL="742950" lvl="1" indent="-285750"/>
            <a:r>
              <a:rPr lang="en-US" dirty="0"/>
              <a:t>Model critiques its own outputs</a:t>
            </a:r>
          </a:p>
          <a:p>
            <a:pPr marL="742950" lvl="1" indent="-285750"/>
            <a:r>
              <a:rPr lang="en-US" dirty="0"/>
              <a:t>Uses predefined set of principles ("constitution")</a:t>
            </a:r>
          </a:p>
          <a:p>
            <a:pPr marL="742950" lvl="1" indent="-285750"/>
            <a:r>
              <a:rPr lang="en-US" dirty="0"/>
              <a:t>Process: </a:t>
            </a:r>
          </a:p>
          <a:p>
            <a:pPr lvl="2"/>
            <a:r>
              <a:rPr lang="en-US" dirty="0"/>
              <a:t>Generate initial responses</a:t>
            </a:r>
          </a:p>
          <a:p>
            <a:pPr lvl="2"/>
            <a:r>
              <a:rPr lang="en-US" dirty="0"/>
              <a:t>Self-critique based on constitutional principles</a:t>
            </a:r>
          </a:p>
          <a:p>
            <a:pPr lvl="2"/>
            <a:r>
              <a:rPr lang="en-US" dirty="0"/>
              <a:t>Revise responses based on critique</a:t>
            </a:r>
          </a:p>
          <a:p>
            <a:pPr lvl="2"/>
            <a:r>
              <a:rPr lang="en-US" dirty="0"/>
              <a:t>Train on preferred revisions</a:t>
            </a:r>
          </a:p>
          <a:p>
            <a:pPr marL="742950" lvl="1" indent="-285750"/>
            <a:r>
              <a:rPr lang="en-US" dirty="0"/>
              <a:t>Reduces reliance on direct human feedback</a:t>
            </a:r>
          </a:p>
        </p:txBody>
      </p:sp>
    </p:spTree>
    <p:extLst>
      <p:ext uri="{BB962C8B-B14F-4D97-AF65-F5344CB8AC3E}">
        <p14:creationId xmlns:p14="http://schemas.microsoft.com/office/powerpoint/2010/main" val="22140739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9526-AD10-1B64-A02C-2F34C0F7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5010-36E4-A42A-D85A-C768351C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Emergent Abilities with Scale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2CB0B-E3D9-11C8-9EDD-4A08786B9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Emergence Definition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Capabilities not present in smaller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Qualitative jumps rather than smooth improvements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Often unpredicted by extrapolation from smaller scales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Emergent Abilities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In-context learning: Few-shot and zero-shot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Instruction following without explicit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Chain-of-thought reasoning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Code generation and understanding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Multimodal reasoning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Tool use and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Scaling Thresholds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abilities emerge at different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instruction following: ~10B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Complex reasoning: ~100B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Sophisticated tool use: 100B+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Theoretical Perspectives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Phase transitions in learning dynamics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Compression breakthrough theory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Grokking phenomenon: sudden generalization after extended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0731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7649-69D3-B584-7891-342837FE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3D52-7F2B-F2D7-BC0A-AADF6A46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Training Infrastructure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D9934-98D2-95AC-E9F9-A2FE333FE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Distributed Training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Parallelism: Same model, different data shards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Parallelism: Different model parts, same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Pipeline Parallelism: Stage model across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Tensor Parallelism: Split individual tensors across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ZeRO</a:t>
            </a:r>
            <a:r>
              <a:rPr lang="en-US" dirty="0"/>
              <a:t> (Zero Redundancy Optimizer): Optimize memory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Hardware Considerations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GPU clusters with high-bandwidth interconnects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TPU pods for specialized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Memory optimization techniques: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Gradient checkpointing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Mixed precision training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Activation </a:t>
            </a:r>
            <a:r>
              <a:rPr lang="en-US" dirty="0" err="1"/>
              <a:t>recomputation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Optimizer state partitioning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Training Optimizations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Optimizer selection: Adam, </a:t>
            </a:r>
            <a:r>
              <a:rPr lang="en-US" dirty="0" err="1"/>
              <a:t>AdamW</a:t>
            </a:r>
            <a:r>
              <a:rPr lang="en-US" dirty="0"/>
              <a:t>, </a:t>
            </a:r>
            <a:r>
              <a:rPr lang="en-US" dirty="0" err="1"/>
              <a:t>Adafactor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Learning rate scheduling: Warmup, decay, cosine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Gradient accumulation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Flash Attention: Efficient attention computation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Activation functions: GELU, </a:t>
            </a:r>
            <a:r>
              <a:rPr lang="en-US" dirty="0" err="1"/>
              <a:t>SwiGLU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4603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F087-D794-30DE-45E6-7745726F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98BA-C99C-73F5-C900-01728445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Advanced Training Approaches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6C804-4643-A6F8-2FF4-C1A5D7998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4791635" cy="5250605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Mixture of Experts (</a:t>
            </a:r>
            <a:r>
              <a:rPr lang="en-US" b="1" dirty="0" err="1"/>
              <a:t>MoE</a:t>
            </a:r>
            <a:r>
              <a:rPr lang="en-US" b="1" dirty="0"/>
              <a:t>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Sparse activation: only a subset of parameters active per 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Router network determines which expert handles each 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Benefits: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Increases parameter count without proportional compute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Specialization of different experts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Challenges: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Load balancing across experts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Router 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Switch Transformers, </a:t>
            </a:r>
            <a:r>
              <a:rPr lang="en-US" dirty="0" err="1"/>
              <a:t>GLaM</a:t>
            </a:r>
            <a:r>
              <a:rPr lang="en-US" dirty="0"/>
              <a:t>, </a:t>
            </a:r>
            <a:r>
              <a:rPr lang="en-US" dirty="0" err="1"/>
              <a:t>Mixtral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Continual Pre-training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models with new data over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Maintain performance on old tasks while learning new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Addresses temporal drift in knowledge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Techniques to prevent catastrophic forgetting: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Experience replay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Elastic weight consolidation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Knowledge distillation from previous versions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E9915F-FA72-4ACD-1A44-240CCDCABFB2}"/>
              </a:ext>
            </a:extLst>
          </p:cNvPr>
          <p:cNvSpPr txBox="1">
            <a:spLocks/>
          </p:cNvSpPr>
          <p:nvPr/>
        </p:nvSpPr>
        <p:spPr>
          <a:xfrm>
            <a:off x="6096000" y="1706006"/>
            <a:ext cx="4791635" cy="52506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Multitask Training</a:t>
            </a:r>
            <a:r>
              <a:rPr lang="en-US" sz="2000" dirty="0"/>
              <a:t> </a:t>
            </a:r>
          </a:p>
          <a:p>
            <a:pPr marL="742950" lvl="1" indent="-285750"/>
            <a:r>
              <a:rPr lang="en-US" sz="1800" dirty="0"/>
              <a:t>Train on multiple objectives simultaneously</a:t>
            </a:r>
          </a:p>
          <a:p>
            <a:pPr marL="742950" lvl="1" indent="-285750"/>
            <a:r>
              <a:rPr lang="en-US" sz="1800" dirty="0"/>
              <a:t>Improves generalization and transfer learning</a:t>
            </a:r>
          </a:p>
          <a:p>
            <a:pPr marL="742950" lvl="1" indent="-285750"/>
            <a:r>
              <a:rPr lang="en-US" sz="1800" dirty="0"/>
              <a:t>Examples: </a:t>
            </a:r>
          </a:p>
          <a:p>
            <a:pPr lvl="2"/>
            <a:r>
              <a:rPr lang="en-US" sz="1600" dirty="0"/>
              <a:t>T5: Multi-task language understanding</a:t>
            </a:r>
          </a:p>
          <a:p>
            <a:pPr lvl="2"/>
            <a:r>
              <a:rPr lang="en-US" sz="1600" dirty="0"/>
              <a:t>Flan: Instruction tuning across thousands of tasks</a:t>
            </a:r>
          </a:p>
          <a:p>
            <a:pPr lvl="2"/>
            <a:r>
              <a:rPr lang="en-US" sz="1600" dirty="0" err="1"/>
              <a:t>PaLM</a:t>
            </a:r>
            <a:r>
              <a:rPr lang="en-US" sz="1600" dirty="0"/>
              <a:t>: Interleaved training on diverse data sources</a:t>
            </a:r>
          </a:p>
          <a:p>
            <a:r>
              <a:rPr lang="en-US" sz="2000" b="1" dirty="0"/>
              <a:t>Multimodal Training</a:t>
            </a:r>
            <a:r>
              <a:rPr lang="en-US" sz="2000" dirty="0"/>
              <a:t> </a:t>
            </a:r>
          </a:p>
          <a:p>
            <a:pPr marL="742950" lvl="1" indent="-285750"/>
            <a:r>
              <a:rPr lang="en-US" sz="1800" dirty="0"/>
              <a:t>Incorporate non-text modalities: images, audio, video</a:t>
            </a:r>
          </a:p>
          <a:p>
            <a:pPr marL="742950" lvl="1" indent="-285750"/>
            <a:r>
              <a:rPr lang="en-US" sz="1800" dirty="0"/>
              <a:t>Alignment between modalities using contrastive objectives</a:t>
            </a:r>
          </a:p>
          <a:p>
            <a:pPr marL="742950" lvl="1" indent="-285750"/>
            <a:r>
              <a:rPr lang="en-US" sz="1800" dirty="0"/>
              <a:t>Examples: CLIP, Flamingo, GPT-4V</a:t>
            </a:r>
          </a:p>
          <a:p>
            <a:pPr marL="742950" lvl="1" indent="-285750"/>
            <a:r>
              <a:rPr lang="en-US" sz="1800" dirty="0"/>
              <a:t>Challenges: Cross-modal attention, modality gaps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033409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E8F7BD-DD10-A91C-E95F-F8F1CCEE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Frameworks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678A6-523F-E6EB-8FC0-EDDE03D49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998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171D-5578-9B58-E5AF-FF139F58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9E13-F751-3157-5E0A-213E3236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Benchmark Datasets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60F3-9889-0B3B-91FE-7159F4AFB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General Language Understanding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GLUE (General Language Understanding Evaluation)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Collection of 9 sentence/paragraph-level tasks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Tasks: sentiment analysis, paraphrase detection, NLI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Simple single-sentence or sentence-pair 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SuperGLUE</a:t>
            </a:r>
            <a:r>
              <a:rPr lang="en-US" dirty="0"/>
              <a:t>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More challenging successor to GLUE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Includes more complex reasoning tasks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Example tasks: WiC (word sense disambiguation), </a:t>
            </a:r>
            <a:r>
              <a:rPr lang="en-US" dirty="0" err="1"/>
              <a:t>ReCoRD</a:t>
            </a:r>
            <a:r>
              <a:rPr lang="en-US" dirty="0"/>
              <a:t> (reading comprehension)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Knowledge and Reasoning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MMLU (Massive Multitask Language Understanding)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57 subjects across STEM, humanities, social sciences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Multiple-choice format tests world knowledge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Designed to assess breadth of knowledge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BIG-Bench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204 diverse tasks beyond traditional NLP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Evaluates capabilities like logical reasoning, common sense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Community-contributed tasks with varying difficulty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Specialized Benchmarks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TruthfulQA</a:t>
            </a:r>
            <a:r>
              <a:rPr lang="en-US" dirty="0"/>
              <a:t>: Tests factuality and honesty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HumanEval</a:t>
            </a:r>
            <a:r>
              <a:rPr lang="en-US" dirty="0"/>
              <a:t>/MBPP: Code generation and understanding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HellaSwag</a:t>
            </a:r>
            <a:r>
              <a:rPr lang="en-US" dirty="0"/>
              <a:t>: Common sense reasoning through completion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MATH: Advanced mathematical problem-solving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BBH (Big-Bench Hard): Subset of most challenging BIG-Bench tasks</a:t>
            </a:r>
          </a:p>
        </p:txBody>
      </p:sp>
    </p:spTree>
    <p:extLst>
      <p:ext uri="{BB962C8B-B14F-4D97-AF65-F5344CB8AC3E}">
        <p14:creationId xmlns:p14="http://schemas.microsoft.com/office/powerpoint/2010/main" val="28883359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38F5-E529-49B9-E7C8-49AC4640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B4D2-62A9-1B5F-8A7E-09366854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Human Evaluation Approaches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F7B7D-47B7-0514-7C8E-D12B0CA18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Direct Assessment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Human judges rate outputs on specific dimensions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Common dimensions: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Helpfulness: Utility of response for stated need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Harmlessness: Avoidance of toxic/harmful content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Honesty: Factual accuracy and appropriate uncertainty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Relevance: Appropriateness to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Typically uses Likert scales (1-5 or 1-7)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Comparative Evaluation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A/B testing between model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Pairwise preferences more reliable than absolute ratings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Methods: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Best-of-n selection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Elo/Bradley-Terry ranking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Relative quality assessments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Expert Evaluation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Domain specialists assess outputs in their field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Critical for specialized domains: medicine, law, science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Evaluate factual correctness and domain appropriateness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</a:t>
            </a:r>
            <a:r>
              <a:rPr lang="en-US" dirty="0" err="1"/>
              <a:t>MedQA</a:t>
            </a:r>
            <a:r>
              <a:rPr lang="en-US" dirty="0"/>
              <a:t>, </a:t>
            </a:r>
            <a:r>
              <a:rPr lang="en-US" dirty="0" err="1"/>
              <a:t>LegalBench</a:t>
            </a:r>
            <a:r>
              <a:rPr lang="en-US" dirty="0"/>
              <a:t> evaluations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Adversarial Testing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Red-teaming: Experts try to elicit problematic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Stress-testing boundaries of model capabilities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Identify failure modes and vulnerabilities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Generates examples for model improvement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6461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54BFB-C957-D485-0E91-3D3DD22C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BA442-A651-CD84-ED67-9DF35213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Metrics for Different Tasks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91FFB-5239-79A5-8DE2-4D0F23849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Text Generation Metrics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BLEU: n-gram precision between generated and reference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ROUGE: Recall-oriented metric for summarization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METEOR: Handles synonyms, stemming, and word 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BERTScore</a:t>
            </a:r>
            <a:r>
              <a:rPr lang="en-US" dirty="0"/>
              <a:t>: Semantic similarity using contextual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Performance Metrics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Perplexity: Exponentiated average negative log-likelihood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Lower is better; measures prediction quality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Formula: exp(-1/N * </a:t>
            </a:r>
            <a:r>
              <a:rPr lang="el-GR" dirty="0"/>
              <a:t>Σ </a:t>
            </a:r>
            <a:r>
              <a:rPr lang="en-US" dirty="0"/>
              <a:t>log P(xᵢ|x₁...xᵢ₋₁))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Cross-entropy loss: Average negative log-likelihood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Accuracy: Proportion of correct predictions (for classification)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F1 Score: Harmonic mean of precision and 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Task-Specific Metrics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Question Answering: Exact Match (EM), F1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Translation: BLEU, </a:t>
            </a:r>
            <a:r>
              <a:rPr lang="en-US" dirty="0" err="1"/>
              <a:t>chrF</a:t>
            </a:r>
            <a:r>
              <a:rPr lang="en-US" dirty="0"/>
              <a:t>, COMET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Summarization: ROUGE-L, </a:t>
            </a:r>
            <a:r>
              <a:rPr lang="en-US" dirty="0" err="1"/>
              <a:t>BERTScore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Dialogue: Human-likeness, consistency,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Efficiency Metrics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Inference speed (tokens/second)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Memory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Training compute (FLOPs)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Parameter count vs. performance trade-offs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908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79C80-A245-DD7A-BAA5-F30B171E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093D-368C-0A07-9C2B-80F33D83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Beyond Accuracy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6A83C-505E-F8FB-4A24-E0E1F05F9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6007"/>
            <a:ext cx="5141259" cy="4991039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Safety Evaluation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Dimensions: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Harmful content generation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Privacy violations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Fairness and bias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Manipulation and persuasion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Frameworks: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ToxiGen</a:t>
            </a:r>
            <a:r>
              <a:rPr lang="en-US" dirty="0"/>
              <a:t>: Test for toxic language generation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HONEST: Evaluate for harmful, offensive content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RealToxicityPrompts</a:t>
            </a:r>
            <a:r>
              <a:rPr lang="en-US" dirty="0"/>
              <a:t>: Real-world toxic prompts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Anthropic's</a:t>
            </a:r>
            <a:r>
              <a:rPr lang="en-US" dirty="0"/>
              <a:t> Responsible Scaling Policy evaluations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Bias and Fairness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Representation bias: Stereotypical associations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Allocation bias: Unequal treatment of different groups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Quality disparity: Performance varies across demographics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Datasets: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BOLD: Bias in Open-ended Language Generation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 err="1"/>
              <a:t>WinoBias</a:t>
            </a:r>
            <a:r>
              <a:rPr lang="en-US" dirty="0"/>
              <a:t>: Gender bias in coreference resolution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BBQ: Bias benchmark for question answering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EA4BC8-586E-370A-170A-D25D6D75163E}"/>
              </a:ext>
            </a:extLst>
          </p:cNvPr>
          <p:cNvSpPr txBox="1">
            <a:spLocks/>
          </p:cNvSpPr>
          <p:nvPr/>
        </p:nvSpPr>
        <p:spPr>
          <a:xfrm>
            <a:off x="6212541" y="1717685"/>
            <a:ext cx="5141259" cy="49910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Truthfulness Assessment</a:t>
            </a:r>
            <a:r>
              <a:rPr lang="en-US" dirty="0"/>
              <a:t> </a:t>
            </a:r>
          </a:p>
          <a:p>
            <a:pPr marL="742950" lvl="1" indent="-285750"/>
            <a:r>
              <a:rPr lang="en-US" dirty="0"/>
              <a:t>Factual consistency: Agreement with known facts</a:t>
            </a:r>
          </a:p>
          <a:p>
            <a:pPr marL="742950" lvl="1" indent="-285750"/>
            <a:r>
              <a:rPr lang="en-US" dirty="0"/>
              <a:t>Hallucination detection: Identifying unsupported claims</a:t>
            </a:r>
          </a:p>
          <a:p>
            <a:pPr marL="742950" lvl="1" indent="-285750"/>
            <a:r>
              <a:rPr lang="en-US" dirty="0"/>
              <a:t>Frameworks: </a:t>
            </a:r>
          </a:p>
          <a:p>
            <a:pPr lvl="2"/>
            <a:r>
              <a:rPr lang="en-US" dirty="0"/>
              <a:t>TRUE: Tracking Factuality in Generating</a:t>
            </a:r>
          </a:p>
          <a:p>
            <a:pPr lvl="2"/>
            <a:r>
              <a:rPr lang="en-US" dirty="0" err="1"/>
              <a:t>FActScore</a:t>
            </a:r>
            <a:r>
              <a:rPr lang="en-US" dirty="0"/>
              <a:t>: Fact-level output verification</a:t>
            </a:r>
          </a:p>
          <a:p>
            <a:pPr lvl="2"/>
            <a:r>
              <a:rPr lang="en-US" dirty="0"/>
              <a:t>FELM: Factually Enhanced Language Models</a:t>
            </a:r>
          </a:p>
          <a:p>
            <a:r>
              <a:rPr lang="en-US" b="1" dirty="0"/>
              <a:t>Interpretability &amp; Transparency</a:t>
            </a:r>
            <a:r>
              <a:rPr lang="en-US" dirty="0"/>
              <a:t> </a:t>
            </a:r>
          </a:p>
          <a:p>
            <a:pPr marL="742950" lvl="1" indent="-285750"/>
            <a:r>
              <a:rPr lang="en-US" dirty="0"/>
              <a:t>Attribution: Identify sources of generated content</a:t>
            </a:r>
          </a:p>
          <a:p>
            <a:pPr marL="742950" lvl="1" indent="-285750"/>
            <a:r>
              <a:rPr lang="en-US" dirty="0"/>
              <a:t>Confidence: Appropriate uncertainty in responses</a:t>
            </a:r>
          </a:p>
          <a:p>
            <a:pPr marL="742950" lvl="1" indent="-285750"/>
            <a:r>
              <a:rPr lang="en-US" dirty="0"/>
              <a:t>Explainability: Justification for model decisions</a:t>
            </a:r>
          </a:p>
          <a:p>
            <a:pPr marL="742950" lvl="1" indent="-285750"/>
            <a:r>
              <a:rPr lang="en-US" dirty="0"/>
              <a:t>Metrics: calibration error, explanation quality ratings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132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2188-1523-DDEE-BD1E-B2CA3EA4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Holistic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412C-C518-CFE8-E478-7ED8BC5B6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Capability Taxonomies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EleutherAI</a:t>
            </a:r>
            <a:r>
              <a:rPr lang="en-US" dirty="0"/>
              <a:t> Language Model Evaluation Harness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Categorizes tasks by capability: reasoning, knowledge, etc.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Provides standardized suite across different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Hugging Face Open LLM Leaderboard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Aggregates performance across multiple benchmarks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Enables comparison between open and closed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Multidimensional Assessment Frameworks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Anthropic's</a:t>
            </a:r>
            <a:r>
              <a:rPr lang="en-US" dirty="0"/>
              <a:t> Responsible Scaling Policy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Evaluates across harmful capabilities and societal risks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Combines automated and human evaluation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HELM (Holistic Evaluation of Language Models)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Stanford's framework for comprehensive evaluation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Measures across accuracy, calibration, robustness, fairness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Standardized prompting and evaluation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Evaluation Limitations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Benchmark saturation: Models approach ceiling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Benchmark gaming: Models trained on evaluation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Representation gaps: Missing real-world scenarios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Moving targets: Evaluation criteria evolve with capabilities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9698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DA6C-189A-8565-22D8-D927479D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B803-9124-0D8C-0A1A-61CFD0B1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Practical Evaluation Approaches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D3883-2BB9-D68A-3C11-A7E630CF1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Automated Evaluation Pipelines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Continuous testing during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Regression testing across model versions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 suites covering diverse capabilities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Red-teaming automation for safety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Meta-Evaluation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Evaluating the evaluation methods themselves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Correlation between automatic metrics and human judgment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Reliability and validity of benchmark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Reproducibility of evaluation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Evaluation for Specific Use Cases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Domain-specific testing (medical, legal, educational)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Task-targeted evaluation for deployment contexts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experience studies for application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A/B testing in production environments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Emerging Evaluation Techniques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LLM-as-judge: Using capable models to evaluate others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Self-consistency evaluation: Internal coherence across responses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Chain-of-thought evaluation: Assessing reasoning processes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Dynamic benchmarks: </a:t>
            </a:r>
            <a:r>
              <a:rPr lang="en-US" dirty="0" err="1"/>
              <a:t>Adversarially</a:t>
            </a:r>
            <a:r>
              <a:rPr lang="en-US" dirty="0"/>
              <a:t> updated to resist gaming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4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8325</TotalTime>
  <Words>8830</Words>
  <Application>Microsoft Office PowerPoint</Application>
  <PresentationFormat>Widescreen</PresentationFormat>
  <Paragraphs>1173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7" baseType="lpstr">
      <vt:lpstr>Aptos</vt:lpstr>
      <vt:lpstr>Arial</vt:lpstr>
      <vt:lpstr>Calibri</vt:lpstr>
      <vt:lpstr>Calibri (Body)</vt:lpstr>
      <vt:lpstr>Calibri Light</vt:lpstr>
      <vt:lpstr>Consolas</vt:lpstr>
      <vt:lpstr>Courier New</vt:lpstr>
      <vt:lpstr>Office Theme</vt:lpstr>
      <vt:lpstr>307307 Part 2 – Introduction to Large Language Models</vt:lpstr>
      <vt:lpstr>Introduction to Neural Networks</vt:lpstr>
      <vt:lpstr>Objectives</vt:lpstr>
      <vt:lpstr>Biological Neuron</vt:lpstr>
      <vt:lpstr>The Perceptron: Building Block of Neural Networks</vt:lpstr>
      <vt:lpstr>The Perceptron</vt:lpstr>
      <vt:lpstr>How a Perceptron Works</vt:lpstr>
      <vt:lpstr>Perceptron Activation Function</vt:lpstr>
      <vt:lpstr>Perceptron Learning Rule</vt:lpstr>
      <vt:lpstr>Step-by-Step Hand Calculation for AND Gate</vt:lpstr>
      <vt:lpstr>Step-by-Step Hand Calculation for AND Gate</vt:lpstr>
      <vt:lpstr>Step-by-Step Hand Calculation for AND Gate</vt:lpstr>
      <vt:lpstr>Second Iteration</vt:lpstr>
      <vt:lpstr>Python Implementation Perceptron from Scratch</vt:lpstr>
      <vt:lpstr>We can use Python and Sklearn to implement the steps above quickly</vt:lpstr>
      <vt:lpstr>Decision Boundary</vt:lpstr>
      <vt:lpstr>Limitations of Simple Perceptron</vt:lpstr>
      <vt:lpstr>Introduction to Neural Networks</vt:lpstr>
      <vt:lpstr>What is a Neural Network?</vt:lpstr>
      <vt:lpstr>Inspiration from the Human Brain</vt:lpstr>
      <vt:lpstr>Structure of a Neural Network</vt:lpstr>
      <vt:lpstr>How Neural Networks Learn</vt:lpstr>
      <vt:lpstr>Types of Neural Networks</vt:lpstr>
      <vt:lpstr>Applications of Neural Networks</vt:lpstr>
      <vt:lpstr>Challenges &amp; Limitations</vt:lpstr>
      <vt:lpstr>Future of Neural Networks</vt:lpstr>
      <vt:lpstr>How Does Neural Networks Work?</vt:lpstr>
      <vt:lpstr>Neural Networks Intuition</vt:lpstr>
      <vt:lpstr>How can a neural network find the value of a?</vt:lpstr>
      <vt:lpstr>Calculate the Error</vt:lpstr>
      <vt:lpstr> Minimize Error </vt:lpstr>
      <vt:lpstr>The Derivates Method إيجاد الحل باستخدام الاشتقاق أو معدل تغير الاقتران عند قيمة (x) معينة </vt:lpstr>
      <vt:lpstr>The Derivates Method</vt:lpstr>
      <vt:lpstr>The Derivates Method</vt:lpstr>
      <vt:lpstr>The Derivates Method</vt:lpstr>
      <vt:lpstr>The Derivates Method</vt:lpstr>
      <vt:lpstr>Code Examples</vt:lpstr>
      <vt:lpstr>Example 1: A Simple "Neuron" in Python</vt:lpstr>
      <vt:lpstr>Example 2: The Perceptron Similar to the previous example only with a step function</vt:lpstr>
      <vt:lpstr>A Simple Neural Network (No Libraries)</vt:lpstr>
      <vt:lpstr>Building a Neural Network using TensorFlow/Keras</vt:lpstr>
      <vt:lpstr>Introduction to Word Embeddings</vt:lpstr>
      <vt:lpstr>Introduction to Word Embeddings</vt:lpstr>
      <vt:lpstr>The Evolution of Word Representations</vt:lpstr>
      <vt:lpstr>The Evolution of Word Representations</vt:lpstr>
      <vt:lpstr>Word Similarities</vt:lpstr>
      <vt:lpstr>Word2Vec (Mikolov et al., 2013)</vt:lpstr>
      <vt:lpstr>Real Embeddings</vt:lpstr>
      <vt:lpstr>PowerPoint Presentation</vt:lpstr>
      <vt:lpstr>Practical Implementation: Word2Vec in Python</vt:lpstr>
      <vt:lpstr>Practical Implementation: GloVe in Python</vt:lpstr>
      <vt:lpstr>Practical Implementation: BERT in Python</vt:lpstr>
      <vt:lpstr>What is a Large Language Model?</vt:lpstr>
      <vt:lpstr>Evolution of Large Language Models</vt:lpstr>
      <vt:lpstr>Introduction to HuggingFace</vt:lpstr>
      <vt:lpstr>Introduction to LLM Agents</vt:lpstr>
      <vt:lpstr>LLM Agents</vt:lpstr>
      <vt:lpstr>Core LLM Concepts</vt:lpstr>
      <vt:lpstr>Encoder vs. Decoder Architectures</vt:lpstr>
      <vt:lpstr>Self-Attention Mechanisms</vt:lpstr>
      <vt:lpstr>Positional Encoding</vt:lpstr>
      <vt:lpstr>Tokenization Strategies</vt:lpstr>
      <vt:lpstr>Transfer Learning and Fine-tuning</vt:lpstr>
      <vt:lpstr>Additional Key Concepts</vt:lpstr>
      <vt:lpstr>Model Architecture Components</vt:lpstr>
      <vt:lpstr>Training Methodologies</vt:lpstr>
      <vt:lpstr>Pre-training Objectives</vt:lpstr>
      <vt:lpstr>Scaling Laws</vt:lpstr>
      <vt:lpstr>Alignment Techniques</vt:lpstr>
      <vt:lpstr>Emergent Abilities with Scale</vt:lpstr>
      <vt:lpstr>Training Infrastructure</vt:lpstr>
      <vt:lpstr>Advanced Training Approaches</vt:lpstr>
      <vt:lpstr>Evaluation Frameworks</vt:lpstr>
      <vt:lpstr>Benchmark Datasets</vt:lpstr>
      <vt:lpstr>Human Evaluation Approaches</vt:lpstr>
      <vt:lpstr>Metrics for Different Tasks</vt:lpstr>
      <vt:lpstr>Evaluation Beyond Accuracy</vt:lpstr>
      <vt:lpstr>Holistic Evaluation</vt:lpstr>
      <vt:lpstr>Practical Evaluation Approaches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1255</cp:revision>
  <dcterms:created xsi:type="dcterms:W3CDTF">2023-03-26T11:17:23Z</dcterms:created>
  <dcterms:modified xsi:type="dcterms:W3CDTF">2025-04-17T05:00:47Z</dcterms:modified>
</cp:coreProperties>
</file>