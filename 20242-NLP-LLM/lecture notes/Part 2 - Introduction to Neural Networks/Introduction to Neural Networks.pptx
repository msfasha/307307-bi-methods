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455" r:id="rId2"/>
    <p:sldId id="472" r:id="rId3"/>
    <p:sldId id="473" r:id="rId4"/>
    <p:sldId id="474" r:id="rId5"/>
    <p:sldId id="475" r:id="rId6"/>
    <p:sldId id="476" r:id="rId7"/>
    <p:sldId id="479" r:id="rId8"/>
    <p:sldId id="480" r:id="rId9"/>
    <p:sldId id="481" r:id="rId10"/>
    <p:sldId id="489" r:id="rId11"/>
    <p:sldId id="487" r:id="rId12"/>
    <p:sldId id="488" r:id="rId13"/>
    <p:sldId id="495" r:id="rId14"/>
    <p:sldId id="491" r:id="rId15"/>
    <p:sldId id="492" r:id="rId16"/>
    <p:sldId id="493" r:id="rId17"/>
    <p:sldId id="494" r:id="rId18"/>
    <p:sldId id="496" r:id="rId19"/>
    <p:sldId id="499" r:id="rId20"/>
    <p:sldId id="497" r:id="rId21"/>
    <p:sldId id="498" r:id="rId22"/>
    <p:sldId id="490" r:id="rId23"/>
    <p:sldId id="482" r:id="rId24"/>
    <p:sldId id="486" r:id="rId25"/>
    <p:sldId id="483" r:id="rId26"/>
    <p:sldId id="4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6A92A6-FC46-466F-A1EC-286E38E3120A}" v="62" dt="2025-03-18T02:48:22.800"/>
    <p1510:client id="{2C25E341-0FCC-4116-A4EC-A8A9B23099C6}" v="22" dt="2025-03-18T05:43:22.814"/>
    <p1510:client id="{62069D60-D12A-7A57-A3B1-F34941615567}" v="112" dt="2025-03-17T14:17:29.3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55" d="100"/>
          <a:sy n="155" d="100"/>
        </p:scale>
        <p:origin x="51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4C71ED24-115E-432D-933D-C801DA3E52F1}"/>
    <pc:docChg chg="delSld">
      <pc:chgData name="Mohammed Fasha" userId="cc64f42d-a1a6-4f08-b97b-0c37f877119f" providerId="ADAL" clId="{4C71ED24-115E-432D-933D-C801DA3E52F1}" dt="2024-12-29T03:12:49.974" v="2" actId="47"/>
      <pc:docMkLst>
        <pc:docMk/>
      </pc:docMkLst>
      <pc:sldChg chg="del">
        <pc:chgData name="Mohammed Fasha" userId="cc64f42d-a1a6-4f08-b97b-0c37f877119f" providerId="ADAL" clId="{4C71ED24-115E-432D-933D-C801DA3E52F1}" dt="2024-12-29T03:12:48.360" v="0" actId="47"/>
        <pc:sldMkLst>
          <pc:docMk/>
          <pc:sldMk cId="2341000601" sldId="701"/>
        </pc:sldMkLst>
      </pc:sldChg>
      <pc:sldChg chg="del">
        <pc:chgData name="Mohammed Fasha" userId="cc64f42d-a1a6-4f08-b97b-0c37f877119f" providerId="ADAL" clId="{4C71ED24-115E-432D-933D-C801DA3E52F1}" dt="2024-12-29T03:12:49.133" v="1" actId="47"/>
        <pc:sldMkLst>
          <pc:docMk/>
          <pc:sldMk cId="3519698944" sldId="702"/>
        </pc:sldMkLst>
      </pc:sldChg>
      <pc:sldChg chg="del">
        <pc:chgData name="Mohammed Fasha" userId="cc64f42d-a1a6-4f08-b97b-0c37f877119f" providerId="ADAL" clId="{4C71ED24-115E-432D-933D-C801DA3E52F1}" dt="2024-12-29T03:12:49.974" v="2" actId="47"/>
        <pc:sldMkLst>
          <pc:docMk/>
          <pc:sldMk cId="3934257344" sldId="703"/>
        </pc:sldMkLst>
      </pc:sldChg>
    </pc:docChg>
  </pc:docChgLst>
  <pc:docChgLst>
    <pc:chgData name="Mohammed Fasha" userId="S::mohammed.fasha@uop.edu.jo::cc64f42d-a1a6-4f08-b97b-0c37f877119f" providerId="AD" clId="Web-{66E75AB1-FCE8-0FCD-8995-E220AF9681CC}"/>
    <pc:docChg chg="addSld delSld modSld sldOrd">
      <pc:chgData name="Mohammed Fasha" userId="S::mohammed.fasha@uop.edu.jo::cc64f42d-a1a6-4f08-b97b-0c37f877119f" providerId="AD" clId="Web-{66E75AB1-FCE8-0FCD-8995-E220AF9681CC}" dt="2025-03-15T07:27:28.077" v="349" actId="1076"/>
      <pc:docMkLst>
        <pc:docMk/>
      </pc:docMkLst>
      <pc:sldChg chg="del">
        <pc:chgData name="Mohammed Fasha" userId="S::mohammed.fasha@uop.edu.jo::cc64f42d-a1a6-4f08-b97b-0c37f877119f" providerId="AD" clId="Web-{66E75AB1-FCE8-0FCD-8995-E220AF9681CC}" dt="2025-03-15T06:52:43.111" v="52"/>
        <pc:sldMkLst>
          <pc:docMk/>
          <pc:sldMk cId="89912501" sldId="274"/>
        </pc:sldMkLst>
      </pc:sldChg>
      <pc:sldChg chg="del">
        <pc:chgData name="Mohammed Fasha" userId="S::mohammed.fasha@uop.edu.jo::cc64f42d-a1a6-4f08-b97b-0c37f877119f" providerId="AD" clId="Web-{66E75AB1-FCE8-0FCD-8995-E220AF9681CC}" dt="2025-03-15T06:52:43.236" v="108"/>
        <pc:sldMkLst>
          <pc:docMk/>
          <pc:sldMk cId="1847087325" sldId="283"/>
        </pc:sldMkLst>
      </pc:sldChg>
      <pc:sldChg chg="del">
        <pc:chgData name="Mohammed Fasha" userId="S::mohammed.fasha@uop.edu.jo::cc64f42d-a1a6-4f08-b97b-0c37f877119f" providerId="AD" clId="Web-{66E75AB1-FCE8-0FCD-8995-E220AF9681CC}" dt="2025-03-15T06:52:43.236" v="107"/>
        <pc:sldMkLst>
          <pc:docMk/>
          <pc:sldMk cId="771290671" sldId="284"/>
        </pc:sldMkLst>
      </pc:sldChg>
      <pc:sldChg chg="del">
        <pc:chgData name="Mohammed Fasha" userId="S::mohammed.fasha@uop.edu.jo::cc64f42d-a1a6-4f08-b97b-0c37f877119f" providerId="AD" clId="Web-{66E75AB1-FCE8-0FCD-8995-E220AF9681CC}" dt="2025-03-15T06:52:43.096" v="42"/>
        <pc:sldMkLst>
          <pc:docMk/>
          <pc:sldMk cId="1234327519" sldId="287"/>
        </pc:sldMkLst>
      </pc:sldChg>
      <pc:sldChg chg="del">
        <pc:chgData name="Mohammed Fasha" userId="S::mohammed.fasha@uop.edu.jo::cc64f42d-a1a6-4f08-b97b-0c37f877119f" providerId="AD" clId="Web-{66E75AB1-FCE8-0FCD-8995-E220AF9681CC}" dt="2025-03-15T06:52:43.096" v="40"/>
        <pc:sldMkLst>
          <pc:docMk/>
          <pc:sldMk cId="3304405524" sldId="292"/>
        </pc:sldMkLst>
      </pc:sldChg>
      <pc:sldChg chg="del">
        <pc:chgData name="Mohammed Fasha" userId="S::mohammed.fasha@uop.edu.jo::cc64f42d-a1a6-4f08-b97b-0c37f877119f" providerId="AD" clId="Web-{66E75AB1-FCE8-0FCD-8995-E220AF9681CC}" dt="2025-03-15T06:52:43.096" v="39"/>
        <pc:sldMkLst>
          <pc:docMk/>
          <pc:sldMk cId="1217643332" sldId="294"/>
        </pc:sldMkLst>
      </pc:sldChg>
      <pc:sldChg chg="del">
        <pc:chgData name="Mohammed Fasha" userId="S::mohammed.fasha@uop.edu.jo::cc64f42d-a1a6-4f08-b97b-0c37f877119f" providerId="AD" clId="Web-{66E75AB1-FCE8-0FCD-8995-E220AF9681CC}" dt="2025-03-15T06:52:43.096" v="38"/>
        <pc:sldMkLst>
          <pc:docMk/>
          <pc:sldMk cId="3526654973" sldId="295"/>
        </pc:sldMkLst>
      </pc:sldChg>
      <pc:sldChg chg="del">
        <pc:chgData name="Mohammed Fasha" userId="S::mohammed.fasha@uop.edu.jo::cc64f42d-a1a6-4f08-b97b-0c37f877119f" providerId="AD" clId="Web-{66E75AB1-FCE8-0FCD-8995-E220AF9681CC}" dt="2025-03-15T06:52:43.205" v="72"/>
        <pc:sldMkLst>
          <pc:docMk/>
          <pc:sldMk cId="1376231676" sldId="300"/>
        </pc:sldMkLst>
      </pc:sldChg>
      <pc:sldChg chg="del">
        <pc:chgData name="Mohammed Fasha" userId="S::mohammed.fasha@uop.edu.jo::cc64f42d-a1a6-4f08-b97b-0c37f877119f" providerId="AD" clId="Web-{66E75AB1-FCE8-0FCD-8995-E220AF9681CC}" dt="2025-03-15T06:52:43.205" v="71"/>
        <pc:sldMkLst>
          <pc:docMk/>
          <pc:sldMk cId="0" sldId="301"/>
        </pc:sldMkLst>
      </pc:sldChg>
      <pc:sldChg chg="del">
        <pc:chgData name="Mohammed Fasha" userId="S::mohammed.fasha@uop.edu.jo::cc64f42d-a1a6-4f08-b97b-0c37f877119f" providerId="AD" clId="Web-{66E75AB1-FCE8-0FCD-8995-E220AF9681CC}" dt="2025-03-15T06:52:43.205" v="69"/>
        <pc:sldMkLst>
          <pc:docMk/>
          <pc:sldMk cId="156663359" sldId="304"/>
        </pc:sldMkLst>
      </pc:sldChg>
      <pc:sldChg chg="del">
        <pc:chgData name="Mohammed Fasha" userId="S::mohammed.fasha@uop.edu.jo::cc64f42d-a1a6-4f08-b97b-0c37f877119f" providerId="AD" clId="Web-{66E75AB1-FCE8-0FCD-8995-E220AF9681CC}" dt="2025-03-15T06:52:43.190" v="61"/>
        <pc:sldMkLst>
          <pc:docMk/>
          <pc:sldMk cId="0" sldId="314"/>
        </pc:sldMkLst>
      </pc:sldChg>
      <pc:sldChg chg="del">
        <pc:chgData name="Mohammed Fasha" userId="S::mohammed.fasha@uop.edu.jo::cc64f42d-a1a6-4f08-b97b-0c37f877119f" providerId="AD" clId="Web-{66E75AB1-FCE8-0FCD-8995-E220AF9681CC}" dt="2025-03-15T06:52:43.221" v="86"/>
        <pc:sldMkLst>
          <pc:docMk/>
          <pc:sldMk cId="2362708721" sldId="321"/>
        </pc:sldMkLst>
      </pc:sldChg>
      <pc:sldChg chg="del">
        <pc:chgData name="Mohammed Fasha" userId="S::mohammed.fasha@uop.edu.jo::cc64f42d-a1a6-4f08-b97b-0c37f877119f" providerId="AD" clId="Web-{66E75AB1-FCE8-0FCD-8995-E220AF9681CC}" dt="2025-03-15T06:52:43.221" v="87"/>
        <pc:sldMkLst>
          <pc:docMk/>
          <pc:sldMk cId="1477953107" sldId="324"/>
        </pc:sldMkLst>
      </pc:sldChg>
      <pc:sldChg chg="del">
        <pc:chgData name="Mohammed Fasha" userId="S::mohammed.fasha@uop.edu.jo::cc64f42d-a1a6-4f08-b97b-0c37f877119f" providerId="AD" clId="Web-{66E75AB1-FCE8-0FCD-8995-E220AF9681CC}" dt="2025-03-15T06:52:43.111" v="55"/>
        <pc:sldMkLst>
          <pc:docMk/>
          <pc:sldMk cId="1624740157" sldId="346"/>
        </pc:sldMkLst>
      </pc:sldChg>
      <pc:sldChg chg="del">
        <pc:chgData name="Mohammed Fasha" userId="S::mohammed.fasha@uop.edu.jo::cc64f42d-a1a6-4f08-b97b-0c37f877119f" providerId="AD" clId="Web-{66E75AB1-FCE8-0FCD-8995-E220AF9681CC}" dt="2025-03-15T06:52:43.111" v="60"/>
        <pc:sldMkLst>
          <pc:docMk/>
          <pc:sldMk cId="1093295885" sldId="365"/>
        </pc:sldMkLst>
      </pc:sldChg>
      <pc:sldChg chg="del">
        <pc:chgData name="Mohammed Fasha" userId="S::mohammed.fasha@uop.edu.jo::cc64f42d-a1a6-4f08-b97b-0c37f877119f" providerId="AD" clId="Web-{66E75AB1-FCE8-0FCD-8995-E220AF9681CC}" dt="2025-03-15T06:52:43.205" v="74"/>
        <pc:sldMkLst>
          <pc:docMk/>
          <pc:sldMk cId="3638528156" sldId="366"/>
        </pc:sldMkLst>
      </pc:sldChg>
      <pc:sldChg chg="del">
        <pc:chgData name="Mohammed Fasha" userId="S::mohammed.fasha@uop.edu.jo::cc64f42d-a1a6-4f08-b97b-0c37f877119f" providerId="AD" clId="Web-{66E75AB1-FCE8-0FCD-8995-E220AF9681CC}" dt="2025-03-15T06:52:43.221" v="80"/>
        <pc:sldMkLst>
          <pc:docMk/>
          <pc:sldMk cId="2714000580" sldId="367"/>
        </pc:sldMkLst>
      </pc:sldChg>
      <pc:sldChg chg="del">
        <pc:chgData name="Mohammed Fasha" userId="S::mohammed.fasha@uop.edu.jo::cc64f42d-a1a6-4f08-b97b-0c37f877119f" providerId="AD" clId="Web-{66E75AB1-FCE8-0FCD-8995-E220AF9681CC}" dt="2025-03-15T06:52:43.221" v="90"/>
        <pc:sldMkLst>
          <pc:docMk/>
          <pc:sldMk cId="4103125789" sldId="368"/>
        </pc:sldMkLst>
      </pc:sldChg>
      <pc:sldChg chg="del">
        <pc:chgData name="Mohammed Fasha" userId="S::mohammed.fasha@uop.edu.jo::cc64f42d-a1a6-4f08-b97b-0c37f877119f" providerId="AD" clId="Web-{66E75AB1-FCE8-0FCD-8995-E220AF9681CC}" dt="2025-03-15T06:52:43.096" v="47"/>
        <pc:sldMkLst>
          <pc:docMk/>
          <pc:sldMk cId="3243173744" sldId="369"/>
        </pc:sldMkLst>
      </pc:sldChg>
      <pc:sldChg chg="del">
        <pc:chgData name="Mohammed Fasha" userId="S::mohammed.fasha@uop.edu.jo::cc64f42d-a1a6-4f08-b97b-0c37f877119f" providerId="AD" clId="Web-{66E75AB1-FCE8-0FCD-8995-E220AF9681CC}" dt="2025-03-15T06:52:43.221" v="89"/>
        <pc:sldMkLst>
          <pc:docMk/>
          <pc:sldMk cId="533099717" sldId="370"/>
        </pc:sldMkLst>
      </pc:sldChg>
      <pc:sldChg chg="del">
        <pc:chgData name="Mohammed Fasha" userId="S::mohammed.fasha@uop.edu.jo::cc64f42d-a1a6-4f08-b97b-0c37f877119f" providerId="AD" clId="Web-{66E75AB1-FCE8-0FCD-8995-E220AF9681CC}" dt="2025-03-15T06:52:43.190" v="65"/>
        <pc:sldMkLst>
          <pc:docMk/>
          <pc:sldMk cId="403304745" sldId="371"/>
        </pc:sldMkLst>
      </pc:sldChg>
      <pc:sldChg chg="del">
        <pc:chgData name="Mohammed Fasha" userId="S::mohammed.fasha@uop.edu.jo::cc64f42d-a1a6-4f08-b97b-0c37f877119f" providerId="AD" clId="Web-{66E75AB1-FCE8-0FCD-8995-E220AF9681CC}" dt="2025-03-15T06:52:43.221" v="85"/>
        <pc:sldMkLst>
          <pc:docMk/>
          <pc:sldMk cId="1274929313" sldId="372"/>
        </pc:sldMkLst>
      </pc:sldChg>
      <pc:sldChg chg="del">
        <pc:chgData name="Mohammed Fasha" userId="S::mohammed.fasha@uop.edu.jo::cc64f42d-a1a6-4f08-b97b-0c37f877119f" providerId="AD" clId="Web-{66E75AB1-FCE8-0FCD-8995-E220AF9681CC}" dt="2025-03-15T06:52:43.205" v="70"/>
        <pc:sldMkLst>
          <pc:docMk/>
          <pc:sldMk cId="3412111298" sldId="376"/>
        </pc:sldMkLst>
      </pc:sldChg>
      <pc:sldChg chg="del">
        <pc:chgData name="Mohammed Fasha" userId="S::mohammed.fasha@uop.edu.jo::cc64f42d-a1a6-4f08-b97b-0c37f877119f" providerId="AD" clId="Web-{66E75AB1-FCE8-0FCD-8995-E220AF9681CC}" dt="2025-03-15T06:52:43.221" v="84"/>
        <pc:sldMkLst>
          <pc:docMk/>
          <pc:sldMk cId="3601872685" sldId="382"/>
        </pc:sldMkLst>
      </pc:sldChg>
      <pc:sldChg chg="del">
        <pc:chgData name="Mohammed Fasha" userId="S::mohammed.fasha@uop.edu.jo::cc64f42d-a1a6-4f08-b97b-0c37f877119f" providerId="AD" clId="Web-{66E75AB1-FCE8-0FCD-8995-E220AF9681CC}" dt="2025-03-15T06:52:43.221" v="83"/>
        <pc:sldMkLst>
          <pc:docMk/>
          <pc:sldMk cId="215899539" sldId="384"/>
        </pc:sldMkLst>
      </pc:sldChg>
      <pc:sldChg chg="del">
        <pc:chgData name="Mohammed Fasha" userId="S::mohammed.fasha@uop.edu.jo::cc64f42d-a1a6-4f08-b97b-0c37f877119f" providerId="AD" clId="Web-{66E75AB1-FCE8-0FCD-8995-E220AF9681CC}" dt="2025-03-15T06:52:43.221" v="79"/>
        <pc:sldMkLst>
          <pc:docMk/>
          <pc:sldMk cId="2001631854" sldId="390"/>
        </pc:sldMkLst>
      </pc:sldChg>
      <pc:sldChg chg="del">
        <pc:chgData name="Mohammed Fasha" userId="S::mohammed.fasha@uop.edu.jo::cc64f42d-a1a6-4f08-b97b-0c37f877119f" providerId="AD" clId="Web-{66E75AB1-FCE8-0FCD-8995-E220AF9681CC}" dt="2025-03-15T06:52:43.252" v="114"/>
        <pc:sldMkLst>
          <pc:docMk/>
          <pc:sldMk cId="2976191511" sldId="393"/>
        </pc:sldMkLst>
      </pc:sldChg>
      <pc:sldChg chg="del">
        <pc:chgData name="Mohammed Fasha" userId="S::mohammed.fasha@uop.edu.jo::cc64f42d-a1a6-4f08-b97b-0c37f877119f" providerId="AD" clId="Web-{66E75AB1-FCE8-0FCD-8995-E220AF9681CC}" dt="2025-03-15T06:52:43.205" v="77"/>
        <pc:sldMkLst>
          <pc:docMk/>
          <pc:sldMk cId="3942416368" sldId="394"/>
        </pc:sldMkLst>
      </pc:sldChg>
      <pc:sldChg chg="del">
        <pc:chgData name="Mohammed Fasha" userId="S::mohammed.fasha@uop.edu.jo::cc64f42d-a1a6-4f08-b97b-0c37f877119f" providerId="AD" clId="Web-{66E75AB1-FCE8-0FCD-8995-E220AF9681CC}" dt="2025-03-15T06:52:43.236" v="95"/>
        <pc:sldMkLst>
          <pc:docMk/>
          <pc:sldMk cId="2455239288" sldId="398"/>
        </pc:sldMkLst>
      </pc:sldChg>
      <pc:sldChg chg="del">
        <pc:chgData name="Mohammed Fasha" userId="S::mohammed.fasha@uop.edu.jo::cc64f42d-a1a6-4f08-b97b-0c37f877119f" providerId="AD" clId="Web-{66E75AB1-FCE8-0FCD-8995-E220AF9681CC}" dt="2025-03-15T06:52:43.205" v="76"/>
        <pc:sldMkLst>
          <pc:docMk/>
          <pc:sldMk cId="322630100" sldId="401"/>
        </pc:sldMkLst>
      </pc:sldChg>
      <pc:sldChg chg="del">
        <pc:chgData name="Mohammed Fasha" userId="S::mohammed.fasha@uop.edu.jo::cc64f42d-a1a6-4f08-b97b-0c37f877119f" providerId="AD" clId="Web-{66E75AB1-FCE8-0FCD-8995-E220AF9681CC}" dt="2025-03-15T06:52:43.205" v="73"/>
        <pc:sldMkLst>
          <pc:docMk/>
          <pc:sldMk cId="2446723419" sldId="402"/>
        </pc:sldMkLst>
      </pc:sldChg>
      <pc:sldChg chg="del">
        <pc:chgData name="Mohammed Fasha" userId="S::mohammed.fasha@uop.edu.jo::cc64f42d-a1a6-4f08-b97b-0c37f877119f" providerId="AD" clId="Web-{66E75AB1-FCE8-0FCD-8995-E220AF9681CC}" dt="2025-03-15T06:52:43.205" v="68"/>
        <pc:sldMkLst>
          <pc:docMk/>
          <pc:sldMk cId="2708838154" sldId="405"/>
        </pc:sldMkLst>
      </pc:sldChg>
      <pc:sldChg chg="del">
        <pc:chgData name="Mohammed Fasha" userId="S::mohammed.fasha@uop.edu.jo::cc64f42d-a1a6-4f08-b97b-0c37f877119f" providerId="AD" clId="Web-{66E75AB1-FCE8-0FCD-8995-E220AF9681CC}" dt="2025-03-15T06:52:43.205" v="75"/>
        <pc:sldMkLst>
          <pc:docMk/>
          <pc:sldMk cId="711859222" sldId="406"/>
        </pc:sldMkLst>
      </pc:sldChg>
      <pc:sldChg chg="del">
        <pc:chgData name="Mohammed Fasha" userId="S::mohammed.fasha@uop.edu.jo::cc64f42d-a1a6-4f08-b97b-0c37f877119f" providerId="AD" clId="Web-{66E75AB1-FCE8-0FCD-8995-E220AF9681CC}" dt="2025-03-15T06:52:43.190" v="64"/>
        <pc:sldMkLst>
          <pc:docMk/>
          <pc:sldMk cId="430192280" sldId="409"/>
        </pc:sldMkLst>
      </pc:sldChg>
      <pc:sldChg chg="del">
        <pc:chgData name="Mohammed Fasha" userId="S::mohammed.fasha@uop.edu.jo::cc64f42d-a1a6-4f08-b97b-0c37f877119f" providerId="AD" clId="Web-{66E75AB1-FCE8-0FCD-8995-E220AF9681CC}" dt="2025-03-15T06:52:43.190" v="63"/>
        <pc:sldMkLst>
          <pc:docMk/>
          <pc:sldMk cId="1261728788" sldId="410"/>
        </pc:sldMkLst>
      </pc:sldChg>
      <pc:sldChg chg="del">
        <pc:chgData name="Mohammed Fasha" userId="S::mohammed.fasha@uop.edu.jo::cc64f42d-a1a6-4f08-b97b-0c37f877119f" providerId="AD" clId="Web-{66E75AB1-FCE8-0FCD-8995-E220AF9681CC}" dt="2025-03-15T06:52:43.111" v="59"/>
        <pc:sldMkLst>
          <pc:docMk/>
          <pc:sldMk cId="465427976" sldId="414"/>
        </pc:sldMkLst>
      </pc:sldChg>
      <pc:sldChg chg="del">
        <pc:chgData name="Mohammed Fasha" userId="S::mohammed.fasha@uop.edu.jo::cc64f42d-a1a6-4f08-b97b-0c37f877119f" providerId="AD" clId="Web-{66E75AB1-FCE8-0FCD-8995-E220AF9681CC}" dt="2025-03-15T06:52:43.111" v="56"/>
        <pc:sldMkLst>
          <pc:docMk/>
          <pc:sldMk cId="4222832899" sldId="419"/>
        </pc:sldMkLst>
      </pc:sldChg>
      <pc:sldChg chg="del">
        <pc:chgData name="Mohammed Fasha" userId="S::mohammed.fasha@uop.edu.jo::cc64f42d-a1a6-4f08-b97b-0c37f877119f" providerId="AD" clId="Web-{66E75AB1-FCE8-0FCD-8995-E220AF9681CC}" dt="2025-03-15T06:52:43.111" v="50"/>
        <pc:sldMkLst>
          <pc:docMk/>
          <pc:sldMk cId="3168225218" sldId="422"/>
        </pc:sldMkLst>
      </pc:sldChg>
      <pc:sldChg chg="del">
        <pc:chgData name="Mohammed Fasha" userId="S::mohammed.fasha@uop.edu.jo::cc64f42d-a1a6-4f08-b97b-0c37f877119f" providerId="AD" clId="Web-{66E75AB1-FCE8-0FCD-8995-E220AF9681CC}" dt="2025-03-15T06:52:43.096" v="49"/>
        <pc:sldMkLst>
          <pc:docMk/>
          <pc:sldMk cId="2310344807" sldId="423"/>
        </pc:sldMkLst>
      </pc:sldChg>
      <pc:sldChg chg="del">
        <pc:chgData name="Mohammed Fasha" userId="S::mohammed.fasha@uop.edu.jo::cc64f42d-a1a6-4f08-b97b-0c37f877119f" providerId="AD" clId="Web-{66E75AB1-FCE8-0FCD-8995-E220AF9681CC}" dt="2025-03-15T06:52:43.190" v="62"/>
        <pc:sldMkLst>
          <pc:docMk/>
          <pc:sldMk cId="707737036" sldId="425"/>
        </pc:sldMkLst>
      </pc:sldChg>
      <pc:sldChg chg="del">
        <pc:chgData name="Mohammed Fasha" userId="S::mohammed.fasha@uop.edu.jo::cc64f42d-a1a6-4f08-b97b-0c37f877119f" providerId="AD" clId="Web-{66E75AB1-FCE8-0FCD-8995-E220AF9681CC}" dt="2025-03-15T06:52:43.205" v="66"/>
        <pc:sldMkLst>
          <pc:docMk/>
          <pc:sldMk cId="232656594" sldId="429"/>
        </pc:sldMkLst>
      </pc:sldChg>
      <pc:sldChg chg="del">
        <pc:chgData name="Mohammed Fasha" userId="S::mohammed.fasha@uop.edu.jo::cc64f42d-a1a6-4f08-b97b-0c37f877119f" providerId="AD" clId="Web-{66E75AB1-FCE8-0FCD-8995-E220AF9681CC}" dt="2025-03-15T06:52:43.096" v="44"/>
        <pc:sldMkLst>
          <pc:docMk/>
          <pc:sldMk cId="404333880" sldId="433"/>
        </pc:sldMkLst>
      </pc:sldChg>
      <pc:sldChg chg="del">
        <pc:chgData name="Mohammed Fasha" userId="S::mohammed.fasha@uop.edu.jo::cc64f42d-a1a6-4f08-b97b-0c37f877119f" providerId="AD" clId="Web-{66E75AB1-FCE8-0FCD-8995-E220AF9681CC}" dt="2025-03-15T06:52:43.236" v="103"/>
        <pc:sldMkLst>
          <pc:docMk/>
          <pc:sldMk cId="2523349106" sldId="442"/>
        </pc:sldMkLst>
      </pc:sldChg>
      <pc:sldChg chg="del">
        <pc:chgData name="Mohammed Fasha" userId="S::mohammed.fasha@uop.edu.jo::cc64f42d-a1a6-4f08-b97b-0c37f877119f" providerId="AD" clId="Web-{66E75AB1-FCE8-0FCD-8995-E220AF9681CC}" dt="2025-03-15T06:52:43.236" v="94"/>
        <pc:sldMkLst>
          <pc:docMk/>
          <pc:sldMk cId="2515022167" sldId="443"/>
        </pc:sldMkLst>
      </pc:sldChg>
      <pc:sldChg chg="del">
        <pc:chgData name="Mohammed Fasha" userId="S::mohammed.fasha@uop.edu.jo::cc64f42d-a1a6-4f08-b97b-0c37f877119f" providerId="AD" clId="Web-{66E75AB1-FCE8-0FCD-8995-E220AF9681CC}" dt="2025-03-15T06:52:43.221" v="92"/>
        <pc:sldMkLst>
          <pc:docMk/>
          <pc:sldMk cId="1977389857" sldId="445"/>
        </pc:sldMkLst>
      </pc:sldChg>
      <pc:sldChg chg="del">
        <pc:chgData name="Mohammed Fasha" userId="S::mohammed.fasha@uop.edu.jo::cc64f42d-a1a6-4f08-b97b-0c37f877119f" providerId="AD" clId="Web-{66E75AB1-FCE8-0FCD-8995-E220AF9681CC}" dt="2025-03-15T06:52:43.221" v="91"/>
        <pc:sldMkLst>
          <pc:docMk/>
          <pc:sldMk cId="2140515002" sldId="446"/>
        </pc:sldMkLst>
      </pc:sldChg>
      <pc:sldChg chg="del">
        <pc:chgData name="Mohammed Fasha" userId="S::mohammed.fasha@uop.edu.jo::cc64f42d-a1a6-4f08-b97b-0c37f877119f" providerId="AD" clId="Web-{66E75AB1-FCE8-0FCD-8995-E220AF9681CC}" dt="2025-03-15T06:52:43.252" v="109"/>
        <pc:sldMkLst>
          <pc:docMk/>
          <pc:sldMk cId="1932795151" sldId="448"/>
        </pc:sldMkLst>
      </pc:sldChg>
      <pc:sldChg chg="del">
        <pc:chgData name="Mohammed Fasha" userId="S::mohammed.fasha@uop.edu.jo::cc64f42d-a1a6-4f08-b97b-0c37f877119f" providerId="AD" clId="Web-{66E75AB1-FCE8-0FCD-8995-E220AF9681CC}" dt="2025-03-15T06:52:43.252" v="113"/>
        <pc:sldMkLst>
          <pc:docMk/>
          <pc:sldMk cId="1837964685" sldId="451"/>
        </pc:sldMkLst>
      </pc:sldChg>
      <pc:sldChg chg="del">
        <pc:chgData name="Mohammed Fasha" userId="S::mohammed.fasha@uop.edu.jo::cc64f42d-a1a6-4f08-b97b-0c37f877119f" providerId="AD" clId="Web-{66E75AB1-FCE8-0FCD-8995-E220AF9681CC}" dt="2025-03-15T06:52:43.252" v="112"/>
        <pc:sldMkLst>
          <pc:docMk/>
          <pc:sldMk cId="1229244997" sldId="452"/>
        </pc:sldMkLst>
      </pc:sldChg>
      <pc:sldChg chg="del">
        <pc:chgData name="Mohammed Fasha" userId="S::mohammed.fasha@uop.edu.jo::cc64f42d-a1a6-4f08-b97b-0c37f877119f" providerId="AD" clId="Web-{66E75AB1-FCE8-0FCD-8995-E220AF9681CC}" dt="2025-03-15T06:52:43.252" v="111"/>
        <pc:sldMkLst>
          <pc:docMk/>
          <pc:sldMk cId="1789205401" sldId="453"/>
        </pc:sldMkLst>
      </pc:sldChg>
      <pc:sldChg chg="modSp">
        <pc:chgData name="Mohammed Fasha" userId="S::mohammed.fasha@uop.edu.jo::cc64f42d-a1a6-4f08-b97b-0c37f877119f" providerId="AD" clId="Web-{66E75AB1-FCE8-0FCD-8995-E220AF9681CC}" dt="2025-03-15T06:52:38.939" v="37" actId="20577"/>
        <pc:sldMkLst>
          <pc:docMk/>
          <pc:sldMk cId="1489447582" sldId="455"/>
        </pc:sldMkLst>
        <pc:spChg chg="mod">
          <ac:chgData name="Mohammed Fasha" userId="S::mohammed.fasha@uop.edu.jo::cc64f42d-a1a6-4f08-b97b-0c37f877119f" providerId="AD" clId="Web-{66E75AB1-FCE8-0FCD-8995-E220AF9681CC}" dt="2025-03-15T06:52:38.939" v="37" actId="20577"/>
          <ac:spMkLst>
            <pc:docMk/>
            <pc:sldMk cId="1489447582" sldId="455"/>
            <ac:spMk id="8" creationId="{107CF054-390C-DCFC-C9A6-9E95C859A175}"/>
          </ac:spMkLst>
        </pc:spChg>
      </pc:sldChg>
      <pc:sldChg chg="modSp new">
        <pc:chgData name="Mohammed Fasha" userId="S::mohammed.fasha@uop.edu.jo::cc64f42d-a1a6-4f08-b97b-0c37f877119f" providerId="AD" clId="Web-{66E75AB1-FCE8-0FCD-8995-E220AF9681CC}" dt="2025-03-15T07:01:33.222" v="193" actId="20577"/>
        <pc:sldMkLst>
          <pc:docMk/>
          <pc:sldMk cId="2282942957" sldId="456"/>
        </pc:sldMkLst>
      </pc:sldChg>
      <pc:sldChg chg="addSp delSp modSp add replId addAnim">
        <pc:chgData name="Mohammed Fasha" userId="S::mohammed.fasha@uop.edu.jo::cc64f42d-a1a6-4f08-b97b-0c37f877119f" providerId="AD" clId="Web-{66E75AB1-FCE8-0FCD-8995-E220AF9681CC}" dt="2025-03-15T07:00:17.530" v="170" actId="20577"/>
        <pc:sldMkLst>
          <pc:docMk/>
          <pc:sldMk cId="1674895679" sldId="457"/>
        </pc:sldMkLst>
      </pc:sldChg>
      <pc:sldChg chg="del">
        <pc:chgData name="Mohammed Fasha" userId="S::mohammed.fasha@uop.edu.jo::cc64f42d-a1a6-4f08-b97b-0c37f877119f" providerId="AD" clId="Web-{66E75AB1-FCE8-0FCD-8995-E220AF9681CC}" dt="2025-03-15T06:52:43.236" v="105"/>
        <pc:sldMkLst>
          <pc:docMk/>
          <pc:sldMk cId="2921402285" sldId="457"/>
        </pc:sldMkLst>
      </pc:sldChg>
      <pc:sldChg chg="del">
        <pc:chgData name="Mohammed Fasha" userId="S::mohammed.fasha@uop.edu.jo::cc64f42d-a1a6-4f08-b97b-0c37f877119f" providerId="AD" clId="Web-{66E75AB1-FCE8-0FCD-8995-E220AF9681CC}" dt="2025-03-15T06:52:43.236" v="101"/>
        <pc:sldMkLst>
          <pc:docMk/>
          <pc:sldMk cId="1912979039" sldId="458"/>
        </pc:sldMkLst>
      </pc:sldChg>
      <pc:sldChg chg="addSp modSp add replId addAnim">
        <pc:chgData name="Mohammed Fasha" userId="S::mohammed.fasha@uop.edu.jo::cc64f42d-a1a6-4f08-b97b-0c37f877119f" providerId="AD" clId="Web-{66E75AB1-FCE8-0FCD-8995-E220AF9681CC}" dt="2025-03-15T07:01:24.191" v="192" actId="20577"/>
        <pc:sldMkLst>
          <pc:docMk/>
          <pc:sldMk cId="3292514151" sldId="458"/>
        </pc:sldMkLst>
      </pc:sldChg>
      <pc:sldChg chg="del">
        <pc:chgData name="Mohammed Fasha" userId="S::mohammed.fasha@uop.edu.jo::cc64f42d-a1a6-4f08-b97b-0c37f877119f" providerId="AD" clId="Web-{66E75AB1-FCE8-0FCD-8995-E220AF9681CC}" dt="2025-03-15T06:52:43.236" v="100"/>
        <pc:sldMkLst>
          <pc:docMk/>
          <pc:sldMk cId="484589733" sldId="459"/>
        </pc:sldMkLst>
      </pc:sldChg>
      <pc:sldChg chg="addSp modSp add replId addAnim">
        <pc:chgData name="Mohammed Fasha" userId="S::mohammed.fasha@uop.edu.jo::cc64f42d-a1a6-4f08-b97b-0c37f877119f" providerId="AD" clId="Web-{66E75AB1-FCE8-0FCD-8995-E220AF9681CC}" dt="2025-03-15T07:02:26.163" v="210" actId="1076"/>
        <pc:sldMkLst>
          <pc:docMk/>
          <pc:sldMk cId="3675936543" sldId="459"/>
        </pc:sldMkLst>
      </pc:sldChg>
      <pc:sldChg chg="addSp modSp new ord addAnim">
        <pc:chgData name="Mohammed Fasha" userId="S::mohammed.fasha@uop.edu.jo::cc64f42d-a1a6-4f08-b97b-0c37f877119f" providerId="AD" clId="Web-{66E75AB1-FCE8-0FCD-8995-E220AF9681CC}" dt="2025-03-15T07:04:19.795" v="257"/>
        <pc:sldMkLst>
          <pc:docMk/>
          <pc:sldMk cId="819366188" sldId="460"/>
        </pc:sldMkLst>
      </pc:sldChg>
      <pc:sldChg chg="del">
        <pc:chgData name="Mohammed Fasha" userId="S::mohammed.fasha@uop.edu.jo::cc64f42d-a1a6-4f08-b97b-0c37f877119f" providerId="AD" clId="Web-{66E75AB1-FCE8-0FCD-8995-E220AF9681CC}" dt="2025-03-15T06:52:43.236" v="99"/>
        <pc:sldMkLst>
          <pc:docMk/>
          <pc:sldMk cId="1770736122" sldId="460"/>
        </pc:sldMkLst>
      </pc:sldChg>
      <pc:sldChg chg="modSp new">
        <pc:chgData name="Mohammed Fasha" userId="S::mohammed.fasha@uop.edu.jo::cc64f42d-a1a6-4f08-b97b-0c37f877119f" providerId="AD" clId="Web-{66E75AB1-FCE8-0FCD-8995-E220AF9681CC}" dt="2025-03-15T07:04:38.046" v="266" actId="20577"/>
        <pc:sldMkLst>
          <pc:docMk/>
          <pc:sldMk cId="247418909" sldId="461"/>
        </pc:sldMkLst>
      </pc:sldChg>
      <pc:sldChg chg="addSp delSp modSp new">
        <pc:chgData name="Mohammed Fasha" userId="S::mohammed.fasha@uop.edu.jo::cc64f42d-a1a6-4f08-b97b-0c37f877119f" providerId="AD" clId="Web-{66E75AB1-FCE8-0FCD-8995-E220AF9681CC}" dt="2025-03-15T07:09:35.299" v="331" actId="1076"/>
        <pc:sldMkLst>
          <pc:docMk/>
          <pc:sldMk cId="1157240725" sldId="462"/>
        </pc:sldMkLst>
      </pc:sldChg>
      <pc:sldChg chg="addSp modSp add replId">
        <pc:chgData name="Mohammed Fasha" userId="S::mohammed.fasha@uop.edu.jo::cc64f42d-a1a6-4f08-b97b-0c37f877119f" providerId="AD" clId="Web-{66E75AB1-FCE8-0FCD-8995-E220AF9681CC}" dt="2025-03-15T07:27:28.077" v="349" actId="1076"/>
        <pc:sldMkLst>
          <pc:docMk/>
          <pc:sldMk cId="2617340595" sldId="463"/>
        </pc:sldMkLst>
      </pc:sldChg>
      <pc:sldChg chg="del">
        <pc:chgData name="Mohammed Fasha" userId="S::mohammed.fasha@uop.edu.jo::cc64f42d-a1a6-4f08-b97b-0c37f877119f" providerId="AD" clId="Web-{66E75AB1-FCE8-0FCD-8995-E220AF9681CC}" dt="2025-03-15T06:52:43.236" v="102"/>
        <pc:sldMkLst>
          <pc:docMk/>
          <pc:sldMk cId="2965647848" sldId="463"/>
        </pc:sldMkLst>
      </pc:sldChg>
      <pc:sldChg chg="del">
        <pc:chgData name="Mohammed Fasha" userId="S::mohammed.fasha@uop.edu.jo::cc64f42d-a1a6-4f08-b97b-0c37f877119f" providerId="AD" clId="Web-{66E75AB1-FCE8-0FCD-8995-E220AF9681CC}" dt="2025-03-15T06:52:43.221" v="81"/>
        <pc:sldMkLst>
          <pc:docMk/>
          <pc:sldMk cId="109379533" sldId="464"/>
        </pc:sldMkLst>
      </pc:sldChg>
      <pc:sldChg chg="add replId">
        <pc:chgData name="Mohammed Fasha" userId="S::mohammed.fasha@uop.edu.jo::cc64f42d-a1a6-4f08-b97b-0c37f877119f" providerId="AD" clId="Web-{66E75AB1-FCE8-0FCD-8995-E220AF9681CC}" dt="2025-03-15T07:04:43.015" v="269"/>
        <pc:sldMkLst>
          <pc:docMk/>
          <pc:sldMk cId="2675381745" sldId="464"/>
        </pc:sldMkLst>
      </pc:sldChg>
      <pc:sldChg chg="add replId">
        <pc:chgData name="Mohammed Fasha" userId="S::mohammed.fasha@uop.edu.jo::cc64f42d-a1a6-4f08-b97b-0c37f877119f" providerId="AD" clId="Web-{66E75AB1-FCE8-0FCD-8995-E220AF9681CC}" dt="2025-03-15T07:04:43.140" v="270"/>
        <pc:sldMkLst>
          <pc:docMk/>
          <pc:sldMk cId="4195523681" sldId="465"/>
        </pc:sldMkLst>
      </pc:sldChg>
      <pc:sldChg chg="add replId">
        <pc:chgData name="Mohammed Fasha" userId="S::mohammed.fasha@uop.edu.jo::cc64f42d-a1a6-4f08-b97b-0c37f877119f" providerId="AD" clId="Web-{66E75AB1-FCE8-0FCD-8995-E220AF9681CC}" dt="2025-03-15T07:04:43.484" v="271"/>
        <pc:sldMkLst>
          <pc:docMk/>
          <pc:sldMk cId="4047127300" sldId="466"/>
        </pc:sldMkLst>
      </pc:sldChg>
      <pc:sldChg chg="del">
        <pc:chgData name="Mohammed Fasha" userId="S::mohammed.fasha@uop.edu.jo::cc64f42d-a1a6-4f08-b97b-0c37f877119f" providerId="AD" clId="Web-{66E75AB1-FCE8-0FCD-8995-E220AF9681CC}" dt="2025-03-15T06:52:43.221" v="82"/>
        <pc:sldMkLst>
          <pc:docMk/>
          <pc:sldMk cId="719424402" sldId="467"/>
        </pc:sldMkLst>
      </pc:sldChg>
      <pc:sldChg chg="add replId">
        <pc:chgData name="Mohammed Fasha" userId="S::mohammed.fasha@uop.edu.jo::cc64f42d-a1a6-4f08-b97b-0c37f877119f" providerId="AD" clId="Web-{66E75AB1-FCE8-0FCD-8995-E220AF9681CC}" dt="2025-03-15T07:04:43.609" v="272"/>
        <pc:sldMkLst>
          <pc:docMk/>
          <pc:sldMk cId="3183967706" sldId="467"/>
        </pc:sldMkLst>
      </pc:sldChg>
      <pc:sldChg chg="add replId">
        <pc:chgData name="Mohammed Fasha" userId="S::mohammed.fasha@uop.edu.jo::cc64f42d-a1a6-4f08-b97b-0c37f877119f" providerId="AD" clId="Web-{66E75AB1-FCE8-0FCD-8995-E220AF9681CC}" dt="2025-03-15T07:04:43.953" v="273"/>
        <pc:sldMkLst>
          <pc:docMk/>
          <pc:sldMk cId="3161654258" sldId="468"/>
        </pc:sldMkLst>
      </pc:sldChg>
      <pc:sldChg chg="add replId">
        <pc:chgData name="Mohammed Fasha" userId="S::mohammed.fasha@uop.edu.jo::cc64f42d-a1a6-4f08-b97b-0c37f877119f" providerId="AD" clId="Web-{66E75AB1-FCE8-0FCD-8995-E220AF9681CC}" dt="2025-03-15T07:04:44.078" v="274"/>
        <pc:sldMkLst>
          <pc:docMk/>
          <pc:sldMk cId="2175348861" sldId="469"/>
        </pc:sldMkLst>
      </pc:sldChg>
      <pc:sldChg chg="add replId">
        <pc:chgData name="Mohammed Fasha" userId="S::mohammed.fasha@uop.edu.jo::cc64f42d-a1a6-4f08-b97b-0c37f877119f" providerId="AD" clId="Web-{66E75AB1-FCE8-0FCD-8995-E220AF9681CC}" dt="2025-03-15T07:04:44.281" v="275"/>
        <pc:sldMkLst>
          <pc:docMk/>
          <pc:sldMk cId="2988183144" sldId="470"/>
        </pc:sldMkLst>
      </pc:sldChg>
      <pc:sldChg chg="add replId">
        <pc:chgData name="Mohammed Fasha" userId="S::mohammed.fasha@uop.edu.jo::cc64f42d-a1a6-4f08-b97b-0c37f877119f" providerId="AD" clId="Web-{66E75AB1-FCE8-0FCD-8995-E220AF9681CC}" dt="2025-03-15T07:04:44.421" v="276"/>
        <pc:sldMkLst>
          <pc:docMk/>
          <pc:sldMk cId="1572681964" sldId="471"/>
        </pc:sldMkLst>
      </pc:sldChg>
      <pc:sldChg chg="del">
        <pc:chgData name="Mohammed Fasha" userId="S::mohammed.fasha@uop.edu.jo::cc64f42d-a1a6-4f08-b97b-0c37f877119f" providerId="AD" clId="Web-{66E75AB1-FCE8-0FCD-8995-E220AF9681CC}" dt="2025-03-15T06:52:43.236" v="104"/>
        <pc:sldMkLst>
          <pc:docMk/>
          <pc:sldMk cId="3168600941" sldId="471"/>
        </pc:sldMkLst>
      </pc:sldChg>
      <pc:sldChg chg="del">
        <pc:chgData name="Mohammed Fasha" userId="S::mohammed.fasha@uop.edu.jo::cc64f42d-a1a6-4f08-b97b-0c37f877119f" providerId="AD" clId="Web-{66E75AB1-FCE8-0FCD-8995-E220AF9681CC}" dt="2025-03-15T06:52:43.252" v="110"/>
        <pc:sldMkLst>
          <pc:docMk/>
          <pc:sldMk cId="2302099845" sldId="472"/>
        </pc:sldMkLst>
      </pc:sldChg>
      <pc:sldChg chg="del">
        <pc:chgData name="Mohammed Fasha" userId="S::mohammed.fasha@uop.edu.jo::cc64f42d-a1a6-4f08-b97b-0c37f877119f" providerId="AD" clId="Web-{66E75AB1-FCE8-0FCD-8995-E220AF9681CC}" dt="2025-03-15T06:52:43.236" v="98"/>
        <pc:sldMkLst>
          <pc:docMk/>
          <pc:sldMk cId="118211851" sldId="473"/>
        </pc:sldMkLst>
      </pc:sldChg>
      <pc:sldChg chg="del">
        <pc:chgData name="Mohammed Fasha" userId="S::mohammed.fasha@uop.edu.jo::cc64f42d-a1a6-4f08-b97b-0c37f877119f" providerId="AD" clId="Web-{66E75AB1-FCE8-0FCD-8995-E220AF9681CC}" dt="2025-03-15T06:52:43.236" v="97"/>
        <pc:sldMkLst>
          <pc:docMk/>
          <pc:sldMk cId="1150689950" sldId="474"/>
        </pc:sldMkLst>
      </pc:sldChg>
      <pc:sldChg chg="del">
        <pc:chgData name="Mohammed Fasha" userId="S::mohammed.fasha@uop.edu.jo::cc64f42d-a1a6-4f08-b97b-0c37f877119f" providerId="AD" clId="Web-{66E75AB1-FCE8-0FCD-8995-E220AF9681CC}" dt="2025-03-15T06:52:43.236" v="93"/>
        <pc:sldMkLst>
          <pc:docMk/>
          <pc:sldMk cId="942593251" sldId="475"/>
        </pc:sldMkLst>
      </pc:sldChg>
      <pc:sldChg chg="del">
        <pc:chgData name="Mohammed Fasha" userId="S::mohammed.fasha@uop.edu.jo::cc64f42d-a1a6-4f08-b97b-0c37f877119f" providerId="AD" clId="Web-{66E75AB1-FCE8-0FCD-8995-E220AF9681CC}" dt="2025-03-15T06:52:43.236" v="106"/>
        <pc:sldMkLst>
          <pc:docMk/>
          <pc:sldMk cId="94366255" sldId="476"/>
        </pc:sldMkLst>
      </pc:sldChg>
      <pc:sldChg chg="del">
        <pc:chgData name="Mohammed Fasha" userId="S::mohammed.fasha@uop.edu.jo::cc64f42d-a1a6-4f08-b97b-0c37f877119f" providerId="AD" clId="Web-{66E75AB1-FCE8-0FCD-8995-E220AF9681CC}" dt="2025-03-15T06:52:43.221" v="88"/>
        <pc:sldMkLst>
          <pc:docMk/>
          <pc:sldMk cId="3109107256" sldId="477"/>
        </pc:sldMkLst>
      </pc:sldChg>
      <pc:sldChg chg="del">
        <pc:chgData name="Mohammed Fasha" userId="S::mohammed.fasha@uop.edu.jo::cc64f42d-a1a6-4f08-b97b-0c37f877119f" providerId="AD" clId="Web-{66E75AB1-FCE8-0FCD-8995-E220AF9681CC}" dt="2025-03-15T06:52:43.221" v="78"/>
        <pc:sldMkLst>
          <pc:docMk/>
          <pc:sldMk cId="408884363" sldId="483"/>
        </pc:sldMkLst>
      </pc:sldChg>
      <pc:sldChg chg="del">
        <pc:chgData name="Mohammed Fasha" userId="S::mohammed.fasha@uop.edu.jo::cc64f42d-a1a6-4f08-b97b-0c37f877119f" providerId="AD" clId="Web-{66E75AB1-FCE8-0FCD-8995-E220AF9681CC}" dt="2025-03-15T06:52:43.096" v="48"/>
        <pc:sldMkLst>
          <pc:docMk/>
          <pc:sldMk cId="994101439" sldId="484"/>
        </pc:sldMkLst>
      </pc:sldChg>
      <pc:sldChg chg="del">
        <pc:chgData name="Mohammed Fasha" userId="S::mohammed.fasha@uop.edu.jo::cc64f42d-a1a6-4f08-b97b-0c37f877119f" providerId="AD" clId="Web-{66E75AB1-FCE8-0FCD-8995-E220AF9681CC}" dt="2025-03-15T06:52:43.205" v="67"/>
        <pc:sldMkLst>
          <pc:docMk/>
          <pc:sldMk cId="1440183149" sldId="485"/>
        </pc:sldMkLst>
      </pc:sldChg>
      <pc:sldChg chg="del">
        <pc:chgData name="Mohammed Fasha" userId="S::mohammed.fasha@uop.edu.jo::cc64f42d-a1a6-4f08-b97b-0c37f877119f" providerId="AD" clId="Web-{66E75AB1-FCE8-0FCD-8995-E220AF9681CC}" dt="2025-03-15T06:52:43.111" v="58"/>
        <pc:sldMkLst>
          <pc:docMk/>
          <pc:sldMk cId="3841714060" sldId="486"/>
        </pc:sldMkLst>
      </pc:sldChg>
      <pc:sldChg chg="del">
        <pc:chgData name="Mohammed Fasha" userId="S::mohammed.fasha@uop.edu.jo::cc64f42d-a1a6-4f08-b97b-0c37f877119f" providerId="AD" clId="Web-{66E75AB1-FCE8-0FCD-8995-E220AF9681CC}" dt="2025-03-15T06:52:43.111" v="54"/>
        <pc:sldMkLst>
          <pc:docMk/>
          <pc:sldMk cId="833725597" sldId="488"/>
        </pc:sldMkLst>
      </pc:sldChg>
      <pc:sldChg chg="del">
        <pc:chgData name="Mohammed Fasha" userId="S::mohammed.fasha@uop.edu.jo::cc64f42d-a1a6-4f08-b97b-0c37f877119f" providerId="AD" clId="Web-{66E75AB1-FCE8-0FCD-8995-E220AF9681CC}" dt="2025-03-15T06:52:43.111" v="53"/>
        <pc:sldMkLst>
          <pc:docMk/>
          <pc:sldMk cId="4123470834" sldId="489"/>
        </pc:sldMkLst>
      </pc:sldChg>
      <pc:sldChg chg="del">
        <pc:chgData name="Mohammed Fasha" userId="S::mohammed.fasha@uop.edu.jo::cc64f42d-a1a6-4f08-b97b-0c37f877119f" providerId="AD" clId="Web-{66E75AB1-FCE8-0FCD-8995-E220AF9681CC}" dt="2025-03-15T06:52:43.111" v="57"/>
        <pc:sldMkLst>
          <pc:docMk/>
          <pc:sldMk cId="4022017735" sldId="490"/>
        </pc:sldMkLst>
      </pc:sldChg>
      <pc:sldChg chg="del">
        <pc:chgData name="Mohammed Fasha" userId="S::mohammed.fasha@uop.edu.jo::cc64f42d-a1a6-4f08-b97b-0c37f877119f" providerId="AD" clId="Web-{66E75AB1-FCE8-0FCD-8995-E220AF9681CC}" dt="2025-03-15T06:52:43.111" v="51"/>
        <pc:sldMkLst>
          <pc:docMk/>
          <pc:sldMk cId="2225061527" sldId="491"/>
        </pc:sldMkLst>
      </pc:sldChg>
      <pc:sldChg chg="del">
        <pc:chgData name="Mohammed Fasha" userId="S::mohammed.fasha@uop.edu.jo::cc64f42d-a1a6-4f08-b97b-0c37f877119f" providerId="AD" clId="Web-{66E75AB1-FCE8-0FCD-8995-E220AF9681CC}" dt="2025-03-15T06:52:43.096" v="46"/>
        <pc:sldMkLst>
          <pc:docMk/>
          <pc:sldMk cId="673932695" sldId="492"/>
        </pc:sldMkLst>
      </pc:sldChg>
      <pc:sldChg chg="del">
        <pc:chgData name="Mohammed Fasha" userId="S::mohammed.fasha@uop.edu.jo::cc64f42d-a1a6-4f08-b97b-0c37f877119f" providerId="AD" clId="Web-{66E75AB1-FCE8-0FCD-8995-E220AF9681CC}" dt="2025-03-15T06:52:43.096" v="45"/>
        <pc:sldMkLst>
          <pc:docMk/>
          <pc:sldMk cId="2512069021" sldId="493"/>
        </pc:sldMkLst>
      </pc:sldChg>
      <pc:sldChg chg="del">
        <pc:chgData name="Mohammed Fasha" userId="S::mohammed.fasha@uop.edu.jo::cc64f42d-a1a6-4f08-b97b-0c37f877119f" providerId="AD" clId="Web-{66E75AB1-FCE8-0FCD-8995-E220AF9681CC}" dt="2025-03-15T06:52:43.096" v="41"/>
        <pc:sldMkLst>
          <pc:docMk/>
          <pc:sldMk cId="3290660304" sldId="494"/>
        </pc:sldMkLst>
      </pc:sldChg>
      <pc:sldChg chg="del">
        <pc:chgData name="Mohammed Fasha" userId="S::mohammed.fasha@uop.edu.jo::cc64f42d-a1a6-4f08-b97b-0c37f877119f" providerId="AD" clId="Web-{66E75AB1-FCE8-0FCD-8995-E220AF9681CC}" dt="2025-03-15T06:52:43.096" v="43"/>
        <pc:sldMkLst>
          <pc:docMk/>
          <pc:sldMk cId="4079654275" sldId="495"/>
        </pc:sldMkLst>
      </pc:sldChg>
      <pc:sldChg chg="del">
        <pc:chgData name="Mohammed Fasha" userId="S::mohammed.fasha@uop.edu.jo::cc64f42d-a1a6-4f08-b97b-0c37f877119f" providerId="AD" clId="Web-{66E75AB1-FCE8-0FCD-8995-E220AF9681CC}" dt="2025-03-15T06:52:43.236" v="96"/>
        <pc:sldMkLst>
          <pc:docMk/>
          <pc:sldMk cId="1501311303" sldId="496"/>
        </pc:sldMkLst>
      </pc:sldChg>
      <pc:sldChg chg="del">
        <pc:chgData name="Mohammed Fasha" userId="S::mohammed.fasha@uop.edu.jo::cc64f42d-a1a6-4f08-b97b-0c37f877119f" providerId="AD" clId="Web-{66E75AB1-FCE8-0FCD-8995-E220AF9681CC}" dt="2025-03-15T06:52:43.252" v="115"/>
        <pc:sldMkLst>
          <pc:docMk/>
          <pc:sldMk cId="2557217836" sldId="497"/>
        </pc:sldMkLst>
      </pc:sldChg>
    </pc:docChg>
  </pc:docChgLst>
  <pc:docChgLst>
    <pc:chgData name="Mohammed Fasha" userId="cc64f42d-a1a6-4f08-b97b-0c37f877119f" providerId="ADAL" clId="{5980B3BB-4EB6-4E37-92BF-3A2A8F4B2C7A}"/>
    <pc:docChg chg="custSel modSld">
      <pc:chgData name="Mohammed Fasha" userId="cc64f42d-a1a6-4f08-b97b-0c37f877119f" providerId="ADAL" clId="{5980B3BB-4EB6-4E37-92BF-3A2A8F4B2C7A}" dt="2024-10-15T02:28:13.535" v="0" actId="478"/>
      <pc:docMkLst>
        <pc:docMk/>
      </pc:docMkLst>
      <pc:sldChg chg="delSp mod">
        <pc:chgData name="Mohammed Fasha" userId="cc64f42d-a1a6-4f08-b97b-0c37f877119f" providerId="ADAL" clId="{5980B3BB-4EB6-4E37-92BF-3A2A8F4B2C7A}" dt="2024-10-15T02:28:13.535" v="0" actId="478"/>
        <pc:sldMkLst>
          <pc:docMk/>
          <pc:sldMk cId="2297456757" sldId="483"/>
        </pc:sldMkLst>
      </pc:sldChg>
    </pc:docChg>
  </pc:docChgLst>
  <pc:docChgLst>
    <pc:chgData name="Mohammed Fasha" userId="S::mohammed.fasha@uop.edu.jo::cc64f42d-a1a6-4f08-b97b-0c37f877119f" providerId="AD" clId="Web-{62069D60-D12A-7A57-A3B1-F34941615567}"/>
    <pc:docChg chg="modSld">
      <pc:chgData name="Mohammed Fasha" userId="S::mohammed.fasha@uop.edu.jo::cc64f42d-a1a6-4f08-b97b-0c37f877119f" providerId="AD" clId="Web-{62069D60-D12A-7A57-A3B1-F34941615567}" dt="2025-03-17T14:17:40.226" v="99" actId="20577"/>
      <pc:docMkLst>
        <pc:docMk/>
      </pc:docMkLst>
      <pc:sldChg chg="addSp delSp modSp">
        <pc:chgData name="Mohammed Fasha" userId="S::mohammed.fasha@uop.edu.jo::cc64f42d-a1a6-4f08-b97b-0c37f877119f" providerId="AD" clId="Web-{62069D60-D12A-7A57-A3B1-F34941615567}" dt="2025-03-17T14:17:40.226" v="99" actId="20577"/>
        <pc:sldMkLst>
          <pc:docMk/>
          <pc:sldMk cId="885699272" sldId="468"/>
        </pc:sldMkLst>
        <pc:spChg chg="mod">
          <ac:chgData name="Mohammed Fasha" userId="S::mohammed.fasha@uop.edu.jo::cc64f42d-a1a6-4f08-b97b-0c37f877119f" providerId="AD" clId="Web-{62069D60-D12A-7A57-A3B1-F34941615567}" dt="2025-03-17T14:13:19.467" v="50" actId="20577"/>
          <ac:spMkLst>
            <pc:docMk/>
            <pc:sldMk cId="885699272" sldId="468"/>
            <ac:spMk id="2" creationId="{D3EC4347-820C-CB6A-F020-EB8FFBE4BABA}"/>
          </ac:spMkLst>
        </pc:spChg>
        <pc:spChg chg="mod">
          <ac:chgData name="Mohammed Fasha" userId="S::mohammed.fasha@uop.edu.jo::cc64f42d-a1a6-4f08-b97b-0c37f877119f" providerId="AD" clId="Web-{62069D60-D12A-7A57-A3B1-F34941615567}" dt="2025-03-17T14:17:40.226" v="99" actId="20577"/>
          <ac:spMkLst>
            <pc:docMk/>
            <pc:sldMk cId="885699272" sldId="468"/>
            <ac:spMk id="3" creationId="{36111376-C375-652C-0E62-C877F88420F2}"/>
          </ac:spMkLst>
        </pc:spChg>
        <pc:spChg chg="add del mod">
          <ac:chgData name="Mohammed Fasha" userId="S::mohammed.fasha@uop.edu.jo::cc64f42d-a1a6-4f08-b97b-0c37f877119f" providerId="AD" clId="Web-{62069D60-D12A-7A57-A3B1-F34941615567}" dt="2025-03-17T14:17:18.756" v="94"/>
          <ac:spMkLst>
            <pc:docMk/>
            <pc:sldMk cId="885699272" sldId="468"/>
            <ac:spMk id="4" creationId="{A90527D2-81B9-90FA-BF74-CBF0666C564C}"/>
          </ac:spMkLst>
        </pc:spChg>
        <pc:spChg chg="add del mod">
          <ac:chgData name="Mohammed Fasha" userId="S::mohammed.fasha@uop.edu.jo::cc64f42d-a1a6-4f08-b97b-0c37f877119f" providerId="AD" clId="Web-{62069D60-D12A-7A57-A3B1-F34941615567}" dt="2025-03-17T14:15:35.596" v="85"/>
          <ac:spMkLst>
            <pc:docMk/>
            <pc:sldMk cId="885699272" sldId="468"/>
            <ac:spMk id="6" creationId="{5E345D0A-72FE-7529-30AA-B09F0C33044D}"/>
          </ac:spMkLst>
        </pc:spChg>
      </pc:sldChg>
    </pc:docChg>
  </pc:docChgLst>
  <pc:docChgLst>
    <pc:chgData name="Mohammed Fasha" userId="cc64f42d-a1a6-4f08-b97b-0c37f877119f" providerId="ADAL" clId="{2E5FBF59-3168-4932-9518-582502FE1AD5}"/>
    <pc:docChg chg="undo custSel delSld modSld">
      <pc:chgData name="Mohammed Fasha" userId="cc64f42d-a1a6-4f08-b97b-0c37f877119f" providerId="ADAL" clId="{2E5FBF59-3168-4932-9518-582502FE1AD5}" dt="2024-12-24T08:08:19.987" v="550" actId="20577"/>
      <pc:docMkLst>
        <pc:docMk/>
      </pc:docMkLst>
      <pc:sldChg chg="delSp">
        <pc:chgData name="Mohammed Fasha" userId="cc64f42d-a1a6-4f08-b97b-0c37f877119f" providerId="ADAL" clId="{2E5FBF59-3168-4932-9518-582502FE1AD5}" dt="2024-11-19T07:40:47.121" v="208" actId="478"/>
        <pc:sldMkLst>
          <pc:docMk/>
          <pc:sldMk cId="391491219" sldId="428"/>
        </pc:sldMkLst>
      </pc:sldChg>
      <pc:sldChg chg="modSp">
        <pc:chgData name="Mohammed Fasha" userId="cc64f42d-a1a6-4f08-b97b-0c37f877119f" providerId="ADAL" clId="{2E5FBF59-3168-4932-9518-582502FE1AD5}" dt="2024-12-03T07:43:58.007" v="456" actId="1076"/>
        <pc:sldMkLst>
          <pc:docMk/>
          <pc:sldMk cId="3339445507" sldId="430"/>
        </pc:sldMkLst>
      </pc:sldChg>
      <pc:sldChg chg="modSp">
        <pc:chgData name="Mohammed Fasha" userId="cc64f42d-a1a6-4f08-b97b-0c37f877119f" providerId="ADAL" clId="{2E5FBF59-3168-4932-9518-582502FE1AD5}" dt="2024-12-03T07:45:08.136" v="474" actId="20577"/>
        <pc:sldMkLst>
          <pc:docMk/>
          <pc:sldMk cId="3389046835" sldId="431"/>
        </pc:sldMkLst>
      </pc:sldChg>
      <pc:sldChg chg="modSp">
        <pc:chgData name="Mohammed Fasha" userId="cc64f42d-a1a6-4f08-b97b-0c37f877119f" providerId="ADAL" clId="{2E5FBF59-3168-4932-9518-582502FE1AD5}" dt="2024-11-10T06:33:09.727" v="37" actId="207"/>
        <pc:sldMkLst>
          <pc:docMk/>
          <pc:sldMk cId="2726994946" sldId="479"/>
        </pc:sldMkLst>
      </pc:sldChg>
      <pc:sldChg chg="modSp">
        <pc:chgData name="Mohammed Fasha" userId="cc64f42d-a1a6-4f08-b97b-0c37f877119f" providerId="ADAL" clId="{2E5FBF59-3168-4932-9518-582502FE1AD5}" dt="2024-11-19T07:44:28.766" v="211" actId="20577"/>
        <pc:sldMkLst>
          <pc:docMk/>
          <pc:sldMk cId="2297456757" sldId="483"/>
        </pc:sldMkLst>
      </pc:sldChg>
      <pc:sldChg chg="modSp">
        <pc:chgData name="Mohammed Fasha" userId="cc64f42d-a1a6-4f08-b97b-0c37f877119f" providerId="ADAL" clId="{2E5FBF59-3168-4932-9518-582502FE1AD5}" dt="2024-11-10T06:45:09.392" v="40" actId="20577"/>
        <pc:sldMkLst>
          <pc:docMk/>
          <pc:sldMk cId="3474268344" sldId="596"/>
        </pc:sldMkLst>
      </pc:sldChg>
      <pc:sldChg chg="modSp">
        <pc:chgData name="Mohammed Fasha" userId="cc64f42d-a1a6-4f08-b97b-0c37f877119f" providerId="ADAL" clId="{2E5FBF59-3168-4932-9518-582502FE1AD5}" dt="2024-12-03T07:47:21.561" v="476" actId="6549"/>
        <pc:sldMkLst>
          <pc:docMk/>
          <pc:sldMk cId="399592497" sldId="613"/>
        </pc:sldMkLst>
      </pc:sldChg>
      <pc:sldChg chg="modSp">
        <pc:chgData name="Mohammed Fasha" userId="cc64f42d-a1a6-4f08-b97b-0c37f877119f" providerId="ADAL" clId="{2E5FBF59-3168-4932-9518-582502FE1AD5}" dt="2024-12-03T07:49:02.980" v="478" actId="207"/>
        <pc:sldMkLst>
          <pc:docMk/>
          <pc:sldMk cId="3329135496" sldId="617"/>
        </pc:sldMkLst>
      </pc:sldChg>
      <pc:sldChg chg="modSp">
        <pc:chgData name="Mohammed Fasha" userId="cc64f42d-a1a6-4f08-b97b-0c37f877119f" providerId="ADAL" clId="{2E5FBF59-3168-4932-9518-582502FE1AD5}" dt="2024-12-24T08:05:16.608" v="482" actId="403"/>
        <pc:sldMkLst>
          <pc:docMk/>
          <pc:sldMk cId="2990045589" sldId="659"/>
        </pc:sldMkLst>
      </pc:sldChg>
      <pc:sldChg chg="modSp">
        <pc:chgData name="Mohammed Fasha" userId="cc64f42d-a1a6-4f08-b97b-0c37f877119f" providerId="ADAL" clId="{2E5FBF59-3168-4932-9518-582502FE1AD5}" dt="2024-12-24T08:08:19.987" v="550" actId="20577"/>
        <pc:sldMkLst>
          <pc:docMk/>
          <pc:sldMk cId="2680231355" sldId="669"/>
        </pc:sldMkLst>
      </pc:sldChg>
      <pc:sldChg chg="addSp modSp">
        <pc:chgData name="Mohammed Fasha" userId="cc64f42d-a1a6-4f08-b97b-0c37f877119f" providerId="ADAL" clId="{2E5FBF59-3168-4932-9518-582502FE1AD5}" dt="2024-12-24T08:05:52.910" v="488" actId="1076"/>
        <pc:sldMkLst>
          <pc:docMk/>
          <pc:sldMk cId="916102856" sldId="685"/>
        </pc:sldMkLst>
      </pc:sldChg>
      <pc:sldChg chg="modSp">
        <pc:chgData name="Mohammed Fasha" userId="cc64f42d-a1a6-4f08-b97b-0c37f877119f" providerId="ADAL" clId="{2E5FBF59-3168-4932-9518-582502FE1AD5}" dt="2024-11-19T07:03:29.557" v="206" actId="207"/>
        <pc:sldMkLst>
          <pc:docMk/>
          <pc:sldMk cId="32004852" sldId="708"/>
        </pc:sldMkLst>
      </pc:sldChg>
    </pc:docChg>
  </pc:docChgLst>
  <pc:docChgLst>
    <pc:chgData name="Mohammed Fasha" userId="cc64f42d-a1a6-4f08-b97b-0c37f877119f" providerId="ADAL" clId="{2C25E341-0FCC-4116-A4EC-A8A9B23099C6}"/>
    <pc:docChg chg="undo custSel addSld delSld modSld sldOrd">
      <pc:chgData name="Mohammed Fasha" userId="cc64f42d-a1a6-4f08-b97b-0c37f877119f" providerId="ADAL" clId="{2C25E341-0FCC-4116-A4EC-A8A9B23099C6}" dt="2025-03-18T05:46:43.723" v="834" actId="1076"/>
      <pc:docMkLst>
        <pc:docMk/>
      </pc:docMkLst>
      <pc:sldChg chg="del">
        <pc:chgData name="Mohammed Fasha" userId="cc64f42d-a1a6-4f08-b97b-0c37f877119f" providerId="ADAL" clId="{2C25E341-0FCC-4116-A4EC-A8A9B23099C6}" dt="2025-03-18T04:48:45.234" v="0" actId="2696"/>
        <pc:sldMkLst>
          <pc:docMk/>
          <pc:sldMk cId="1934860174" sldId="285"/>
        </pc:sldMkLst>
      </pc:sldChg>
      <pc:sldChg chg="del">
        <pc:chgData name="Mohammed Fasha" userId="cc64f42d-a1a6-4f08-b97b-0c37f877119f" providerId="ADAL" clId="{2C25E341-0FCC-4116-A4EC-A8A9B23099C6}" dt="2025-03-18T04:48:45.234" v="0" actId="2696"/>
        <pc:sldMkLst>
          <pc:docMk/>
          <pc:sldMk cId="416776941" sldId="289"/>
        </pc:sldMkLst>
      </pc:sldChg>
      <pc:sldChg chg="del">
        <pc:chgData name="Mohammed Fasha" userId="cc64f42d-a1a6-4f08-b97b-0c37f877119f" providerId="ADAL" clId="{2C25E341-0FCC-4116-A4EC-A8A9B23099C6}" dt="2025-03-18T04:48:45.234" v="0" actId="2696"/>
        <pc:sldMkLst>
          <pc:docMk/>
          <pc:sldMk cId="2079225657" sldId="290"/>
        </pc:sldMkLst>
      </pc:sldChg>
      <pc:sldChg chg="del">
        <pc:chgData name="Mohammed Fasha" userId="cc64f42d-a1a6-4f08-b97b-0c37f877119f" providerId="ADAL" clId="{2C25E341-0FCC-4116-A4EC-A8A9B23099C6}" dt="2025-03-18T04:48:45.234" v="0" actId="2696"/>
        <pc:sldMkLst>
          <pc:docMk/>
          <pc:sldMk cId="2088001872" sldId="291"/>
        </pc:sldMkLst>
      </pc:sldChg>
      <pc:sldChg chg="del">
        <pc:chgData name="Mohammed Fasha" userId="cc64f42d-a1a6-4f08-b97b-0c37f877119f" providerId="ADAL" clId="{2C25E341-0FCC-4116-A4EC-A8A9B23099C6}" dt="2025-03-18T04:48:45.234" v="0" actId="2696"/>
        <pc:sldMkLst>
          <pc:docMk/>
          <pc:sldMk cId="1893373019" sldId="292"/>
        </pc:sldMkLst>
      </pc:sldChg>
      <pc:sldChg chg="del">
        <pc:chgData name="Mohammed Fasha" userId="cc64f42d-a1a6-4f08-b97b-0c37f877119f" providerId="ADAL" clId="{2C25E341-0FCC-4116-A4EC-A8A9B23099C6}" dt="2025-03-18T04:48:45.234" v="0" actId="2696"/>
        <pc:sldMkLst>
          <pc:docMk/>
          <pc:sldMk cId="105675678" sldId="293"/>
        </pc:sldMkLst>
      </pc:sldChg>
      <pc:sldChg chg="del">
        <pc:chgData name="Mohammed Fasha" userId="cc64f42d-a1a6-4f08-b97b-0c37f877119f" providerId="ADAL" clId="{2C25E341-0FCC-4116-A4EC-A8A9B23099C6}" dt="2025-03-18T04:48:45.234" v="0" actId="2696"/>
        <pc:sldMkLst>
          <pc:docMk/>
          <pc:sldMk cId="2028619254" sldId="294"/>
        </pc:sldMkLst>
      </pc:sldChg>
      <pc:sldChg chg="del">
        <pc:chgData name="Mohammed Fasha" userId="cc64f42d-a1a6-4f08-b97b-0c37f877119f" providerId="ADAL" clId="{2C25E341-0FCC-4116-A4EC-A8A9B23099C6}" dt="2025-03-18T04:48:45.234" v="0" actId="2696"/>
        <pc:sldMkLst>
          <pc:docMk/>
          <pc:sldMk cId="1648889151" sldId="296"/>
        </pc:sldMkLst>
      </pc:sldChg>
      <pc:sldChg chg="del">
        <pc:chgData name="Mohammed Fasha" userId="cc64f42d-a1a6-4f08-b97b-0c37f877119f" providerId="ADAL" clId="{2C25E341-0FCC-4116-A4EC-A8A9B23099C6}" dt="2025-03-18T04:48:45.234" v="0" actId="2696"/>
        <pc:sldMkLst>
          <pc:docMk/>
          <pc:sldMk cId="1751924142" sldId="297"/>
        </pc:sldMkLst>
      </pc:sldChg>
      <pc:sldChg chg="del">
        <pc:chgData name="Mohammed Fasha" userId="cc64f42d-a1a6-4f08-b97b-0c37f877119f" providerId="ADAL" clId="{2C25E341-0FCC-4116-A4EC-A8A9B23099C6}" dt="2025-03-18T04:48:45.234" v="0" actId="2696"/>
        <pc:sldMkLst>
          <pc:docMk/>
          <pc:sldMk cId="1359989136" sldId="298"/>
        </pc:sldMkLst>
      </pc:sldChg>
      <pc:sldChg chg="del">
        <pc:chgData name="Mohammed Fasha" userId="cc64f42d-a1a6-4f08-b97b-0c37f877119f" providerId="ADAL" clId="{2C25E341-0FCC-4116-A4EC-A8A9B23099C6}" dt="2025-03-18T04:48:45.234" v="0" actId="2696"/>
        <pc:sldMkLst>
          <pc:docMk/>
          <pc:sldMk cId="1821443450" sldId="299"/>
        </pc:sldMkLst>
      </pc:sldChg>
      <pc:sldChg chg="del">
        <pc:chgData name="Mohammed Fasha" userId="cc64f42d-a1a6-4f08-b97b-0c37f877119f" providerId="ADAL" clId="{2C25E341-0FCC-4116-A4EC-A8A9B23099C6}" dt="2025-03-18T04:48:45.234" v="0" actId="2696"/>
        <pc:sldMkLst>
          <pc:docMk/>
          <pc:sldMk cId="1376231676" sldId="300"/>
        </pc:sldMkLst>
      </pc:sldChg>
      <pc:sldChg chg="del">
        <pc:chgData name="Mohammed Fasha" userId="cc64f42d-a1a6-4f08-b97b-0c37f877119f" providerId="ADAL" clId="{2C25E341-0FCC-4116-A4EC-A8A9B23099C6}" dt="2025-03-18T04:48:45.234" v="0" actId="2696"/>
        <pc:sldMkLst>
          <pc:docMk/>
          <pc:sldMk cId="1620554975" sldId="302"/>
        </pc:sldMkLst>
      </pc:sldChg>
      <pc:sldChg chg="del">
        <pc:chgData name="Mohammed Fasha" userId="cc64f42d-a1a6-4f08-b97b-0c37f877119f" providerId="ADAL" clId="{2C25E341-0FCC-4116-A4EC-A8A9B23099C6}" dt="2025-03-18T04:48:45.234" v="0" actId="2696"/>
        <pc:sldMkLst>
          <pc:docMk/>
          <pc:sldMk cId="2095738023" sldId="303"/>
        </pc:sldMkLst>
      </pc:sldChg>
      <pc:sldChg chg="del">
        <pc:chgData name="Mohammed Fasha" userId="cc64f42d-a1a6-4f08-b97b-0c37f877119f" providerId="ADAL" clId="{2C25E341-0FCC-4116-A4EC-A8A9B23099C6}" dt="2025-03-18T04:48:45.234" v="0" actId="2696"/>
        <pc:sldMkLst>
          <pc:docMk/>
          <pc:sldMk cId="156663359" sldId="304"/>
        </pc:sldMkLst>
      </pc:sldChg>
      <pc:sldChg chg="del">
        <pc:chgData name="Mohammed Fasha" userId="cc64f42d-a1a6-4f08-b97b-0c37f877119f" providerId="ADAL" clId="{2C25E341-0FCC-4116-A4EC-A8A9B23099C6}" dt="2025-03-18T04:48:45.234" v="0" actId="2696"/>
        <pc:sldMkLst>
          <pc:docMk/>
          <pc:sldMk cId="155004230" sldId="305"/>
        </pc:sldMkLst>
      </pc:sldChg>
      <pc:sldChg chg="del">
        <pc:chgData name="Mohammed Fasha" userId="cc64f42d-a1a6-4f08-b97b-0c37f877119f" providerId="ADAL" clId="{2C25E341-0FCC-4116-A4EC-A8A9B23099C6}" dt="2025-03-18T04:48:45.234" v="0" actId="2696"/>
        <pc:sldMkLst>
          <pc:docMk/>
          <pc:sldMk cId="1689879719" sldId="308"/>
        </pc:sldMkLst>
      </pc:sldChg>
      <pc:sldChg chg="del">
        <pc:chgData name="Mohammed Fasha" userId="cc64f42d-a1a6-4f08-b97b-0c37f877119f" providerId="ADAL" clId="{2C25E341-0FCC-4116-A4EC-A8A9B23099C6}" dt="2025-03-18T04:48:45.234" v="0" actId="2696"/>
        <pc:sldMkLst>
          <pc:docMk/>
          <pc:sldMk cId="15685033" sldId="309"/>
        </pc:sldMkLst>
      </pc:sldChg>
      <pc:sldChg chg="modSp mod">
        <pc:chgData name="Mohammed Fasha" userId="cc64f42d-a1a6-4f08-b97b-0c37f877119f" providerId="ADAL" clId="{2C25E341-0FCC-4116-A4EC-A8A9B23099C6}" dt="2025-03-18T04:48:52.021" v="16" actId="21"/>
        <pc:sldMkLst>
          <pc:docMk/>
          <pc:sldMk cId="1489447582" sldId="455"/>
        </pc:sldMkLst>
        <pc:spChg chg="mod">
          <ac:chgData name="Mohammed Fasha" userId="cc64f42d-a1a6-4f08-b97b-0c37f877119f" providerId="ADAL" clId="{2C25E341-0FCC-4116-A4EC-A8A9B23099C6}" dt="2025-03-18T04:48:52.021" v="16" actId="21"/>
          <ac:spMkLst>
            <pc:docMk/>
            <pc:sldMk cId="1489447582" sldId="455"/>
            <ac:spMk id="8" creationId="{107CF054-390C-DCFC-C9A6-9E95C859A175}"/>
          </ac:spMkLst>
        </pc:spChg>
      </pc:sldChg>
      <pc:sldChg chg="new del">
        <pc:chgData name="Mohammed Fasha" userId="cc64f42d-a1a6-4f08-b97b-0c37f877119f" providerId="ADAL" clId="{2C25E341-0FCC-4116-A4EC-A8A9B23099C6}" dt="2025-03-18T04:57:03.990" v="22" actId="2696"/>
        <pc:sldMkLst>
          <pc:docMk/>
          <pc:sldMk cId="2193596335" sldId="456"/>
        </pc:sldMkLst>
      </pc:sldChg>
      <pc:sldChg chg="del">
        <pc:chgData name="Mohammed Fasha" userId="cc64f42d-a1a6-4f08-b97b-0c37f877119f" providerId="ADAL" clId="{2C25E341-0FCC-4116-A4EC-A8A9B23099C6}" dt="2025-03-18T04:48:45.234" v="0" actId="2696"/>
        <pc:sldMkLst>
          <pc:docMk/>
          <pc:sldMk cId="3313801511" sldId="456"/>
        </pc:sldMkLst>
      </pc:sldChg>
      <pc:sldChg chg="del">
        <pc:chgData name="Mohammed Fasha" userId="cc64f42d-a1a6-4f08-b97b-0c37f877119f" providerId="ADAL" clId="{2C25E341-0FCC-4116-A4EC-A8A9B23099C6}" dt="2025-03-18T04:48:45.234" v="0" actId="2696"/>
        <pc:sldMkLst>
          <pc:docMk/>
          <pc:sldMk cId="2736460752" sldId="457"/>
        </pc:sldMkLst>
      </pc:sldChg>
      <pc:sldChg chg="add del">
        <pc:chgData name="Mohammed Fasha" userId="cc64f42d-a1a6-4f08-b97b-0c37f877119f" providerId="ADAL" clId="{2C25E341-0FCC-4116-A4EC-A8A9B23099C6}" dt="2025-03-18T04:57:03.990" v="22" actId="2696"/>
        <pc:sldMkLst>
          <pc:docMk/>
          <pc:sldMk cId="2938218504" sldId="457"/>
        </pc:sldMkLst>
      </pc:sldChg>
      <pc:sldChg chg="del">
        <pc:chgData name="Mohammed Fasha" userId="cc64f42d-a1a6-4f08-b97b-0c37f877119f" providerId="ADAL" clId="{2C25E341-0FCC-4116-A4EC-A8A9B23099C6}" dt="2025-03-18T04:48:45.234" v="0" actId="2696"/>
        <pc:sldMkLst>
          <pc:docMk/>
          <pc:sldMk cId="3259240421" sldId="458"/>
        </pc:sldMkLst>
      </pc:sldChg>
      <pc:sldChg chg="add del">
        <pc:chgData name="Mohammed Fasha" userId="cc64f42d-a1a6-4f08-b97b-0c37f877119f" providerId="ADAL" clId="{2C25E341-0FCC-4116-A4EC-A8A9B23099C6}" dt="2025-03-18T04:57:03.990" v="22" actId="2696"/>
        <pc:sldMkLst>
          <pc:docMk/>
          <pc:sldMk cId="4033833301" sldId="458"/>
        </pc:sldMkLst>
      </pc:sldChg>
      <pc:sldChg chg="del">
        <pc:chgData name="Mohammed Fasha" userId="cc64f42d-a1a6-4f08-b97b-0c37f877119f" providerId="ADAL" clId="{2C25E341-0FCC-4116-A4EC-A8A9B23099C6}" dt="2025-03-18T04:48:45.234" v="0" actId="2696"/>
        <pc:sldMkLst>
          <pc:docMk/>
          <pc:sldMk cId="48836864" sldId="459"/>
        </pc:sldMkLst>
      </pc:sldChg>
      <pc:sldChg chg="add del">
        <pc:chgData name="Mohammed Fasha" userId="cc64f42d-a1a6-4f08-b97b-0c37f877119f" providerId="ADAL" clId="{2C25E341-0FCC-4116-A4EC-A8A9B23099C6}" dt="2025-03-18T04:57:03.990" v="22" actId="2696"/>
        <pc:sldMkLst>
          <pc:docMk/>
          <pc:sldMk cId="2762703539" sldId="459"/>
        </pc:sldMkLst>
      </pc:sldChg>
      <pc:sldChg chg="del">
        <pc:chgData name="Mohammed Fasha" userId="cc64f42d-a1a6-4f08-b97b-0c37f877119f" providerId="ADAL" clId="{2C25E341-0FCC-4116-A4EC-A8A9B23099C6}" dt="2025-03-18T04:48:45.234" v="0" actId="2696"/>
        <pc:sldMkLst>
          <pc:docMk/>
          <pc:sldMk cId="928322667" sldId="460"/>
        </pc:sldMkLst>
      </pc:sldChg>
      <pc:sldChg chg="del">
        <pc:chgData name="Mohammed Fasha" userId="cc64f42d-a1a6-4f08-b97b-0c37f877119f" providerId="ADAL" clId="{2C25E341-0FCC-4116-A4EC-A8A9B23099C6}" dt="2025-03-18T04:48:45.234" v="0" actId="2696"/>
        <pc:sldMkLst>
          <pc:docMk/>
          <pc:sldMk cId="1395444050" sldId="461"/>
        </pc:sldMkLst>
      </pc:sldChg>
      <pc:sldChg chg="del">
        <pc:chgData name="Mohammed Fasha" userId="cc64f42d-a1a6-4f08-b97b-0c37f877119f" providerId="ADAL" clId="{2C25E341-0FCC-4116-A4EC-A8A9B23099C6}" dt="2025-03-18T04:48:45.234" v="0" actId="2696"/>
        <pc:sldMkLst>
          <pc:docMk/>
          <pc:sldMk cId="2284286539" sldId="462"/>
        </pc:sldMkLst>
      </pc:sldChg>
      <pc:sldChg chg="del">
        <pc:chgData name="Mohammed Fasha" userId="cc64f42d-a1a6-4f08-b97b-0c37f877119f" providerId="ADAL" clId="{2C25E341-0FCC-4116-A4EC-A8A9B23099C6}" dt="2025-03-18T04:48:45.234" v="0" actId="2696"/>
        <pc:sldMkLst>
          <pc:docMk/>
          <pc:sldMk cId="3026790438" sldId="463"/>
        </pc:sldMkLst>
      </pc:sldChg>
      <pc:sldChg chg="del">
        <pc:chgData name="Mohammed Fasha" userId="cc64f42d-a1a6-4f08-b97b-0c37f877119f" providerId="ADAL" clId="{2C25E341-0FCC-4116-A4EC-A8A9B23099C6}" dt="2025-03-18T04:48:45.234" v="0" actId="2696"/>
        <pc:sldMkLst>
          <pc:docMk/>
          <pc:sldMk cId="559781770" sldId="464"/>
        </pc:sldMkLst>
      </pc:sldChg>
      <pc:sldChg chg="del">
        <pc:chgData name="Mohammed Fasha" userId="cc64f42d-a1a6-4f08-b97b-0c37f877119f" providerId="ADAL" clId="{2C25E341-0FCC-4116-A4EC-A8A9B23099C6}" dt="2025-03-18T04:48:45.234" v="0" actId="2696"/>
        <pc:sldMkLst>
          <pc:docMk/>
          <pc:sldMk cId="1438401834" sldId="465"/>
        </pc:sldMkLst>
      </pc:sldChg>
      <pc:sldChg chg="del">
        <pc:chgData name="Mohammed Fasha" userId="cc64f42d-a1a6-4f08-b97b-0c37f877119f" providerId="ADAL" clId="{2C25E341-0FCC-4116-A4EC-A8A9B23099C6}" dt="2025-03-18T04:48:45.234" v="0" actId="2696"/>
        <pc:sldMkLst>
          <pc:docMk/>
          <pc:sldMk cId="446689935" sldId="466"/>
        </pc:sldMkLst>
      </pc:sldChg>
      <pc:sldChg chg="del">
        <pc:chgData name="Mohammed Fasha" userId="cc64f42d-a1a6-4f08-b97b-0c37f877119f" providerId="ADAL" clId="{2C25E341-0FCC-4116-A4EC-A8A9B23099C6}" dt="2025-03-18T04:48:45.234" v="0" actId="2696"/>
        <pc:sldMkLst>
          <pc:docMk/>
          <pc:sldMk cId="2161886032" sldId="469"/>
        </pc:sldMkLst>
      </pc:sldChg>
      <pc:sldChg chg="del">
        <pc:chgData name="Mohammed Fasha" userId="cc64f42d-a1a6-4f08-b97b-0c37f877119f" providerId="ADAL" clId="{2C25E341-0FCC-4116-A4EC-A8A9B23099C6}" dt="2025-03-18T04:48:45.234" v="0" actId="2696"/>
        <pc:sldMkLst>
          <pc:docMk/>
          <pc:sldMk cId="228845551" sldId="470"/>
        </pc:sldMkLst>
      </pc:sldChg>
      <pc:sldChg chg="del">
        <pc:chgData name="Mohammed Fasha" userId="cc64f42d-a1a6-4f08-b97b-0c37f877119f" providerId="ADAL" clId="{2C25E341-0FCC-4116-A4EC-A8A9B23099C6}" dt="2025-03-18T04:48:45.234" v="0" actId="2696"/>
        <pc:sldMkLst>
          <pc:docMk/>
          <pc:sldMk cId="1729735699" sldId="471"/>
        </pc:sldMkLst>
      </pc:sldChg>
      <pc:sldChg chg="add del">
        <pc:chgData name="Mohammed Fasha" userId="cc64f42d-a1a6-4f08-b97b-0c37f877119f" providerId="ADAL" clId="{2C25E341-0FCC-4116-A4EC-A8A9B23099C6}" dt="2025-03-18T04:56:58.450" v="21"/>
        <pc:sldMkLst>
          <pc:docMk/>
          <pc:sldMk cId="2766696385" sldId="472"/>
        </pc:sldMkLst>
      </pc:sldChg>
      <pc:sldChg chg="add del">
        <pc:chgData name="Mohammed Fasha" userId="cc64f42d-a1a6-4f08-b97b-0c37f877119f" providerId="ADAL" clId="{2C25E341-0FCC-4116-A4EC-A8A9B23099C6}" dt="2025-03-18T04:56:58.450" v="21"/>
        <pc:sldMkLst>
          <pc:docMk/>
          <pc:sldMk cId="4180559926" sldId="473"/>
        </pc:sldMkLst>
      </pc:sldChg>
      <pc:sldChg chg="add del">
        <pc:chgData name="Mohammed Fasha" userId="cc64f42d-a1a6-4f08-b97b-0c37f877119f" providerId="ADAL" clId="{2C25E341-0FCC-4116-A4EC-A8A9B23099C6}" dt="2025-03-18T04:56:58.450" v="21"/>
        <pc:sldMkLst>
          <pc:docMk/>
          <pc:sldMk cId="3886989038" sldId="474"/>
        </pc:sldMkLst>
      </pc:sldChg>
      <pc:sldChg chg="add del">
        <pc:chgData name="Mohammed Fasha" userId="cc64f42d-a1a6-4f08-b97b-0c37f877119f" providerId="ADAL" clId="{2C25E341-0FCC-4116-A4EC-A8A9B23099C6}" dt="2025-03-18T04:56:58.450" v="21"/>
        <pc:sldMkLst>
          <pc:docMk/>
          <pc:sldMk cId="2121122174" sldId="475"/>
        </pc:sldMkLst>
      </pc:sldChg>
      <pc:sldChg chg="modSp add del mod">
        <pc:chgData name="Mohammed Fasha" userId="cc64f42d-a1a6-4f08-b97b-0c37f877119f" providerId="ADAL" clId="{2C25E341-0FCC-4116-A4EC-A8A9B23099C6}" dt="2025-03-18T04:58:12.996" v="25" actId="27636"/>
        <pc:sldMkLst>
          <pc:docMk/>
          <pc:sldMk cId="3813044436" sldId="476"/>
        </pc:sldMkLst>
        <pc:spChg chg="mod">
          <ac:chgData name="Mohammed Fasha" userId="cc64f42d-a1a6-4f08-b97b-0c37f877119f" providerId="ADAL" clId="{2C25E341-0FCC-4116-A4EC-A8A9B23099C6}" dt="2025-03-18T04:58:12.996" v="25" actId="27636"/>
          <ac:spMkLst>
            <pc:docMk/>
            <pc:sldMk cId="3813044436" sldId="476"/>
            <ac:spMk id="3" creationId="{B5680A53-1621-580E-DC68-4CC426721DC7}"/>
          </ac:spMkLst>
        </pc:spChg>
      </pc:sldChg>
      <pc:sldChg chg="del">
        <pc:chgData name="Mohammed Fasha" userId="cc64f42d-a1a6-4f08-b97b-0c37f877119f" providerId="ADAL" clId="{2C25E341-0FCC-4116-A4EC-A8A9B23099C6}" dt="2025-03-18T04:48:45.234" v="0" actId="2696"/>
        <pc:sldMkLst>
          <pc:docMk/>
          <pc:sldMk cId="1668182246" sldId="477"/>
        </pc:sldMkLst>
      </pc:sldChg>
      <pc:sldChg chg="add del">
        <pc:chgData name="Mohammed Fasha" userId="cc64f42d-a1a6-4f08-b97b-0c37f877119f" providerId="ADAL" clId="{2C25E341-0FCC-4116-A4EC-A8A9B23099C6}" dt="2025-03-18T04:57:26.132" v="23" actId="47"/>
        <pc:sldMkLst>
          <pc:docMk/>
          <pc:sldMk cId="4029215541" sldId="478"/>
        </pc:sldMkLst>
      </pc:sldChg>
      <pc:sldChg chg="modSp add del mod">
        <pc:chgData name="Mohammed Fasha" userId="cc64f42d-a1a6-4f08-b97b-0c37f877119f" providerId="ADAL" clId="{2C25E341-0FCC-4116-A4EC-A8A9B23099C6}" dt="2025-03-18T04:58:22.050" v="26" actId="404"/>
        <pc:sldMkLst>
          <pc:docMk/>
          <pc:sldMk cId="1482389771" sldId="479"/>
        </pc:sldMkLst>
        <pc:spChg chg="mod">
          <ac:chgData name="Mohammed Fasha" userId="cc64f42d-a1a6-4f08-b97b-0c37f877119f" providerId="ADAL" clId="{2C25E341-0FCC-4116-A4EC-A8A9B23099C6}" dt="2025-03-18T04:58:22.050" v="26" actId="404"/>
          <ac:spMkLst>
            <pc:docMk/>
            <pc:sldMk cId="1482389771" sldId="479"/>
            <ac:spMk id="3" creationId="{F3111502-A9CC-025F-C1CA-98E6013AA1B7}"/>
          </ac:spMkLst>
        </pc:spChg>
      </pc:sldChg>
      <pc:sldChg chg="modSp add del mod">
        <pc:chgData name="Mohammed Fasha" userId="cc64f42d-a1a6-4f08-b97b-0c37f877119f" providerId="ADAL" clId="{2C25E341-0FCC-4116-A4EC-A8A9B23099C6}" dt="2025-03-18T04:58:26.453" v="27" actId="404"/>
        <pc:sldMkLst>
          <pc:docMk/>
          <pc:sldMk cId="3600746956" sldId="480"/>
        </pc:sldMkLst>
        <pc:spChg chg="mod">
          <ac:chgData name="Mohammed Fasha" userId="cc64f42d-a1a6-4f08-b97b-0c37f877119f" providerId="ADAL" clId="{2C25E341-0FCC-4116-A4EC-A8A9B23099C6}" dt="2025-03-18T04:58:26.453" v="27" actId="404"/>
          <ac:spMkLst>
            <pc:docMk/>
            <pc:sldMk cId="3600746956" sldId="480"/>
            <ac:spMk id="3" creationId="{F475C58F-C92D-F889-C5B6-A17F6FDA146D}"/>
          </ac:spMkLst>
        </pc:spChg>
      </pc:sldChg>
      <pc:sldChg chg="modSp add del mod">
        <pc:chgData name="Mohammed Fasha" userId="cc64f42d-a1a6-4f08-b97b-0c37f877119f" providerId="ADAL" clId="{2C25E341-0FCC-4116-A4EC-A8A9B23099C6}" dt="2025-03-18T04:58:33.280" v="28" actId="404"/>
        <pc:sldMkLst>
          <pc:docMk/>
          <pc:sldMk cId="2640097628" sldId="481"/>
        </pc:sldMkLst>
        <pc:spChg chg="mod">
          <ac:chgData name="Mohammed Fasha" userId="cc64f42d-a1a6-4f08-b97b-0c37f877119f" providerId="ADAL" clId="{2C25E341-0FCC-4116-A4EC-A8A9B23099C6}" dt="2025-03-18T04:58:33.280" v="28" actId="404"/>
          <ac:spMkLst>
            <pc:docMk/>
            <pc:sldMk cId="2640097628" sldId="481"/>
            <ac:spMk id="3" creationId="{F40983DB-FB32-D093-B285-908335E0EBCB}"/>
          </ac:spMkLst>
        </pc:spChg>
      </pc:sldChg>
      <pc:sldChg chg="modSp add del mod">
        <pc:chgData name="Mohammed Fasha" userId="cc64f42d-a1a6-4f08-b97b-0c37f877119f" providerId="ADAL" clId="{2C25E341-0FCC-4116-A4EC-A8A9B23099C6}" dt="2025-03-18T05:45:25.907" v="807" actId="113"/>
        <pc:sldMkLst>
          <pc:docMk/>
          <pc:sldMk cId="2594727727" sldId="482"/>
        </pc:sldMkLst>
        <pc:spChg chg="mod">
          <ac:chgData name="Mohammed Fasha" userId="cc64f42d-a1a6-4f08-b97b-0c37f877119f" providerId="ADAL" clId="{2C25E341-0FCC-4116-A4EC-A8A9B23099C6}" dt="2025-03-18T05:45:25.907" v="807" actId="113"/>
          <ac:spMkLst>
            <pc:docMk/>
            <pc:sldMk cId="2594727727" sldId="482"/>
            <ac:spMk id="3" creationId="{F2BED763-A0A8-5732-8758-7FD0E4F9D426}"/>
          </ac:spMkLst>
        </pc:spChg>
      </pc:sldChg>
      <pc:sldChg chg="modSp add del mod">
        <pc:chgData name="Mohammed Fasha" userId="cc64f42d-a1a6-4f08-b97b-0c37f877119f" providerId="ADAL" clId="{2C25E341-0FCC-4116-A4EC-A8A9B23099C6}" dt="2025-03-18T05:46:43.723" v="834" actId="1076"/>
        <pc:sldMkLst>
          <pc:docMk/>
          <pc:sldMk cId="395748561" sldId="483"/>
        </pc:sldMkLst>
        <pc:spChg chg="mod">
          <ac:chgData name="Mohammed Fasha" userId="cc64f42d-a1a6-4f08-b97b-0c37f877119f" providerId="ADAL" clId="{2C25E341-0FCC-4116-A4EC-A8A9B23099C6}" dt="2025-03-18T05:46:04.555" v="823" actId="6549"/>
          <ac:spMkLst>
            <pc:docMk/>
            <pc:sldMk cId="395748561" sldId="483"/>
            <ac:spMk id="3" creationId="{F5393F2B-7C45-0710-E1FA-4562BC905689}"/>
          </ac:spMkLst>
        </pc:spChg>
        <pc:spChg chg="mod">
          <ac:chgData name="Mohammed Fasha" userId="cc64f42d-a1a6-4f08-b97b-0c37f877119f" providerId="ADAL" clId="{2C25E341-0FCC-4116-A4EC-A8A9B23099C6}" dt="2025-03-18T05:46:43.723" v="834" actId="1076"/>
          <ac:spMkLst>
            <pc:docMk/>
            <pc:sldMk cId="395748561" sldId="483"/>
            <ac:spMk id="4" creationId="{48DA7D80-E0D4-EBF4-547D-9B64B160E756}"/>
          </ac:spMkLst>
        </pc:spChg>
      </pc:sldChg>
      <pc:sldChg chg="modSp add del mod">
        <pc:chgData name="Mohammed Fasha" userId="cc64f42d-a1a6-4f08-b97b-0c37f877119f" providerId="ADAL" clId="{2C25E341-0FCC-4116-A4EC-A8A9B23099C6}" dt="2025-03-18T05:46:29.875" v="830" actId="1076"/>
        <pc:sldMkLst>
          <pc:docMk/>
          <pc:sldMk cId="1898826015" sldId="484"/>
        </pc:sldMkLst>
        <pc:spChg chg="mod">
          <ac:chgData name="Mohammed Fasha" userId="cc64f42d-a1a6-4f08-b97b-0c37f877119f" providerId="ADAL" clId="{2C25E341-0FCC-4116-A4EC-A8A9B23099C6}" dt="2025-03-18T05:46:12.127" v="826" actId="27636"/>
          <ac:spMkLst>
            <pc:docMk/>
            <pc:sldMk cId="1898826015" sldId="484"/>
            <ac:spMk id="3" creationId="{3BA454D4-9812-1209-CD60-8EB223E38EEF}"/>
          </ac:spMkLst>
        </pc:spChg>
        <pc:spChg chg="mod">
          <ac:chgData name="Mohammed Fasha" userId="cc64f42d-a1a6-4f08-b97b-0c37f877119f" providerId="ADAL" clId="{2C25E341-0FCC-4116-A4EC-A8A9B23099C6}" dt="2025-03-18T05:46:29.875" v="830" actId="1076"/>
          <ac:spMkLst>
            <pc:docMk/>
            <pc:sldMk cId="1898826015" sldId="484"/>
            <ac:spMk id="4" creationId="{F66949F1-BF3E-9D3B-4FE8-CC86D498208F}"/>
          </ac:spMkLst>
        </pc:spChg>
      </pc:sldChg>
      <pc:sldChg chg="del">
        <pc:chgData name="Mohammed Fasha" userId="cc64f42d-a1a6-4f08-b97b-0c37f877119f" providerId="ADAL" clId="{2C25E341-0FCC-4116-A4EC-A8A9B23099C6}" dt="2025-03-18T04:48:45.234" v="0" actId="2696"/>
        <pc:sldMkLst>
          <pc:docMk/>
          <pc:sldMk cId="2357244130" sldId="485"/>
        </pc:sldMkLst>
      </pc:sldChg>
      <pc:sldChg chg="modSp add del mod">
        <pc:chgData name="Mohammed Fasha" userId="cc64f42d-a1a6-4f08-b97b-0c37f877119f" providerId="ADAL" clId="{2C25E341-0FCC-4116-A4EC-A8A9B23099C6}" dt="2025-03-18T05:45:22.916" v="806" actId="113"/>
        <pc:sldMkLst>
          <pc:docMk/>
          <pc:sldMk cId="2842851281" sldId="486"/>
        </pc:sldMkLst>
        <pc:spChg chg="mod">
          <ac:chgData name="Mohammed Fasha" userId="cc64f42d-a1a6-4f08-b97b-0c37f877119f" providerId="ADAL" clId="{2C25E341-0FCC-4116-A4EC-A8A9B23099C6}" dt="2025-03-18T05:45:22.916" v="806" actId="113"/>
          <ac:spMkLst>
            <pc:docMk/>
            <pc:sldMk cId="2842851281" sldId="486"/>
            <ac:spMk id="3" creationId="{9B51F95D-5599-9D1A-17E3-049E587B0402}"/>
          </ac:spMkLst>
        </pc:spChg>
      </pc:sldChg>
      <pc:sldChg chg="addSp modSp new mod">
        <pc:chgData name="Mohammed Fasha" userId="cc64f42d-a1a6-4f08-b97b-0c37f877119f" providerId="ADAL" clId="{2C25E341-0FCC-4116-A4EC-A8A9B23099C6}" dt="2025-03-18T05:16:27.705" v="505" actId="20577"/>
        <pc:sldMkLst>
          <pc:docMk/>
          <pc:sldMk cId="3880447943" sldId="487"/>
        </pc:sldMkLst>
        <pc:spChg chg="mod">
          <ac:chgData name="Mohammed Fasha" userId="cc64f42d-a1a6-4f08-b97b-0c37f877119f" providerId="ADAL" clId="{2C25E341-0FCC-4116-A4EC-A8A9B23099C6}" dt="2025-03-18T05:13:36.405" v="402" actId="20577"/>
          <ac:spMkLst>
            <pc:docMk/>
            <pc:sldMk cId="3880447943" sldId="487"/>
            <ac:spMk id="2" creationId="{A123FB8C-5E60-9FDD-DA63-4B122A5B958E}"/>
          </ac:spMkLst>
        </pc:spChg>
        <pc:spChg chg="mod">
          <ac:chgData name="Mohammed Fasha" userId="cc64f42d-a1a6-4f08-b97b-0c37f877119f" providerId="ADAL" clId="{2C25E341-0FCC-4116-A4EC-A8A9B23099C6}" dt="2025-03-18T05:16:27.705" v="505" actId="20577"/>
          <ac:spMkLst>
            <pc:docMk/>
            <pc:sldMk cId="3880447943" sldId="487"/>
            <ac:spMk id="3" creationId="{37993580-9B0C-6C26-508D-1415E973E6A1}"/>
          </ac:spMkLst>
        </pc:spChg>
        <pc:graphicFrameChg chg="add mod modGraphic">
          <ac:chgData name="Mohammed Fasha" userId="cc64f42d-a1a6-4f08-b97b-0c37f877119f" providerId="ADAL" clId="{2C25E341-0FCC-4116-A4EC-A8A9B23099C6}" dt="2025-03-18T05:13:03.243" v="384" actId="207"/>
          <ac:graphicFrameMkLst>
            <pc:docMk/>
            <pc:sldMk cId="3880447943" sldId="487"/>
            <ac:graphicFrameMk id="4" creationId="{5E27B14B-0F9F-B7FF-48EF-23D03BFC4AFB}"/>
          </ac:graphicFrameMkLst>
        </pc:graphicFrameChg>
      </pc:sldChg>
      <pc:sldChg chg="addSp modSp new mod">
        <pc:chgData name="Mohammed Fasha" userId="cc64f42d-a1a6-4f08-b97b-0c37f877119f" providerId="ADAL" clId="{2C25E341-0FCC-4116-A4EC-A8A9B23099C6}" dt="2025-03-18T05:16:43.731" v="507" actId="15"/>
        <pc:sldMkLst>
          <pc:docMk/>
          <pc:sldMk cId="2037860487" sldId="488"/>
        </pc:sldMkLst>
        <pc:spChg chg="mod">
          <ac:chgData name="Mohammed Fasha" userId="cc64f42d-a1a6-4f08-b97b-0c37f877119f" providerId="ADAL" clId="{2C25E341-0FCC-4116-A4EC-A8A9B23099C6}" dt="2025-03-18T05:11:13.133" v="352" actId="20577"/>
          <ac:spMkLst>
            <pc:docMk/>
            <pc:sldMk cId="2037860487" sldId="488"/>
            <ac:spMk id="2" creationId="{F89BB0C1-6566-A0CB-84EA-45499364CC09}"/>
          </ac:spMkLst>
        </pc:spChg>
        <pc:spChg chg="mod">
          <ac:chgData name="Mohammed Fasha" userId="cc64f42d-a1a6-4f08-b97b-0c37f877119f" providerId="ADAL" clId="{2C25E341-0FCC-4116-A4EC-A8A9B23099C6}" dt="2025-03-18T05:16:43.731" v="507" actId="15"/>
          <ac:spMkLst>
            <pc:docMk/>
            <pc:sldMk cId="2037860487" sldId="488"/>
            <ac:spMk id="3" creationId="{E43C3646-42A2-671D-D37F-FD19A1832BA6}"/>
          </ac:spMkLst>
        </pc:spChg>
        <pc:graphicFrameChg chg="add mod modGraphic">
          <ac:chgData name="Mohammed Fasha" userId="cc64f42d-a1a6-4f08-b97b-0c37f877119f" providerId="ADAL" clId="{2C25E341-0FCC-4116-A4EC-A8A9B23099C6}" dt="2025-03-18T05:13:21.120" v="387" actId="1076"/>
          <ac:graphicFrameMkLst>
            <pc:docMk/>
            <pc:sldMk cId="2037860487" sldId="488"/>
            <ac:graphicFrameMk id="4" creationId="{8EDE76BE-0915-4F11-02AA-89F2CF06E262}"/>
          </ac:graphicFrameMkLst>
        </pc:graphicFrameChg>
      </pc:sldChg>
      <pc:sldChg chg="addSp delSp modSp new mod modClrScheme chgLayout">
        <pc:chgData name="Mohammed Fasha" userId="cc64f42d-a1a6-4f08-b97b-0c37f877119f" providerId="ADAL" clId="{2C25E341-0FCC-4116-A4EC-A8A9B23099C6}" dt="2025-03-18T05:45:06.496" v="804" actId="27636"/>
        <pc:sldMkLst>
          <pc:docMk/>
          <pc:sldMk cId="444263595" sldId="489"/>
        </pc:sldMkLst>
        <pc:spChg chg="del mod ord">
          <ac:chgData name="Mohammed Fasha" userId="cc64f42d-a1a6-4f08-b97b-0c37f877119f" providerId="ADAL" clId="{2C25E341-0FCC-4116-A4EC-A8A9B23099C6}" dt="2025-03-18T05:13:49.786" v="404" actId="700"/>
          <ac:spMkLst>
            <pc:docMk/>
            <pc:sldMk cId="444263595" sldId="489"/>
            <ac:spMk id="2" creationId="{793C99A8-BC0E-BD83-F460-016E461E74C9}"/>
          </ac:spMkLst>
        </pc:spChg>
        <pc:spChg chg="del mod ord">
          <ac:chgData name="Mohammed Fasha" userId="cc64f42d-a1a6-4f08-b97b-0c37f877119f" providerId="ADAL" clId="{2C25E341-0FCC-4116-A4EC-A8A9B23099C6}" dt="2025-03-18T05:13:49.786" v="404" actId="700"/>
          <ac:spMkLst>
            <pc:docMk/>
            <pc:sldMk cId="444263595" sldId="489"/>
            <ac:spMk id="3" creationId="{8631AE13-0508-277E-121D-EDA0B811239E}"/>
          </ac:spMkLst>
        </pc:spChg>
        <pc:spChg chg="add mod ord">
          <ac:chgData name="Mohammed Fasha" userId="cc64f42d-a1a6-4f08-b97b-0c37f877119f" providerId="ADAL" clId="{2C25E341-0FCC-4116-A4EC-A8A9B23099C6}" dt="2025-03-18T05:45:06.496" v="804" actId="27636"/>
          <ac:spMkLst>
            <pc:docMk/>
            <pc:sldMk cId="444263595" sldId="489"/>
            <ac:spMk id="4" creationId="{5A4EABFD-7E30-83F6-349A-4C9E3E3F6BC1}"/>
          </ac:spMkLst>
        </pc:spChg>
        <pc:spChg chg="add mod ord">
          <ac:chgData name="Mohammed Fasha" userId="cc64f42d-a1a6-4f08-b97b-0c37f877119f" providerId="ADAL" clId="{2C25E341-0FCC-4116-A4EC-A8A9B23099C6}" dt="2025-03-18T05:13:49.786" v="404" actId="700"/>
          <ac:spMkLst>
            <pc:docMk/>
            <pc:sldMk cId="444263595" sldId="489"/>
            <ac:spMk id="5" creationId="{99AAD6F8-01A3-4A5C-8437-4BEAC0D588B7}"/>
          </ac:spMkLst>
        </pc:spChg>
      </pc:sldChg>
      <pc:sldChg chg="addSp delSp modSp new mod modClrScheme chgLayout">
        <pc:chgData name="Mohammed Fasha" userId="cc64f42d-a1a6-4f08-b97b-0c37f877119f" providerId="ADAL" clId="{2C25E341-0FCC-4116-A4EC-A8A9B23099C6}" dt="2025-03-18T05:14:10.137" v="438" actId="20577"/>
        <pc:sldMkLst>
          <pc:docMk/>
          <pc:sldMk cId="526466330" sldId="490"/>
        </pc:sldMkLst>
        <pc:spChg chg="del mod ord">
          <ac:chgData name="Mohammed Fasha" userId="cc64f42d-a1a6-4f08-b97b-0c37f877119f" providerId="ADAL" clId="{2C25E341-0FCC-4116-A4EC-A8A9B23099C6}" dt="2025-03-18T05:14:06.585" v="425" actId="700"/>
          <ac:spMkLst>
            <pc:docMk/>
            <pc:sldMk cId="526466330" sldId="490"/>
            <ac:spMk id="2" creationId="{CCA1C7A2-8B6F-9A19-0839-AF97D616B502}"/>
          </ac:spMkLst>
        </pc:spChg>
        <pc:spChg chg="del mod ord">
          <ac:chgData name="Mohammed Fasha" userId="cc64f42d-a1a6-4f08-b97b-0c37f877119f" providerId="ADAL" clId="{2C25E341-0FCC-4116-A4EC-A8A9B23099C6}" dt="2025-03-18T05:14:06.585" v="425" actId="700"/>
          <ac:spMkLst>
            <pc:docMk/>
            <pc:sldMk cId="526466330" sldId="490"/>
            <ac:spMk id="3" creationId="{E349882E-CC06-6B67-4A54-8BACEDC017BD}"/>
          </ac:spMkLst>
        </pc:spChg>
        <pc:spChg chg="add mod ord">
          <ac:chgData name="Mohammed Fasha" userId="cc64f42d-a1a6-4f08-b97b-0c37f877119f" providerId="ADAL" clId="{2C25E341-0FCC-4116-A4EC-A8A9B23099C6}" dt="2025-03-18T05:14:10.137" v="438" actId="20577"/>
          <ac:spMkLst>
            <pc:docMk/>
            <pc:sldMk cId="526466330" sldId="490"/>
            <ac:spMk id="4" creationId="{A3C1A12F-3611-9176-535E-A8D05022058E}"/>
          </ac:spMkLst>
        </pc:spChg>
        <pc:spChg chg="add mod ord">
          <ac:chgData name="Mohammed Fasha" userId="cc64f42d-a1a6-4f08-b97b-0c37f877119f" providerId="ADAL" clId="{2C25E341-0FCC-4116-A4EC-A8A9B23099C6}" dt="2025-03-18T05:14:06.585" v="425" actId="700"/>
          <ac:spMkLst>
            <pc:docMk/>
            <pc:sldMk cId="526466330" sldId="490"/>
            <ac:spMk id="5" creationId="{1B1D6DE2-8249-6955-D4F8-62C171B9F338}"/>
          </ac:spMkLst>
        </pc:spChg>
      </pc:sldChg>
      <pc:sldChg chg="modSp new mod">
        <pc:chgData name="Mohammed Fasha" userId="cc64f42d-a1a6-4f08-b97b-0c37f877119f" providerId="ADAL" clId="{2C25E341-0FCC-4116-A4EC-A8A9B23099C6}" dt="2025-03-18T05:17:44.503" v="523" actId="6549"/>
        <pc:sldMkLst>
          <pc:docMk/>
          <pc:sldMk cId="3282314039" sldId="491"/>
        </pc:sldMkLst>
        <pc:spChg chg="mod">
          <ac:chgData name="Mohammed Fasha" userId="cc64f42d-a1a6-4f08-b97b-0c37f877119f" providerId="ADAL" clId="{2C25E341-0FCC-4116-A4EC-A8A9B23099C6}" dt="2025-03-18T05:17:16.653" v="516" actId="6549"/>
          <ac:spMkLst>
            <pc:docMk/>
            <pc:sldMk cId="3282314039" sldId="491"/>
            <ac:spMk id="2" creationId="{FBD58F67-3D4D-97BC-494D-9C80CF4EC5C6}"/>
          </ac:spMkLst>
        </pc:spChg>
        <pc:spChg chg="mod">
          <ac:chgData name="Mohammed Fasha" userId="cc64f42d-a1a6-4f08-b97b-0c37f877119f" providerId="ADAL" clId="{2C25E341-0FCC-4116-A4EC-A8A9B23099C6}" dt="2025-03-18T05:17:44.503" v="523" actId="6549"/>
          <ac:spMkLst>
            <pc:docMk/>
            <pc:sldMk cId="3282314039" sldId="491"/>
            <ac:spMk id="3" creationId="{C02FC6D2-9164-3F4C-E839-2CE030D40F7D}"/>
          </ac:spMkLst>
        </pc:spChg>
      </pc:sldChg>
      <pc:sldChg chg="addSp modSp add mod">
        <pc:chgData name="Mohammed Fasha" userId="cc64f42d-a1a6-4f08-b97b-0c37f877119f" providerId="ADAL" clId="{2C25E341-0FCC-4116-A4EC-A8A9B23099C6}" dt="2025-03-18T05:44:21.159" v="779" actId="122"/>
        <pc:sldMkLst>
          <pc:docMk/>
          <pc:sldMk cId="3312238235" sldId="492"/>
        </pc:sldMkLst>
        <pc:spChg chg="mod">
          <ac:chgData name="Mohammed Fasha" userId="cc64f42d-a1a6-4f08-b97b-0c37f877119f" providerId="ADAL" clId="{2C25E341-0FCC-4116-A4EC-A8A9B23099C6}" dt="2025-03-18T05:44:21.159" v="779" actId="122"/>
          <ac:spMkLst>
            <pc:docMk/>
            <pc:sldMk cId="3312238235" sldId="492"/>
            <ac:spMk id="2" creationId="{E73DF388-49EA-AB27-5562-78B12745F2BC}"/>
          </ac:spMkLst>
        </pc:spChg>
        <pc:spChg chg="mod">
          <ac:chgData name="Mohammed Fasha" userId="cc64f42d-a1a6-4f08-b97b-0c37f877119f" providerId="ADAL" clId="{2C25E341-0FCC-4116-A4EC-A8A9B23099C6}" dt="2025-03-18T05:19:28.315" v="580" actId="14100"/>
          <ac:spMkLst>
            <pc:docMk/>
            <pc:sldMk cId="3312238235" sldId="492"/>
            <ac:spMk id="3" creationId="{819C2843-5880-41AD-541E-C3625259280C}"/>
          </ac:spMkLst>
        </pc:spChg>
        <pc:graphicFrameChg chg="add mod modGraphic">
          <ac:chgData name="Mohammed Fasha" userId="cc64f42d-a1a6-4f08-b97b-0c37f877119f" providerId="ADAL" clId="{2C25E341-0FCC-4116-A4EC-A8A9B23099C6}" dt="2025-03-18T05:19:56.892" v="588" actId="404"/>
          <ac:graphicFrameMkLst>
            <pc:docMk/>
            <pc:sldMk cId="3312238235" sldId="492"/>
            <ac:graphicFrameMk id="4" creationId="{D8E7C30A-9E1F-3AB1-C440-421439F52567}"/>
          </ac:graphicFrameMkLst>
        </pc:graphicFrameChg>
      </pc:sldChg>
      <pc:sldChg chg="modSp add mod">
        <pc:chgData name="Mohammed Fasha" userId="cc64f42d-a1a6-4f08-b97b-0c37f877119f" providerId="ADAL" clId="{2C25E341-0FCC-4116-A4EC-A8A9B23099C6}" dt="2025-03-18T05:44:27.487" v="780"/>
        <pc:sldMkLst>
          <pc:docMk/>
          <pc:sldMk cId="1599076447" sldId="493"/>
        </pc:sldMkLst>
        <pc:spChg chg="mod">
          <ac:chgData name="Mohammed Fasha" userId="cc64f42d-a1a6-4f08-b97b-0c37f877119f" providerId="ADAL" clId="{2C25E341-0FCC-4116-A4EC-A8A9B23099C6}" dt="2025-03-18T05:44:27.487" v="780"/>
          <ac:spMkLst>
            <pc:docMk/>
            <pc:sldMk cId="1599076447" sldId="493"/>
            <ac:spMk id="2" creationId="{814363E3-114C-73CC-D815-690B9E23FF47}"/>
          </ac:spMkLst>
        </pc:spChg>
        <pc:spChg chg="mod">
          <ac:chgData name="Mohammed Fasha" userId="cc64f42d-a1a6-4f08-b97b-0c37f877119f" providerId="ADAL" clId="{2C25E341-0FCC-4116-A4EC-A8A9B23099C6}" dt="2025-03-18T05:38:55.429" v="657" actId="14100"/>
          <ac:spMkLst>
            <pc:docMk/>
            <pc:sldMk cId="1599076447" sldId="493"/>
            <ac:spMk id="3" creationId="{92300E3E-F10B-694E-AA25-C73EA173EF4D}"/>
          </ac:spMkLst>
        </pc:spChg>
      </pc:sldChg>
      <pc:sldChg chg="addSp modSp add mod">
        <pc:chgData name="Mohammed Fasha" userId="cc64f42d-a1a6-4f08-b97b-0c37f877119f" providerId="ADAL" clId="{2C25E341-0FCC-4116-A4EC-A8A9B23099C6}" dt="2025-03-18T05:44:29.132" v="781"/>
        <pc:sldMkLst>
          <pc:docMk/>
          <pc:sldMk cId="348832527" sldId="494"/>
        </pc:sldMkLst>
        <pc:spChg chg="mod">
          <ac:chgData name="Mohammed Fasha" userId="cc64f42d-a1a6-4f08-b97b-0c37f877119f" providerId="ADAL" clId="{2C25E341-0FCC-4116-A4EC-A8A9B23099C6}" dt="2025-03-18T05:44:29.132" v="781"/>
          <ac:spMkLst>
            <pc:docMk/>
            <pc:sldMk cId="348832527" sldId="494"/>
            <ac:spMk id="2" creationId="{23A4EBC3-85AD-7B44-6BD5-832C7270F30D}"/>
          </ac:spMkLst>
        </pc:spChg>
        <pc:spChg chg="mod">
          <ac:chgData name="Mohammed Fasha" userId="cc64f42d-a1a6-4f08-b97b-0c37f877119f" providerId="ADAL" clId="{2C25E341-0FCC-4116-A4EC-A8A9B23099C6}" dt="2025-03-18T05:39:20.813" v="663" actId="27636"/>
          <ac:spMkLst>
            <pc:docMk/>
            <pc:sldMk cId="348832527" sldId="494"/>
            <ac:spMk id="3" creationId="{A592CECB-8662-A4D3-9293-C0121E811FED}"/>
          </ac:spMkLst>
        </pc:spChg>
        <pc:picChg chg="add mod">
          <ac:chgData name="Mohammed Fasha" userId="cc64f42d-a1a6-4f08-b97b-0c37f877119f" providerId="ADAL" clId="{2C25E341-0FCC-4116-A4EC-A8A9B23099C6}" dt="2025-03-18T05:39:27.283" v="665" actId="1076"/>
          <ac:picMkLst>
            <pc:docMk/>
            <pc:sldMk cId="348832527" sldId="494"/>
            <ac:picMk id="4" creationId="{A5EE87FE-C193-AD05-D9C6-05CEEA08591B}"/>
          </ac:picMkLst>
        </pc:picChg>
      </pc:sldChg>
      <pc:sldChg chg="addSp modSp add mod ord">
        <pc:chgData name="Mohammed Fasha" userId="cc64f42d-a1a6-4f08-b97b-0c37f877119f" providerId="ADAL" clId="{2C25E341-0FCC-4116-A4EC-A8A9B23099C6}" dt="2025-03-18T05:16:50.866" v="508" actId="15"/>
        <pc:sldMkLst>
          <pc:docMk/>
          <pc:sldMk cId="2787645125" sldId="495"/>
        </pc:sldMkLst>
        <pc:spChg chg="mod">
          <ac:chgData name="Mohammed Fasha" userId="cc64f42d-a1a6-4f08-b97b-0c37f877119f" providerId="ADAL" clId="{2C25E341-0FCC-4116-A4EC-A8A9B23099C6}" dt="2025-03-18T05:14:41.335" v="470" actId="20577"/>
          <ac:spMkLst>
            <pc:docMk/>
            <pc:sldMk cId="2787645125" sldId="495"/>
            <ac:spMk id="2" creationId="{1580B380-13EE-42EA-021B-C1503603D1B1}"/>
          </ac:spMkLst>
        </pc:spChg>
        <pc:spChg chg="mod">
          <ac:chgData name="Mohammed Fasha" userId="cc64f42d-a1a6-4f08-b97b-0c37f877119f" providerId="ADAL" clId="{2C25E341-0FCC-4116-A4EC-A8A9B23099C6}" dt="2025-03-18T05:16:50.866" v="508" actId="15"/>
          <ac:spMkLst>
            <pc:docMk/>
            <pc:sldMk cId="2787645125" sldId="495"/>
            <ac:spMk id="3" creationId="{878A1EC7-19EF-0A41-A67E-51E0ED215555}"/>
          </ac:spMkLst>
        </pc:spChg>
        <pc:graphicFrameChg chg="add mod modGraphic">
          <ac:chgData name="Mohammed Fasha" userId="cc64f42d-a1a6-4f08-b97b-0c37f877119f" providerId="ADAL" clId="{2C25E341-0FCC-4116-A4EC-A8A9B23099C6}" dt="2025-03-18T05:15:59.516" v="495" actId="20577"/>
          <ac:graphicFrameMkLst>
            <pc:docMk/>
            <pc:sldMk cId="2787645125" sldId="495"/>
            <ac:graphicFrameMk id="4" creationId="{CE183B6B-E1F5-175D-7B72-90C2C945FA1B}"/>
          </ac:graphicFrameMkLst>
        </pc:graphicFrameChg>
      </pc:sldChg>
      <pc:sldChg chg="addSp modSp new mod">
        <pc:chgData name="Mohammed Fasha" userId="cc64f42d-a1a6-4f08-b97b-0c37f877119f" providerId="ADAL" clId="{2C25E341-0FCC-4116-A4EC-A8A9B23099C6}" dt="2025-03-18T05:44:48.989" v="786" actId="20577"/>
        <pc:sldMkLst>
          <pc:docMk/>
          <pc:sldMk cId="1384559435" sldId="496"/>
        </pc:sldMkLst>
        <pc:spChg chg="mod">
          <ac:chgData name="Mohammed Fasha" userId="cc64f42d-a1a6-4f08-b97b-0c37f877119f" providerId="ADAL" clId="{2C25E341-0FCC-4116-A4EC-A8A9B23099C6}" dt="2025-03-18T05:44:30.831" v="782"/>
          <ac:spMkLst>
            <pc:docMk/>
            <pc:sldMk cId="1384559435" sldId="496"/>
            <ac:spMk id="2" creationId="{C1B9E0C5-0DEF-6346-2A11-5799305DBAD6}"/>
          </ac:spMkLst>
        </pc:spChg>
        <pc:spChg chg="mod">
          <ac:chgData name="Mohammed Fasha" userId="cc64f42d-a1a6-4f08-b97b-0c37f877119f" providerId="ADAL" clId="{2C25E341-0FCC-4116-A4EC-A8A9B23099C6}" dt="2025-03-18T05:44:48.989" v="786" actId="20577"/>
          <ac:spMkLst>
            <pc:docMk/>
            <pc:sldMk cId="1384559435" sldId="496"/>
            <ac:spMk id="3" creationId="{C376744F-720B-FD5E-3E0A-B8C63F7DA111}"/>
          </ac:spMkLst>
        </pc:spChg>
        <pc:picChg chg="add mod">
          <ac:chgData name="Mohammed Fasha" userId="cc64f42d-a1a6-4f08-b97b-0c37f877119f" providerId="ADAL" clId="{2C25E341-0FCC-4116-A4EC-A8A9B23099C6}" dt="2025-03-18T05:40:00.803" v="672" actId="1076"/>
          <ac:picMkLst>
            <pc:docMk/>
            <pc:sldMk cId="1384559435" sldId="496"/>
            <ac:picMk id="4" creationId="{60C612BB-6EA6-B40F-CEC5-073FF6DAA8CA}"/>
          </ac:picMkLst>
        </pc:picChg>
      </pc:sldChg>
      <pc:sldChg chg="addSp modSp add mod">
        <pc:chgData name="Mohammed Fasha" userId="cc64f42d-a1a6-4f08-b97b-0c37f877119f" providerId="ADAL" clId="{2C25E341-0FCC-4116-A4EC-A8A9B23099C6}" dt="2025-03-18T05:44:35.032" v="784"/>
        <pc:sldMkLst>
          <pc:docMk/>
          <pc:sldMk cId="57814750" sldId="497"/>
        </pc:sldMkLst>
        <pc:spChg chg="mod">
          <ac:chgData name="Mohammed Fasha" userId="cc64f42d-a1a6-4f08-b97b-0c37f877119f" providerId="ADAL" clId="{2C25E341-0FCC-4116-A4EC-A8A9B23099C6}" dt="2025-03-18T05:44:35.032" v="784"/>
          <ac:spMkLst>
            <pc:docMk/>
            <pc:sldMk cId="57814750" sldId="497"/>
            <ac:spMk id="2" creationId="{D3FB9B81-3951-F1BA-F70F-C5299A300D50}"/>
          </ac:spMkLst>
        </pc:spChg>
        <pc:spChg chg="mod">
          <ac:chgData name="Mohammed Fasha" userId="cc64f42d-a1a6-4f08-b97b-0c37f877119f" providerId="ADAL" clId="{2C25E341-0FCC-4116-A4EC-A8A9B23099C6}" dt="2025-03-18T05:41:43.511" v="699" actId="14100"/>
          <ac:spMkLst>
            <pc:docMk/>
            <pc:sldMk cId="57814750" sldId="497"/>
            <ac:spMk id="3" creationId="{53609642-AE11-88C3-15EF-2BA362E0EA15}"/>
          </ac:spMkLst>
        </pc:spChg>
        <pc:spChg chg="add mod">
          <ac:chgData name="Mohammed Fasha" userId="cc64f42d-a1a6-4f08-b97b-0c37f877119f" providerId="ADAL" clId="{2C25E341-0FCC-4116-A4EC-A8A9B23099C6}" dt="2025-03-18T05:42:09.893" v="707" actId="27636"/>
          <ac:spMkLst>
            <pc:docMk/>
            <pc:sldMk cId="57814750" sldId="497"/>
            <ac:spMk id="5" creationId="{48A306CA-E4D0-7435-489D-F83764F71584}"/>
          </ac:spMkLst>
        </pc:spChg>
        <pc:picChg chg="add mod">
          <ac:chgData name="Mohammed Fasha" userId="cc64f42d-a1a6-4f08-b97b-0c37f877119f" providerId="ADAL" clId="{2C25E341-0FCC-4116-A4EC-A8A9B23099C6}" dt="2025-03-18T05:41:51.713" v="701" actId="1076"/>
          <ac:picMkLst>
            <pc:docMk/>
            <pc:sldMk cId="57814750" sldId="497"/>
            <ac:picMk id="4" creationId="{79533CBB-5518-2063-9FF7-2BCC0A595281}"/>
          </ac:picMkLst>
        </pc:picChg>
      </pc:sldChg>
      <pc:sldChg chg="addSp modSp add mod">
        <pc:chgData name="Mohammed Fasha" userId="cc64f42d-a1a6-4f08-b97b-0c37f877119f" providerId="ADAL" clId="{2C25E341-0FCC-4116-A4EC-A8A9B23099C6}" dt="2025-03-18T05:44:37.279" v="785"/>
        <pc:sldMkLst>
          <pc:docMk/>
          <pc:sldMk cId="1144112729" sldId="498"/>
        </pc:sldMkLst>
        <pc:spChg chg="mod">
          <ac:chgData name="Mohammed Fasha" userId="cc64f42d-a1a6-4f08-b97b-0c37f877119f" providerId="ADAL" clId="{2C25E341-0FCC-4116-A4EC-A8A9B23099C6}" dt="2025-03-18T05:44:37.279" v="785"/>
          <ac:spMkLst>
            <pc:docMk/>
            <pc:sldMk cId="1144112729" sldId="498"/>
            <ac:spMk id="2" creationId="{DF083D7A-E326-C64B-FE19-97FDA62F21A0}"/>
          </ac:spMkLst>
        </pc:spChg>
        <pc:spChg chg="mod">
          <ac:chgData name="Mohammed Fasha" userId="cc64f42d-a1a6-4f08-b97b-0c37f877119f" providerId="ADAL" clId="{2C25E341-0FCC-4116-A4EC-A8A9B23099C6}" dt="2025-03-18T05:43:42.736" v="769" actId="27636"/>
          <ac:spMkLst>
            <pc:docMk/>
            <pc:sldMk cId="1144112729" sldId="498"/>
            <ac:spMk id="3" creationId="{411F906E-2077-670F-F1B7-61EC350DB990}"/>
          </ac:spMkLst>
        </pc:spChg>
        <pc:spChg chg="add mod">
          <ac:chgData name="Mohammed Fasha" userId="cc64f42d-a1a6-4f08-b97b-0c37f877119f" providerId="ADAL" clId="{2C25E341-0FCC-4116-A4EC-A8A9B23099C6}" dt="2025-03-18T05:43:47.744" v="770" actId="1076"/>
          <ac:spMkLst>
            <pc:docMk/>
            <pc:sldMk cId="1144112729" sldId="498"/>
            <ac:spMk id="5" creationId="{8ED08DD0-4EC9-89AA-713E-CB70BC6D9F2E}"/>
          </ac:spMkLst>
        </pc:spChg>
        <pc:picChg chg="add mod">
          <ac:chgData name="Mohammed Fasha" userId="cc64f42d-a1a6-4f08-b97b-0c37f877119f" providerId="ADAL" clId="{2C25E341-0FCC-4116-A4EC-A8A9B23099C6}" dt="2025-03-18T05:43:15.695" v="757" actId="1076"/>
          <ac:picMkLst>
            <pc:docMk/>
            <pc:sldMk cId="1144112729" sldId="498"/>
            <ac:picMk id="4" creationId="{9AD2FC0F-A8FA-F363-2FE4-3F6BF0781CE5}"/>
          </ac:picMkLst>
        </pc:picChg>
      </pc:sldChg>
      <pc:sldChg chg="addSp delSp modSp add mod">
        <pc:chgData name="Mohammed Fasha" userId="cc64f42d-a1a6-4f08-b97b-0c37f877119f" providerId="ADAL" clId="{2C25E341-0FCC-4116-A4EC-A8A9B23099C6}" dt="2025-03-18T05:44:33.384" v="783"/>
        <pc:sldMkLst>
          <pc:docMk/>
          <pc:sldMk cId="1510913655" sldId="499"/>
        </pc:sldMkLst>
        <pc:spChg chg="mod">
          <ac:chgData name="Mohammed Fasha" userId="cc64f42d-a1a6-4f08-b97b-0c37f877119f" providerId="ADAL" clId="{2C25E341-0FCC-4116-A4EC-A8A9B23099C6}" dt="2025-03-18T05:44:33.384" v="783"/>
          <ac:spMkLst>
            <pc:docMk/>
            <pc:sldMk cId="1510913655" sldId="499"/>
            <ac:spMk id="2" creationId="{B2AE26FF-C658-D239-DE28-37E15D87D539}"/>
          </ac:spMkLst>
        </pc:spChg>
        <pc:spChg chg="mod">
          <ac:chgData name="Mohammed Fasha" userId="cc64f42d-a1a6-4f08-b97b-0c37f877119f" providerId="ADAL" clId="{2C25E341-0FCC-4116-A4EC-A8A9B23099C6}" dt="2025-03-18T05:41:09.339" v="694" actId="27636"/>
          <ac:spMkLst>
            <pc:docMk/>
            <pc:sldMk cId="1510913655" sldId="499"/>
            <ac:spMk id="3" creationId="{0ED16E25-0DFB-28EC-F22A-C4F4EF07C843}"/>
          </ac:spMkLst>
        </pc:spChg>
        <pc:picChg chg="del">
          <ac:chgData name="Mohammed Fasha" userId="cc64f42d-a1a6-4f08-b97b-0c37f877119f" providerId="ADAL" clId="{2C25E341-0FCC-4116-A4EC-A8A9B23099C6}" dt="2025-03-18T05:40:22.934" v="676" actId="478"/>
          <ac:picMkLst>
            <pc:docMk/>
            <pc:sldMk cId="1510913655" sldId="499"/>
            <ac:picMk id="4" creationId="{D2EB2FA1-4940-E446-EC51-EE8ED6C05C80}"/>
          </ac:picMkLst>
        </pc:picChg>
        <pc:picChg chg="add mod">
          <ac:chgData name="Mohammed Fasha" userId="cc64f42d-a1a6-4f08-b97b-0c37f877119f" providerId="ADAL" clId="{2C25E341-0FCC-4116-A4EC-A8A9B23099C6}" dt="2025-03-18T05:41:15.104" v="695" actId="1076"/>
          <ac:picMkLst>
            <pc:docMk/>
            <pc:sldMk cId="1510913655" sldId="499"/>
            <ac:picMk id="5" creationId="{C00C5F26-F973-CAA0-3DF2-788967A88FF0}"/>
          </ac:picMkLst>
        </pc:picChg>
      </pc:sldChg>
      <pc:sldMasterChg chg="delSldLayout">
        <pc:chgData name="Mohammed Fasha" userId="cc64f42d-a1a6-4f08-b97b-0c37f877119f" providerId="ADAL" clId="{2C25E341-0FCC-4116-A4EC-A8A9B23099C6}" dt="2025-03-18T04:48:45.234" v="0" actId="2696"/>
        <pc:sldMasterMkLst>
          <pc:docMk/>
          <pc:sldMasterMk cId="742811419" sldId="2147483648"/>
        </pc:sldMasterMkLst>
        <pc:sldLayoutChg chg="del">
          <pc:chgData name="Mohammed Fasha" userId="cc64f42d-a1a6-4f08-b97b-0c37f877119f" providerId="ADAL" clId="{2C25E341-0FCC-4116-A4EC-A8A9B23099C6}" dt="2025-03-18T04:48:45.234" v="0" actId="2696"/>
          <pc:sldLayoutMkLst>
            <pc:docMk/>
            <pc:sldMasterMk cId="742811419" sldId="2147483648"/>
            <pc:sldLayoutMk cId="3220374438" sldId="2147483661"/>
          </pc:sldLayoutMkLst>
        </pc:sldLayoutChg>
      </pc:sldMasterChg>
    </pc:docChg>
  </pc:docChgLst>
  <pc:docChgLst>
    <pc:chgData name="Mohammed Fasha" userId="cc64f42d-a1a6-4f08-b97b-0c37f877119f" providerId="ADAL" clId="{0F6A92A6-FC46-466F-A1EC-286E38E3120A}"/>
    <pc:docChg chg="undo custSel addSld delSld modSld">
      <pc:chgData name="Mohammed Fasha" userId="cc64f42d-a1a6-4f08-b97b-0c37f877119f" providerId="ADAL" clId="{0F6A92A6-FC46-466F-A1EC-286E38E3120A}" dt="2025-03-18T02:48:33.776" v="584" actId="1076"/>
      <pc:docMkLst>
        <pc:docMk/>
      </pc:docMkLst>
      <pc:sldChg chg="modSp mod">
        <pc:chgData name="Mohammed Fasha" userId="cc64f42d-a1a6-4f08-b97b-0c37f877119f" providerId="ADAL" clId="{0F6A92A6-FC46-466F-A1EC-286E38E3120A}" dt="2025-03-18T02:37:01.142" v="535" actId="20577"/>
        <pc:sldMkLst>
          <pc:docMk/>
          <pc:sldMk cId="1489447582" sldId="455"/>
        </pc:sldMkLst>
        <pc:spChg chg="mod">
          <ac:chgData name="Mohammed Fasha" userId="cc64f42d-a1a6-4f08-b97b-0c37f877119f" providerId="ADAL" clId="{0F6A92A6-FC46-466F-A1EC-286E38E3120A}" dt="2025-03-18T02:37:01.142" v="535" actId="20577"/>
          <ac:spMkLst>
            <pc:docMk/>
            <pc:sldMk cId="1489447582" sldId="455"/>
            <ac:spMk id="8" creationId="{107CF054-390C-DCFC-C9A6-9E95C859A175}"/>
          </ac:spMkLst>
        </pc:spChg>
      </pc:sldChg>
      <pc:sldChg chg="addSp delSp modSp mod modClrScheme chgLayout">
        <pc:chgData name="Mohammed Fasha" userId="cc64f42d-a1a6-4f08-b97b-0c37f877119f" providerId="ADAL" clId="{0F6A92A6-FC46-466F-A1EC-286E38E3120A}" dt="2025-03-17T14:38:14.346" v="59" actId="14100"/>
        <pc:sldMkLst>
          <pc:docMk/>
          <pc:sldMk cId="48836864" sldId="459"/>
        </pc:sldMkLst>
        <pc:spChg chg="mod">
          <ac:chgData name="Mohammed Fasha" userId="cc64f42d-a1a6-4f08-b97b-0c37f877119f" providerId="ADAL" clId="{0F6A92A6-FC46-466F-A1EC-286E38E3120A}" dt="2025-03-17T14:37:38.457" v="50" actId="26606"/>
          <ac:spMkLst>
            <pc:docMk/>
            <pc:sldMk cId="48836864" sldId="459"/>
            <ac:spMk id="2" creationId="{155C2314-3CF3-F0A9-685A-3156E5CE2674}"/>
          </ac:spMkLst>
        </pc:spChg>
        <pc:spChg chg="mod ord">
          <ac:chgData name="Mohammed Fasha" userId="cc64f42d-a1a6-4f08-b97b-0c37f877119f" providerId="ADAL" clId="{0F6A92A6-FC46-466F-A1EC-286E38E3120A}" dt="2025-03-17T14:38:14.346" v="59" actId="14100"/>
          <ac:spMkLst>
            <pc:docMk/>
            <pc:sldMk cId="48836864" sldId="459"/>
            <ac:spMk id="3" creationId="{B1CD1ADE-0294-A1FB-F5E9-1676C5183664}"/>
          </ac:spMkLst>
        </pc:spChg>
        <pc:picChg chg="add mod">
          <ac:chgData name="Mohammed Fasha" userId="cc64f42d-a1a6-4f08-b97b-0c37f877119f" providerId="ADAL" clId="{0F6A92A6-FC46-466F-A1EC-286E38E3120A}" dt="2025-03-17T14:38:11.721" v="58" actId="1076"/>
          <ac:picMkLst>
            <pc:docMk/>
            <pc:sldMk cId="48836864" sldId="459"/>
            <ac:picMk id="5" creationId="{C6DBBC5E-1505-3C9E-BC4A-D989A6A248A4}"/>
          </ac:picMkLst>
        </pc:picChg>
        <pc:picChg chg="add del mod">
          <ac:chgData name="Mohammed Fasha" userId="cc64f42d-a1a6-4f08-b97b-0c37f877119f" providerId="ADAL" clId="{0F6A92A6-FC46-466F-A1EC-286E38E3120A}" dt="2025-03-17T14:38:04.327" v="55" actId="478"/>
          <ac:picMkLst>
            <pc:docMk/>
            <pc:sldMk cId="48836864" sldId="459"/>
            <ac:picMk id="2050" creationId="{09D0301F-3995-0626-F659-923E8B7772AB}"/>
          </ac:picMkLst>
        </pc:picChg>
      </pc:sldChg>
      <pc:sldChg chg="modSp mod">
        <pc:chgData name="Mohammed Fasha" userId="cc64f42d-a1a6-4f08-b97b-0c37f877119f" providerId="ADAL" clId="{0F6A92A6-FC46-466F-A1EC-286E38E3120A}" dt="2025-03-17T14:33:30.790" v="46" actId="27636"/>
        <pc:sldMkLst>
          <pc:docMk/>
          <pc:sldMk cId="1395444050" sldId="461"/>
        </pc:sldMkLst>
        <pc:spChg chg="mod">
          <ac:chgData name="Mohammed Fasha" userId="cc64f42d-a1a6-4f08-b97b-0c37f877119f" providerId="ADAL" clId="{0F6A92A6-FC46-466F-A1EC-286E38E3120A}" dt="2025-03-17T14:33:01.997" v="29"/>
          <ac:spMkLst>
            <pc:docMk/>
            <pc:sldMk cId="1395444050" sldId="461"/>
            <ac:spMk id="2" creationId="{138B03B8-D3CB-E120-0A40-13913A6145E3}"/>
          </ac:spMkLst>
        </pc:spChg>
        <pc:spChg chg="mod">
          <ac:chgData name="Mohammed Fasha" userId="cc64f42d-a1a6-4f08-b97b-0c37f877119f" providerId="ADAL" clId="{0F6A92A6-FC46-466F-A1EC-286E38E3120A}" dt="2025-03-17T14:33:30.790" v="46" actId="27636"/>
          <ac:spMkLst>
            <pc:docMk/>
            <pc:sldMk cId="1395444050" sldId="461"/>
            <ac:spMk id="7" creationId="{CB06B31B-619A-A1D9-FE73-ACF05C08B9EA}"/>
          </ac:spMkLst>
        </pc:spChg>
      </pc:sldChg>
      <pc:sldChg chg="del">
        <pc:chgData name="Mohammed Fasha" userId="cc64f42d-a1a6-4f08-b97b-0c37f877119f" providerId="ADAL" clId="{0F6A92A6-FC46-466F-A1EC-286E38E3120A}" dt="2025-03-17T14:38:51.198" v="60" actId="2696"/>
        <pc:sldMkLst>
          <pc:docMk/>
          <pc:sldMk cId="1353442942" sldId="467"/>
        </pc:sldMkLst>
      </pc:sldChg>
      <pc:sldChg chg="del">
        <pc:chgData name="Mohammed Fasha" userId="cc64f42d-a1a6-4f08-b97b-0c37f877119f" providerId="ADAL" clId="{0F6A92A6-FC46-466F-A1EC-286E38E3120A}" dt="2025-03-17T14:39:27.881" v="64" actId="47"/>
        <pc:sldMkLst>
          <pc:docMk/>
          <pc:sldMk cId="885699272" sldId="468"/>
        </pc:sldMkLst>
      </pc:sldChg>
      <pc:sldChg chg="modSp mod">
        <pc:chgData name="Mohammed Fasha" userId="cc64f42d-a1a6-4f08-b97b-0c37f877119f" providerId="ADAL" clId="{0F6A92A6-FC46-466F-A1EC-286E38E3120A}" dt="2025-03-17T14:40:17.818" v="84" actId="27636"/>
        <pc:sldMkLst>
          <pc:docMk/>
          <pc:sldMk cId="2161886032" sldId="469"/>
        </pc:sldMkLst>
        <pc:spChg chg="mod">
          <ac:chgData name="Mohammed Fasha" userId="cc64f42d-a1a6-4f08-b97b-0c37f877119f" providerId="ADAL" clId="{0F6A92A6-FC46-466F-A1EC-286E38E3120A}" dt="2025-03-17T14:32:44.192" v="27"/>
          <ac:spMkLst>
            <pc:docMk/>
            <pc:sldMk cId="2161886032" sldId="469"/>
            <ac:spMk id="2" creationId="{ED4FA32C-6F9C-9804-E093-09E74C9799C1}"/>
          </ac:spMkLst>
        </pc:spChg>
        <pc:spChg chg="mod">
          <ac:chgData name="Mohammed Fasha" userId="cc64f42d-a1a6-4f08-b97b-0c37f877119f" providerId="ADAL" clId="{0F6A92A6-FC46-466F-A1EC-286E38E3120A}" dt="2025-03-17T14:40:17.818" v="84" actId="27636"/>
          <ac:spMkLst>
            <pc:docMk/>
            <pc:sldMk cId="2161886032" sldId="469"/>
            <ac:spMk id="3" creationId="{770A7C21-6D02-B7DF-767E-E64352F45247}"/>
          </ac:spMkLst>
        </pc:spChg>
      </pc:sldChg>
      <pc:sldChg chg="addSp delSp modSp mod">
        <pc:chgData name="Mohammed Fasha" userId="cc64f42d-a1a6-4f08-b97b-0c37f877119f" providerId="ADAL" clId="{0F6A92A6-FC46-466F-A1EC-286E38E3120A}" dt="2025-03-17T14:32:20.173" v="25" actId="27636"/>
        <pc:sldMkLst>
          <pc:docMk/>
          <pc:sldMk cId="228845551" sldId="470"/>
        </pc:sldMkLst>
        <pc:spChg chg="add del mod">
          <ac:chgData name="Mohammed Fasha" userId="cc64f42d-a1a6-4f08-b97b-0c37f877119f" providerId="ADAL" clId="{0F6A92A6-FC46-466F-A1EC-286E38E3120A}" dt="2025-03-17T14:31:53.366" v="15"/>
          <ac:spMkLst>
            <pc:docMk/>
            <pc:sldMk cId="228845551" sldId="470"/>
            <ac:spMk id="2" creationId="{7F64B6DA-ED95-BF11-2E4C-2DFDC2E7185E}"/>
          </ac:spMkLst>
        </pc:spChg>
        <pc:spChg chg="mod">
          <ac:chgData name="Mohammed Fasha" userId="cc64f42d-a1a6-4f08-b97b-0c37f877119f" providerId="ADAL" clId="{0F6A92A6-FC46-466F-A1EC-286E38E3120A}" dt="2025-03-17T14:32:20.173" v="25" actId="27636"/>
          <ac:spMkLst>
            <pc:docMk/>
            <pc:sldMk cId="228845551" sldId="470"/>
            <ac:spMk id="3" creationId="{83BE0D35-F5BE-5721-912E-D6942DC23075}"/>
          </ac:spMkLst>
        </pc:spChg>
        <pc:spChg chg="add mod">
          <ac:chgData name="Mohammed Fasha" userId="cc64f42d-a1a6-4f08-b97b-0c37f877119f" providerId="ADAL" clId="{0F6A92A6-FC46-466F-A1EC-286E38E3120A}" dt="2025-03-17T14:31:51.225" v="13"/>
          <ac:spMkLst>
            <pc:docMk/>
            <pc:sldMk cId="228845551" sldId="470"/>
            <ac:spMk id="4" creationId="{BE57F77A-E83D-97EF-1829-633F8DD32E26}"/>
          </ac:spMkLst>
        </pc:spChg>
      </pc:sldChg>
      <pc:sldChg chg="modSp new mod">
        <pc:chgData name="Mohammed Fasha" userId="cc64f42d-a1a6-4f08-b97b-0c37f877119f" providerId="ADAL" clId="{0F6A92A6-FC46-466F-A1EC-286E38E3120A}" dt="2025-03-17T14:39:47.242" v="67" actId="27636"/>
        <pc:sldMkLst>
          <pc:docMk/>
          <pc:sldMk cId="1729735699" sldId="471"/>
        </pc:sldMkLst>
        <pc:spChg chg="mod">
          <ac:chgData name="Mohammed Fasha" userId="cc64f42d-a1a6-4f08-b97b-0c37f877119f" providerId="ADAL" clId="{0F6A92A6-FC46-466F-A1EC-286E38E3120A}" dt="2025-03-17T14:39:47.242" v="67" actId="27636"/>
          <ac:spMkLst>
            <pc:docMk/>
            <pc:sldMk cId="1729735699" sldId="471"/>
            <ac:spMk id="3" creationId="{F03A864D-27D6-2882-82A2-FC76937F57AC}"/>
          </ac:spMkLst>
        </pc:spChg>
      </pc:sldChg>
      <pc:sldChg chg="addSp modSp new mod">
        <pc:chgData name="Mohammed Fasha" userId="cc64f42d-a1a6-4f08-b97b-0c37f877119f" providerId="ADAL" clId="{0F6A92A6-FC46-466F-A1EC-286E38E3120A}" dt="2025-03-18T02:42:09.841" v="548" actId="1076"/>
        <pc:sldMkLst>
          <pc:docMk/>
          <pc:sldMk cId="2766696385" sldId="472"/>
        </pc:sldMkLst>
        <pc:spChg chg="mod">
          <ac:chgData name="Mohammed Fasha" userId="cc64f42d-a1a6-4f08-b97b-0c37f877119f" providerId="ADAL" clId="{0F6A92A6-FC46-466F-A1EC-286E38E3120A}" dt="2025-03-18T02:19:07.816" v="96" actId="113"/>
          <ac:spMkLst>
            <pc:docMk/>
            <pc:sldMk cId="2766696385" sldId="472"/>
            <ac:spMk id="2" creationId="{4452D5B9-2871-5EBC-A17B-8B8ADA8C4D99}"/>
          </ac:spMkLst>
        </pc:spChg>
        <pc:spChg chg="mod">
          <ac:chgData name="Mohammed Fasha" userId="cc64f42d-a1a6-4f08-b97b-0c37f877119f" providerId="ADAL" clId="{0F6A92A6-FC46-466F-A1EC-286E38E3120A}" dt="2025-03-18T02:18:59.725" v="87" actId="21"/>
          <ac:spMkLst>
            <pc:docMk/>
            <pc:sldMk cId="2766696385" sldId="472"/>
            <ac:spMk id="3" creationId="{79E5C41B-2FD3-F992-A765-8444BB41DA04}"/>
          </ac:spMkLst>
        </pc:spChg>
        <pc:picChg chg="add mod">
          <ac:chgData name="Mohammed Fasha" userId="cc64f42d-a1a6-4f08-b97b-0c37f877119f" providerId="ADAL" clId="{0F6A92A6-FC46-466F-A1EC-286E38E3120A}" dt="2025-03-18T02:42:09.841" v="548" actId="1076"/>
          <ac:picMkLst>
            <pc:docMk/>
            <pc:sldMk cId="2766696385" sldId="472"/>
            <ac:picMk id="4098" creationId="{025DC2D0-6CA1-4038-E4E8-460213DD782D}"/>
          </ac:picMkLst>
        </pc:picChg>
      </pc:sldChg>
      <pc:sldChg chg="addSp delSp modSp new mod">
        <pc:chgData name="Mohammed Fasha" userId="cc64f42d-a1a6-4f08-b97b-0c37f877119f" providerId="ADAL" clId="{0F6A92A6-FC46-466F-A1EC-286E38E3120A}" dt="2025-03-18T02:42:48.015" v="556" actId="1076"/>
        <pc:sldMkLst>
          <pc:docMk/>
          <pc:sldMk cId="4180559926" sldId="473"/>
        </pc:sldMkLst>
        <pc:spChg chg="mod">
          <ac:chgData name="Mohammed Fasha" userId="cc64f42d-a1a6-4f08-b97b-0c37f877119f" providerId="ADAL" clId="{0F6A92A6-FC46-466F-A1EC-286E38E3120A}" dt="2025-03-18T02:19:27.391" v="107" actId="113"/>
          <ac:spMkLst>
            <pc:docMk/>
            <pc:sldMk cId="4180559926" sldId="473"/>
            <ac:spMk id="2" creationId="{8B7D17C4-6900-2C0F-0B47-9A5FCC6EA098}"/>
          </ac:spMkLst>
        </pc:spChg>
        <pc:spChg chg="mod">
          <ac:chgData name="Mohammed Fasha" userId="cc64f42d-a1a6-4f08-b97b-0c37f877119f" providerId="ADAL" clId="{0F6A92A6-FC46-466F-A1EC-286E38E3120A}" dt="2025-03-18T02:19:23.100" v="102" actId="21"/>
          <ac:spMkLst>
            <pc:docMk/>
            <pc:sldMk cId="4180559926" sldId="473"/>
            <ac:spMk id="3" creationId="{C9361DA7-17F8-D8A5-8BD1-3E036B1B7481}"/>
          </ac:spMkLst>
        </pc:spChg>
        <pc:picChg chg="add del mod">
          <ac:chgData name="Mohammed Fasha" userId="cc64f42d-a1a6-4f08-b97b-0c37f877119f" providerId="ADAL" clId="{0F6A92A6-FC46-466F-A1EC-286E38E3120A}" dt="2025-03-18T02:40:39.450" v="539" actId="22"/>
          <ac:picMkLst>
            <pc:docMk/>
            <pc:sldMk cId="4180559926" sldId="473"/>
            <ac:picMk id="5" creationId="{5A3C67CC-E1A4-5501-1743-F4AEBE201B9C}"/>
          </ac:picMkLst>
        </pc:picChg>
        <pc:picChg chg="add mod">
          <ac:chgData name="Mohammed Fasha" userId="cc64f42d-a1a6-4f08-b97b-0c37f877119f" providerId="ADAL" clId="{0F6A92A6-FC46-466F-A1EC-286E38E3120A}" dt="2025-03-18T02:42:46.847" v="555" actId="1076"/>
          <ac:picMkLst>
            <pc:docMk/>
            <pc:sldMk cId="4180559926" sldId="473"/>
            <ac:picMk id="2050" creationId="{7630116A-9923-96DA-8CF5-ADBBBEB7A036}"/>
          </ac:picMkLst>
        </pc:picChg>
        <pc:picChg chg="add mod">
          <ac:chgData name="Mohammed Fasha" userId="cc64f42d-a1a6-4f08-b97b-0c37f877119f" providerId="ADAL" clId="{0F6A92A6-FC46-466F-A1EC-286E38E3120A}" dt="2025-03-18T02:42:48.015" v="556" actId="1076"/>
          <ac:picMkLst>
            <pc:docMk/>
            <pc:sldMk cId="4180559926" sldId="473"/>
            <ac:picMk id="2052" creationId="{EB087AD0-73F9-30FA-5ABB-5FA070408EF8}"/>
          </ac:picMkLst>
        </pc:picChg>
      </pc:sldChg>
      <pc:sldChg chg="addSp modSp add mod">
        <pc:chgData name="Mohammed Fasha" userId="cc64f42d-a1a6-4f08-b97b-0c37f877119f" providerId="ADAL" clId="{0F6A92A6-FC46-466F-A1EC-286E38E3120A}" dt="2025-03-18T02:43:57.732" v="559" actId="14100"/>
        <pc:sldMkLst>
          <pc:docMk/>
          <pc:sldMk cId="3886989038" sldId="474"/>
        </pc:sldMkLst>
        <pc:spChg chg="mod">
          <ac:chgData name="Mohammed Fasha" userId="cc64f42d-a1a6-4f08-b97b-0c37f877119f" providerId="ADAL" clId="{0F6A92A6-FC46-466F-A1EC-286E38E3120A}" dt="2025-03-18T02:19:41.981" v="114" actId="113"/>
          <ac:spMkLst>
            <pc:docMk/>
            <pc:sldMk cId="3886989038" sldId="474"/>
            <ac:spMk id="2" creationId="{9CF2ADF3-F48A-EB49-7342-FC2BDB58C924}"/>
          </ac:spMkLst>
        </pc:spChg>
        <pc:spChg chg="mod">
          <ac:chgData name="Mohammed Fasha" userId="cc64f42d-a1a6-4f08-b97b-0c37f877119f" providerId="ADAL" clId="{0F6A92A6-FC46-466F-A1EC-286E38E3120A}" dt="2025-03-18T02:43:57.732" v="559" actId="14100"/>
          <ac:spMkLst>
            <pc:docMk/>
            <pc:sldMk cId="3886989038" sldId="474"/>
            <ac:spMk id="3" creationId="{33F57CBD-BDEE-A091-DC95-C0CF009F3621}"/>
          </ac:spMkLst>
        </pc:spChg>
        <pc:picChg chg="add mod">
          <ac:chgData name="Mohammed Fasha" userId="cc64f42d-a1a6-4f08-b97b-0c37f877119f" providerId="ADAL" clId="{0F6A92A6-FC46-466F-A1EC-286E38E3120A}" dt="2025-03-18T02:43:54.290" v="558" actId="1076"/>
          <ac:picMkLst>
            <pc:docMk/>
            <pc:sldMk cId="3886989038" sldId="474"/>
            <ac:picMk id="5122" creationId="{F2502AE8-6FF3-3DFC-ACDD-63C906EA0049}"/>
          </ac:picMkLst>
        </pc:picChg>
      </pc:sldChg>
      <pc:sldChg chg="addSp modSp add mod">
        <pc:chgData name="Mohammed Fasha" userId="cc64f42d-a1a6-4f08-b97b-0c37f877119f" providerId="ADAL" clId="{0F6A92A6-FC46-466F-A1EC-286E38E3120A}" dt="2025-03-18T02:46:14.881" v="569" actId="14100"/>
        <pc:sldMkLst>
          <pc:docMk/>
          <pc:sldMk cId="2121122174" sldId="475"/>
        </pc:sldMkLst>
        <pc:spChg chg="mod">
          <ac:chgData name="Mohammed Fasha" userId="cc64f42d-a1a6-4f08-b97b-0c37f877119f" providerId="ADAL" clId="{0F6A92A6-FC46-466F-A1EC-286E38E3120A}" dt="2025-03-18T02:19:58.553" v="121" actId="113"/>
          <ac:spMkLst>
            <pc:docMk/>
            <pc:sldMk cId="2121122174" sldId="475"/>
            <ac:spMk id="2" creationId="{034644BA-C533-71FC-2C08-CE0B1E6B70FB}"/>
          </ac:spMkLst>
        </pc:spChg>
        <pc:spChg chg="mod">
          <ac:chgData name="Mohammed Fasha" userId="cc64f42d-a1a6-4f08-b97b-0c37f877119f" providerId="ADAL" clId="{0F6A92A6-FC46-466F-A1EC-286E38E3120A}" dt="2025-03-18T02:46:14.881" v="569" actId="14100"/>
          <ac:spMkLst>
            <pc:docMk/>
            <pc:sldMk cId="2121122174" sldId="475"/>
            <ac:spMk id="3" creationId="{E646A0DA-1B84-8ED0-EB37-1184187E49A0}"/>
          </ac:spMkLst>
        </pc:spChg>
        <pc:spChg chg="add">
          <ac:chgData name="Mohammed Fasha" userId="cc64f42d-a1a6-4f08-b97b-0c37f877119f" providerId="ADAL" clId="{0F6A92A6-FC46-466F-A1EC-286E38E3120A}" dt="2025-03-18T02:44:58.943" v="560"/>
          <ac:spMkLst>
            <pc:docMk/>
            <pc:sldMk cId="2121122174" sldId="475"/>
            <ac:spMk id="4" creationId="{044390B4-4495-AD64-202E-3159467E9114}"/>
          </ac:spMkLst>
        </pc:spChg>
        <pc:picChg chg="add mod">
          <ac:chgData name="Mohammed Fasha" userId="cc64f42d-a1a6-4f08-b97b-0c37f877119f" providerId="ADAL" clId="{0F6A92A6-FC46-466F-A1EC-286E38E3120A}" dt="2025-03-18T02:46:11.470" v="568" actId="1076"/>
          <ac:picMkLst>
            <pc:docMk/>
            <pc:sldMk cId="2121122174" sldId="475"/>
            <ac:picMk id="6148" creationId="{20CF0278-6C37-7374-B778-0F7349739BD4}"/>
          </ac:picMkLst>
        </pc:picChg>
      </pc:sldChg>
      <pc:sldChg chg="addSp modSp add mod">
        <pc:chgData name="Mohammed Fasha" userId="cc64f42d-a1a6-4f08-b97b-0c37f877119f" providerId="ADAL" clId="{0F6A92A6-FC46-466F-A1EC-286E38E3120A}" dt="2025-03-18T02:48:33.776" v="584" actId="1076"/>
        <pc:sldMkLst>
          <pc:docMk/>
          <pc:sldMk cId="3813044436" sldId="476"/>
        </pc:sldMkLst>
        <pc:spChg chg="mod">
          <ac:chgData name="Mohammed Fasha" userId="cc64f42d-a1a6-4f08-b97b-0c37f877119f" providerId="ADAL" clId="{0F6A92A6-FC46-466F-A1EC-286E38E3120A}" dt="2025-03-18T02:20:12.430" v="128" actId="113"/>
          <ac:spMkLst>
            <pc:docMk/>
            <pc:sldMk cId="3813044436" sldId="476"/>
            <ac:spMk id="2" creationId="{A2227078-7C24-6BBE-77CD-F9CDDA21086E}"/>
          </ac:spMkLst>
        </pc:spChg>
        <pc:spChg chg="mod">
          <ac:chgData name="Mohammed Fasha" userId="cc64f42d-a1a6-4f08-b97b-0c37f877119f" providerId="ADAL" clId="{0F6A92A6-FC46-466F-A1EC-286E38E3120A}" dt="2025-03-18T02:48:17.415" v="574" actId="27636"/>
          <ac:spMkLst>
            <pc:docMk/>
            <pc:sldMk cId="3813044436" sldId="476"/>
            <ac:spMk id="3" creationId="{B5680A53-1621-580E-DC68-4CC426721DC7}"/>
          </ac:spMkLst>
        </pc:spChg>
        <pc:spChg chg="add mod">
          <ac:chgData name="Mohammed Fasha" userId="cc64f42d-a1a6-4f08-b97b-0c37f877119f" providerId="ADAL" clId="{0F6A92A6-FC46-466F-A1EC-286E38E3120A}" dt="2025-03-18T02:48:33.776" v="584" actId="1076"/>
          <ac:spMkLst>
            <pc:docMk/>
            <pc:sldMk cId="3813044436" sldId="476"/>
            <ac:spMk id="5" creationId="{2C79CABB-8FF8-C238-31C7-C756933F0AFC}"/>
          </ac:spMkLst>
        </pc:spChg>
      </pc:sldChg>
      <pc:sldChg chg="addSp delSp modSp new mod modClrScheme chgLayout">
        <pc:chgData name="Mohammed Fasha" userId="cc64f42d-a1a6-4f08-b97b-0c37f877119f" providerId="ADAL" clId="{0F6A92A6-FC46-466F-A1EC-286E38E3120A}" dt="2025-03-18T02:20:48.718" v="171" actId="26606"/>
        <pc:sldMkLst>
          <pc:docMk/>
          <pc:sldMk cId="1668182246" sldId="477"/>
        </pc:sldMkLst>
        <pc:spChg chg="del mod ord">
          <ac:chgData name="Mohammed Fasha" userId="cc64f42d-a1a6-4f08-b97b-0c37f877119f" providerId="ADAL" clId="{0F6A92A6-FC46-466F-A1EC-286E38E3120A}" dt="2025-03-18T02:20:18.302" v="130" actId="700"/>
          <ac:spMkLst>
            <pc:docMk/>
            <pc:sldMk cId="1668182246" sldId="477"/>
            <ac:spMk id="2" creationId="{480EB751-1AC3-164C-8ED7-DFF76B255433}"/>
          </ac:spMkLst>
        </pc:spChg>
        <pc:spChg chg="del">
          <ac:chgData name="Mohammed Fasha" userId="cc64f42d-a1a6-4f08-b97b-0c37f877119f" providerId="ADAL" clId="{0F6A92A6-FC46-466F-A1EC-286E38E3120A}" dt="2025-03-18T02:20:18.302" v="130" actId="700"/>
          <ac:spMkLst>
            <pc:docMk/>
            <pc:sldMk cId="1668182246" sldId="477"/>
            <ac:spMk id="3" creationId="{0B59A71D-8D56-3575-D385-E6CCABA0E109}"/>
          </ac:spMkLst>
        </pc:spChg>
        <pc:spChg chg="add del mod ord">
          <ac:chgData name="Mohammed Fasha" userId="cc64f42d-a1a6-4f08-b97b-0c37f877119f" providerId="ADAL" clId="{0F6A92A6-FC46-466F-A1EC-286E38E3120A}" dt="2025-03-18T02:20:22.533" v="131" actId="700"/>
          <ac:spMkLst>
            <pc:docMk/>
            <pc:sldMk cId="1668182246" sldId="477"/>
            <ac:spMk id="4" creationId="{2CCC674E-0FE3-C50D-D1F5-86649D89E5EC}"/>
          </ac:spMkLst>
        </pc:spChg>
        <pc:spChg chg="add mod ord">
          <ac:chgData name="Mohammed Fasha" userId="cc64f42d-a1a6-4f08-b97b-0c37f877119f" providerId="ADAL" clId="{0F6A92A6-FC46-466F-A1EC-286E38E3120A}" dt="2025-03-18T02:20:48.718" v="171" actId="26606"/>
          <ac:spMkLst>
            <pc:docMk/>
            <pc:sldMk cId="1668182246" sldId="477"/>
            <ac:spMk id="5" creationId="{41133BFA-5BB3-2A95-7FFB-71799237C144}"/>
          </ac:spMkLst>
        </pc:spChg>
        <pc:spChg chg="add del mod ord">
          <ac:chgData name="Mohammed Fasha" userId="cc64f42d-a1a6-4f08-b97b-0c37f877119f" providerId="ADAL" clId="{0F6A92A6-FC46-466F-A1EC-286E38E3120A}" dt="2025-03-18T02:20:48.718" v="171" actId="26606"/>
          <ac:spMkLst>
            <pc:docMk/>
            <pc:sldMk cId="1668182246" sldId="477"/>
            <ac:spMk id="6" creationId="{F055FB20-75AA-C3E2-08F5-78605162D8E3}"/>
          </ac:spMkLst>
        </pc:spChg>
        <pc:picChg chg="add del">
          <ac:chgData name="Mohammed Fasha" userId="cc64f42d-a1a6-4f08-b97b-0c37f877119f" providerId="ADAL" clId="{0F6A92A6-FC46-466F-A1EC-286E38E3120A}" dt="2025-03-18T02:20:48.718" v="171" actId="26606"/>
          <ac:picMkLst>
            <pc:docMk/>
            <pc:sldMk cId="1668182246" sldId="477"/>
            <ac:picMk id="8" creationId="{A8AE14D0-945A-04D7-0E42-6429905FE345}"/>
          </ac:picMkLst>
        </pc:picChg>
      </pc:sldChg>
      <pc:sldChg chg="addSp delSp modSp new mod modClrScheme chgLayout">
        <pc:chgData name="Mohammed Fasha" userId="cc64f42d-a1a6-4f08-b97b-0c37f877119f" providerId="ADAL" clId="{0F6A92A6-FC46-466F-A1EC-286E38E3120A}" dt="2025-03-18T02:21:12.820" v="213" actId="313"/>
        <pc:sldMkLst>
          <pc:docMk/>
          <pc:sldMk cId="4029215541" sldId="478"/>
        </pc:sldMkLst>
        <pc:spChg chg="del mod ord">
          <ac:chgData name="Mohammed Fasha" userId="cc64f42d-a1a6-4f08-b97b-0c37f877119f" providerId="ADAL" clId="{0F6A92A6-FC46-466F-A1EC-286E38E3120A}" dt="2025-03-18T02:20:59.138" v="173" actId="700"/>
          <ac:spMkLst>
            <pc:docMk/>
            <pc:sldMk cId="4029215541" sldId="478"/>
            <ac:spMk id="2" creationId="{2514CBE5-0B96-313A-9EEC-507BA7D771F0}"/>
          </ac:spMkLst>
        </pc:spChg>
        <pc:spChg chg="del mod ord">
          <ac:chgData name="Mohammed Fasha" userId="cc64f42d-a1a6-4f08-b97b-0c37f877119f" providerId="ADAL" clId="{0F6A92A6-FC46-466F-A1EC-286E38E3120A}" dt="2025-03-18T02:20:59.138" v="173" actId="700"/>
          <ac:spMkLst>
            <pc:docMk/>
            <pc:sldMk cId="4029215541" sldId="478"/>
            <ac:spMk id="3" creationId="{5F0ADC11-941B-F19D-E1DA-9066DA3AC0F1}"/>
          </ac:spMkLst>
        </pc:spChg>
        <pc:spChg chg="add mod ord">
          <ac:chgData name="Mohammed Fasha" userId="cc64f42d-a1a6-4f08-b97b-0c37f877119f" providerId="ADAL" clId="{0F6A92A6-FC46-466F-A1EC-286E38E3120A}" dt="2025-03-18T02:21:12.820" v="213" actId="313"/>
          <ac:spMkLst>
            <pc:docMk/>
            <pc:sldMk cId="4029215541" sldId="478"/>
            <ac:spMk id="4" creationId="{793E821F-BAF6-0898-5351-94EACE7EC986}"/>
          </ac:spMkLst>
        </pc:spChg>
        <pc:spChg chg="add mod ord">
          <ac:chgData name="Mohammed Fasha" userId="cc64f42d-a1a6-4f08-b97b-0c37f877119f" providerId="ADAL" clId="{0F6A92A6-FC46-466F-A1EC-286E38E3120A}" dt="2025-03-18T02:20:59.138" v="173" actId="700"/>
          <ac:spMkLst>
            <pc:docMk/>
            <pc:sldMk cId="4029215541" sldId="478"/>
            <ac:spMk id="5" creationId="{1A932A36-31D2-0C47-D223-E7AF6CE8B777}"/>
          </ac:spMkLst>
        </pc:spChg>
      </pc:sldChg>
      <pc:sldChg chg="modSp new mod">
        <pc:chgData name="Mohammed Fasha" userId="cc64f42d-a1a6-4f08-b97b-0c37f877119f" providerId="ADAL" clId="{0F6A92A6-FC46-466F-A1EC-286E38E3120A}" dt="2025-03-18T02:21:36.912" v="223" actId="113"/>
        <pc:sldMkLst>
          <pc:docMk/>
          <pc:sldMk cId="1482389771" sldId="479"/>
        </pc:sldMkLst>
        <pc:spChg chg="mod">
          <ac:chgData name="Mohammed Fasha" userId="cc64f42d-a1a6-4f08-b97b-0c37f877119f" providerId="ADAL" clId="{0F6A92A6-FC46-466F-A1EC-286E38E3120A}" dt="2025-03-18T02:21:36.912" v="223" actId="113"/>
          <ac:spMkLst>
            <pc:docMk/>
            <pc:sldMk cId="1482389771" sldId="479"/>
            <ac:spMk id="2" creationId="{CB035CE7-80AB-8635-4D30-14DEED3D6874}"/>
          </ac:spMkLst>
        </pc:spChg>
        <pc:spChg chg="mod">
          <ac:chgData name="Mohammed Fasha" userId="cc64f42d-a1a6-4f08-b97b-0c37f877119f" providerId="ADAL" clId="{0F6A92A6-FC46-466F-A1EC-286E38E3120A}" dt="2025-03-18T02:21:33.290" v="218" actId="21"/>
          <ac:spMkLst>
            <pc:docMk/>
            <pc:sldMk cId="1482389771" sldId="479"/>
            <ac:spMk id="3" creationId="{F3111502-A9CC-025F-C1CA-98E6013AA1B7}"/>
          </ac:spMkLst>
        </pc:spChg>
      </pc:sldChg>
      <pc:sldChg chg="modSp add mod">
        <pc:chgData name="Mohammed Fasha" userId="cc64f42d-a1a6-4f08-b97b-0c37f877119f" providerId="ADAL" clId="{0F6A92A6-FC46-466F-A1EC-286E38E3120A}" dt="2025-03-18T02:21:51.405" v="230" actId="113"/>
        <pc:sldMkLst>
          <pc:docMk/>
          <pc:sldMk cId="3600746956" sldId="480"/>
        </pc:sldMkLst>
        <pc:spChg chg="mod">
          <ac:chgData name="Mohammed Fasha" userId="cc64f42d-a1a6-4f08-b97b-0c37f877119f" providerId="ADAL" clId="{0F6A92A6-FC46-466F-A1EC-286E38E3120A}" dt="2025-03-18T02:21:51.405" v="230" actId="113"/>
          <ac:spMkLst>
            <pc:docMk/>
            <pc:sldMk cId="3600746956" sldId="480"/>
            <ac:spMk id="2" creationId="{216EFD43-EC78-2760-4441-6FA5BB144341}"/>
          </ac:spMkLst>
        </pc:spChg>
        <pc:spChg chg="mod">
          <ac:chgData name="Mohammed Fasha" userId="cc64f42d-a1a6-4f08-b97b-0c37f877119f" providerId="ADAL" clId="{0F6A92A6-FC46-466F-A1EC-286E38E3120A}" dt="2025-03-18T02:21:47.479" v="225" actId="21"/>
          <ac:spMkLst>
            <pc:docMk/>
            <pc:sldMk cId="3600746956" sldId="480"/>
            <ac:spMk id="3" creationId="{F475C58F-C92D-F889-C5B6-A17F6FDA146D}"/>
          </ac:spMkLst>
        </pc:spChg>
      </pc:sldChg>
      <pc:sldChg chg="modSp add mod">
        <pc:chgData name="Mohammed Fasha" userId="cc64f42d-a1a6-4f08-b97b-0c37f877119f" providerId="ADAL" clId="{0F6A92A6-FC46-466F-A1EC-286E38E3120A}" dt="2025-03-18T02:22:08.346" v="237" actId="113"/>
        <pc:sldMkLst>
          <pc:docMk/>
          <pc:sldMk cId="2640097628" sldId="481"/>
        </pc:sldMkLst>
        <pc:spChg chg="mod">
          <ac:chgData name="Mohammed Fasha" userId="cc64f42d-a1a6-4f08-b97b-0c37f877119f" providerId="ADAL" clId="{0F6A92A6-FC46-466F-A1EC-286E38E3120A}" dt="2025-03-18T02:22:08.346" v="237" actId="113"/>
          <ac:spMkLst>
            <pc:docMk/>
            <pc:sldMk cId="2640097628" sldId="481"/>
            <ac:spMk id="2" creationId="{EE500019-8324-2143-7CB7-6F3BC99C24FF}"/>
          </ac:spMkLst>
        </pc:spChg>
        <pc:spChg chg="mod">
          <ac:chgData name="Mohammed Fasha" userId="cc64f42d-a1a6-4f08-b97b-0c37f877119f" providerId="ADAL" clId="{0F6A92A6-FC46-466F-A1EC-286E38E3120A}" dt="2025-03-18T02:22:03.964" v="232" actId="21"/>
          <ac:spMkLst>
            <pc:docMk/>
            <pc:sldMk cId="2640097628" sldId="481"/>
            <ac:spMk id="3" creationId="{F40983DB-FB32-D093-B285-908335E0EBCB}"/>
          </ac:spMkLst>
        </pc:spChg>
      </pc:sldChg>
      <pc:sldChg chg="addSp delSp modSp new mod">
        <pc:chgData name="Mohammed Fasha" userId="cc64f42d-a1a6-4f08-b97b-0c37f877119f" providerId="ADAL" clId="{0F6A92A6-FC46-466F-A1EC-286E38E3120A}" dt="2025-03-18T02:35:07.740" v="509" actId="1076"/>
        <pc:sldMkLst>
          <pc:docMk/>
          <pc:sldMk cId="2594727727" sldId="482"/>
        </pc:sldMkLst>
        <pc:spChg chg="mod">
          <ac:chgData name="Mohammed Fasha" userId="cc64f42d-a1a6-4f08-b97b-0c37f877119f" providerId="ADAL" clId="{0F6A92A6-FC46-466F-A1EC-286E38E3120A}" dt="2025-03-18T02:29:59.903" v="364" actId="113"/>
          <ac:spMkLst>
            <pc:docMk/>
            <pc:sldMk cId="2594727727" sldId="482"/>
            <ac:spMk id="2" creationId="{EACFC16C-8860-B029-0EE9-E73174EF5713}"/>
          </ac:spMkLst>
        </pc:spChg>
        <pc:spChg chg="mod">
          <ac:chgData name="Mohammed Fasha" userId="cc64f42d-a1a6-4f08-b97b-0c37f877119f" providerId="ADAL" clId="{0F6A92A6-FC46-466F-A1EC-286E38E3120A}" dt="2025-03-18T02:25:37.533" v="293" actId="14100"/>
          <ac:spMkLst>
            <pc:docMk/>
            <pc:sldMk cId="2594727727" sldId="482"/>
            <ac:spMk id="3" creationId="{F2BED763-A0A8-5732-8758-7FD0E4F9D426}"/>
          </ac:spMkLst>
        </pc:spChg>
        <pc:spChg chg="add">
          <ac:chgData name="Mohammed Fasha" userId="cc64f42d-a1a6-4f08-b97b-0c37f877119f" providerId="ADAL" clId="{0F6A92A6-FC46-466F-A1EC-286E38E3120A}" dt="2025-03-18T02:25:40.375" v="294"/>
          <ac:spMkLst>
            <pc:docMk/>
            <pc:sldMk cId="2594727727" sldId="482"/>
            <ac:spMk id="4" creationId="{648BC27D-70F7-9339-C6A4-8F1FD5105A26}"/>
          </ac:spMkLst>
        </pc:spChg>
        <pc:spChg chg="add del mod">
          <ac:chgData name="Mohammed Fasha" userId="cc64f42d-a1a6-4f08-b97b-0c37f877119f" providerId="ADAL" clId="{0F6A92A6-FC46-466F-A1EC-286E38E3120A}" dt="2025-03-18T02:35:02.545" v="507" actId="1076"/>
          <ac:spMkLst>
            <pc:docMk/>
            <pc:sldMk cId="2594727727" sldId="482"/>
            <ac:spMk id="5" creationId="{18F80362-1732-E569-BE73-51486D1CD695}"/>
          </ac:spMkLst>
        </pc:spChg>
        <pc:spChg chg="add">
          <ac:chgData name="Mohammed Fasha" userId="cc64f42d-a1a6-4f08-b97b-0c37f877119f" providerId="ADAL" clId="{0F6A92A6-FC46-466F-A1EC-286E38E3120A}" dt="2025-03-18T02:25:49.702" v="296"/>
          <ac:spMkLst>
            <pc:docMk/>
            <pc:sldMk cId="2594727727" sldId="482"/>
            <ac:spMk id="6" creationId="{05CF45DF-F9F3-4A55-FFD9-1F7E626D8DFF}"/>
          </ac:spMkLst>
        </pc:spChg>
        <pc:picChg chg="add mod">
          <ac:chgData name="Mohammed Fasha" userId="cc64f42d-a1a6-4f08-b97b-0c37f877119f" providerId="ADAL" clId="{0F6A92A6-FC46-466F-A1EC-286E38E3120A}" dt="2025-03-18T02:35:07.740" v="509" actId="1076"/>
          <ac:picMkLst>
            <pc:docMk/>
            <pc:sldMk cId="2594727727" sldId="482"/>
            <ac:picMk id="8" creationId="{AB7816A1-1E19-6FFB-9D01-9972659A1DFA}"/>
          </ac:picMkLst>
        </pc:picChg>
      </pc:sldChg>
      <pc:sldChg chg="addSp modSp add mod">
        <pc:chgData name="Mohammed Fasha" userId="cc64f42d-a1a6-4f08-b97b-0c37f877119f" providerId="ADAL" clId="{0F6A92A6-FC46-466F-A1EC-286E38E3120A}" dt="2025-03-18T02:32:56.805" v="407" actId="948"/>
        <pc:sldMkLst>
          <pc:docMk/>
          <pc:sldMk cId="395748561" sldId="483"/>
        </pc:sldMkLst>
        <pc:spChg chg="mod">
          <ac:chgData name="Mohammed Fasha" userId="cc64f42d-a1a6-4f08-b97b-0c37f877119f" providerId="ADAL" clId="{0F6A92A6-FC46-466F-A1EC-286E38E3120A}" dt="2025-03-18T02:29:45.039" v="355" actId="113"/>
          <ac:spMkLst>
            <pc:docMk/>
            <pc:sldMk cId="395748561" sldId="483"/>
            <ac:spMk id="2" creationId="{82FAE5B0-8B42-A9B6-913D-6BC3C8CE02B4}"/>
          </ac:spMkLst>
        </pc:spChg>
        <pc:spChg chg="mod">
          <ac:chgData name="Mohammed Fasha" userId="cc64f42d-a1a6-4f08-b97b-0c37f877119f" providerId="ADAL" clId="{0F6A92A6-FC46-466F-A1EC-286E38E3120A}" dt="2025-03-18T02:32:56.805" v="407" actId="948"/>
          <ac:spMkLst>
            <pc:docMk/>
            <pc:sldMk cId="395748561" sldId="483"/>
            <ac:spMk id="3" creationId="{F5393F2B-7C45-0710-E1FA-4562BC905689}"/>
          </ac:spMkLst>
        </pc:spChg>
        <pc:spChg chg="add mod">
          <ac:chgData name="Mohammed Fasha" userId="cc64f42d-a1a6-4f08-b97b-0c37f877119f" providerId="ADAL" clId="{0F6A92A6-FC46-466F-A1EC-286E38E3120A}" dt="2025-03-18T02:29:28.065" v="349" actId="1076"/>
          <ac:spMkLst>
            <pc:docMk/>
            <pc:sldMk cId="395748561" sldId="483"/>
            <ac:spMk id="4" creationId="{48DA7D80-E0D4-EBF4-547D-9B64B160E756}"/>
          </ac:spMkLst>
        </pc:spChg>
      </pc:sldChg>
      <pc:sldChg chg="addSp modSp add mod">
        <pc:chgData name="Mohammed Fasha" userId="cc64f42d-a1a6-4f08-b97b-0c37f877119f" providerId="ADAL" clId="{0F6A92A6-FC46-466F-A1EC-286E38E3120A}" dt="2025-03-18T02:33:26.635" v="416" actId="1076"/>
        <pc:sldMkLst>
          <pc:docMk/>
          <pc:sldMk cId="1898826015" sldId="484"/>
        </pc:sldMkLst>
        <pc:spChg chg="mod">
          <ac:chgData name="Mohammed Fasha" userId="cc64f42d-a1a6-4f08-b97b-0c37f877119f" providerId="ADAL" clId="{0F6A92A6-FC46-466F-A1EC-286E38E3120A}" dt="2025-03-18T02:30:16.761" v="373" actId="113"/>
          <ac:spMkLst>
            <pc:docMk/>
            <pc:sldMk cId="1898826015" sldId="484"/>
            <ac:spMk id="2" creationId="{D779CBF4-EB4D-4CA8-B5D3-C93329CF2647}"/>
          </ac:spMkLst>
        </pc:spChg>
        <pc:spChg chg="mod">
          <ac:chgData name="Mohammed Fasha" userId="cc64f42d-a1a6-4f08-b97b-0c37f877119f" providerId="ADAL" clId="{0F6A92A6-FC46-466F-A1EC-286E38E3120A}" dt="2025-03-18T02:31:14.338" v="401" actId="14100"/>
          <ac:spMkLst>
            <pc:docMk/>
            <pc:sldMk cId="1898826015" sldId="484"/>
            <ac:spMk id="3" creationId="{3BA454D4-9812-1209-CD60-8EB223E38EEF}"/>
          </ac:spMkLst>
        </pc:spChg>
        <pc:spChg chg="add mod">
          <ac:chgData name="Mohammed Fasha" userId="cc64f42d-a1a6-4f08-b97b-0c37f877119f" providerId="ADAL" clId="{0F6A92A6-FC46-466F-A1EC-286E38E3120A}" dt="2025-03-18T02:33:26.635" v="416" actId="1076"/>
          <ac:spMkLst>
            <pc:docMk/>
            <pc:sldMk cId="1898826015" sldId="484"/>
            <ac:spMk id="4" creationId="{F66949F1-BF3E-9D3B-4FE8-CC86D498208F}"/>
          </ac:spMkLst>
        </pc:spChg>
      </pc:sldChg>
      <pc:sldChg chg="add">
        <pc:chgData name="Mohammed Fasha" userId="cc64f42d-a1a6-4f08-b97b-0c37f877119f" providerId="ADAL" clId="{0F6A92A6-FC46-466F-A1EC-286E38E3120A}" dt="2025-03-18T02:22:15.553" v="241"/>
        <pc:sldMkLst>
          <pc:docMk/>
          <pc:sldMk cId="2357244130" sldId="485"/>
        </pc:sldMkLst>
      </pc:sldChg>
      <pc:sldChg chg="delSp modSp add mod">
        <pc:chgData name="Mohammed Fasha" userId="cc64f42d-a1a6-4f08-b97b-0c37f877119f" providerId="ADAL" clId="{0F6A92A6-FC46-466F-A1EC-286E38E3120A}" dt="2025-03-18T02:36:29.747" v="520" actId="20577"/>
        <pc:sldMkLst>
          <pc:docMk/>
          <pc:sldMk cId="2842851281" sldId="486"/>
        </pc:sldMkLst>
        <pc:spChg chg="mod">
          <ac:chgData name="Mohammed Fasha" userId="cc64f42d-a1a6-4f08-b97b-0c37f877119f" providerId="ADAL" clId="{0F6A92A6-FC46-466F-A1EC-286E38E3120A}" dt="2025-03-18T02:34:14.790" v="492" actId="20577"/>
          <ac:spMkLst>
            <pc:docMk/>
            <pc:sldMk cId="2842851281" sldId="486"/>
            <ac:spMk id="2" creationId="{33305948-F64F-5764-8258-F72ACF557022}"/>
          </ac:spMkLst>
        </pc:spChg>
        <pc:spChg chg="mod">
          <ac:chgData name="Mohammed Fasha" userId="cc64f42d-a1a6-4f08-b97b-0c37f877119f" providerId="ADAL" clId="{0F6A92A6-FC46-466F-A1EC-286E38E3120A}" dt="2025-03-18T02:34:45.917" v="503" actId="27636"/>
          <ac:spMkLst>
            <pc:docMk/>
            <pc:sldMk cId="2842851281" sldId="486"/>
            <ac:spMk id="3" creationId="{9B51F95D-5599-9D1A-17E3-049E587B0402}"/>
          </ac:spMkLst>
        </pc:spChg>
        <pc:spChg chg="mod">
          <ac:chgData name="Mohammed Fasha" userId="cc64f42d-a1a6-4f08-b97b-0c37f877119f" providerId="ADAL" clId="{0F6A92A6-FC46-466F-A1EC-286E38E3120A}" dt="2025-03-18T02:36:29.747" v="520" actId="20577"/>
          <ac:spMkLst>
            <pc:docMk/>
            <pc:sldMk cId="2842851281" sldId="486"/>
            <ac:spMk id="5" creationId="{0E875229-EE15-C44C-F1A7-4DB41F5AF424}"/>
          </ac:spMkLst>
        </pc:spChg>
        <pc:picChg chg="del">
          <ac:chgData name="Mohammed Fasha" userId="cc64f42d-a1a6-4f08-b97b-0c37f877119f" providerId="ADAL" clId="{0F6A92A6-FC46-466F-A1EC-286E38E3120A}" dt="2025-03-18T02:36:06.491" v="513" actId="21"/>
          <ac:picMkLst>
            <pc:docMk/>
            <pc:sldMk cId="2842851281" sldId="486"/>
            <ac:picMk id="8" creationId="{56EAB362-4498-3680-79F0-AF103DB7E266}"/>
          </ac:picMkLst>
        </pc:picChg>
      </pc:sldChg>
    </pc:docChg>
  </pc:docChgLst>
  <pc:docChgLst>
    <pc:chgData name="Mohammed Fasha" userId="cc64f42d-a1a6-4f08-b97b-0c37f877119f" providerId="ADAL" clId="{BECD4A7F-C1AF-4585-8C31-FE7D4FE3ED16}"/>
    <pc:docChg chg="undo redo custSel addSld delSld modSld sldOrd">
      <pc:chgData name="Mohammed Fasha" userId="cc64f42d-a1a6-4f08-b97b-0c37f877119f" providerId="ADAL" clId="{BECD4A7F-C1AF-4585-8C31-FE7D4FE3ED16}" dt="2025-01-05T16:36:16.605" v="1945" actId="1076"/>
      <pc:docMkLst>
        <pc:docMk/>
      </pc:docMkLst>
      <pc:sldChg chg="modSp mod">
        <pc:chgData name="Mohammed Fasha" userId="cc64f42d-a1a6-4f08-b97b-0c37f877119f" providerId="ADAL" clId="{BECD4A7F-C1AF-4585-8C31-FE7D4FE3ED16}" dt="2024-12-30T18:47:27.683" v="988" actId="20577"/>
        <pc:sldMkLst>
          <pc:docMk/>
          <pc:sldMk cId="2281221656" sldId="527"/>
        </pc:sldMkLst>
      </pc:sldChg>
      <pc:sldChg chg="modSp mod">
        <pc:chgData name="Mohammed Fasha" userId="cc64f42d-a1a6-4f08-b97b-0c37f877119f" providerId="ADAL" clId="{BECD4A7F-C1AF-4585-8C31-FE7D4FE3ED16}" dt="2024-12-27T13:59:26.893" v="366" actId="20577"/>
        <pc:sldMkLst>
          <pc:docMk/>
          <pc:sldMk cId="3474268344" sldId="596"/>
        </pc:sldMkLst>
      </pc:sldChg>
      <pc:sldChg chg="modSp mod">
        <pc:chgData name="Mohammed Fasha" userId="cc64f42d-a1a6-4f08-b97b-0c37f877119f" providerId="ADAL" clId="{BECD4A7F-C1AF-4585-8C31-FE7D4FE3ED16}" dt="2024-12-30T18:44:34.649" v="884" actId="20577"/>
        <pc:sldMkLst>
          <pc:docMk/>
          <pc:sldMk cId="916802035" sldId="651"/>
        </pc:sldMkLst>
      </pc:sldChg>
      <pc:sldChg chg="del">
        <pc:chgData name="Mohammed Fasha" userId="cc64f42d-a1a6-4f08-b97b-0c37f877119f" providerId="ADAL" clId="{BECD4A7F-C1AF-4585-8C31-FE7D4FE3ED16}" dt="2025-01-05T14:42:38.675" v="989" actId="2696"/>
        <pc:sldMkLst>
          <pc:docMk/>
          <pc:sldMk cId="426516858" sldId="662"/>
        </pc:sldMkLst>
      </pc:sldChg>
      <pc:sldChg chg="modSp add del mod">
        <pc:chgData name="Mohammed Fasha" userId="cc64f42d-a1a6-4f08-b97b-0c37f877119f" providerId="ADAL" clId="{BECD4A7F-C1AF-4585-8C31-FE7D4FE3ED16}" dt="2025-01-05T16:34:59.233" v="1926" actId="20577"/>
        <pc:sldMkLst>
          <pc:docMk/>
          <pc:sldMk cId="691538069" sldId="662"/>
        </pc:sldMkLst>
      </pc:sldChg>
      <pc:sldChg chg="del">
        <pc:chgData name="Mohammed Fasha" userId="cc64f42d-a1a6-4f08-b97b-0c37f877119f" providerId="ADAL" clId="{BECD4A7F-C1AF-4585-8C31-FE7D4FE3ED16}" dt="2025-01-05T14:42:38.675" v="989" actId="2696"/>
        <pc:sldMkLst>
          <pc:docMk/>
          <pc:sldMk cId="895445062" sldId="663"/>
        </pc:sldMkLst>
      </pc:sldChg>
      <pc:sldChg chg="add del">
        <pc:chgData name="Mohammed Fasha" userId="cc64f42d-a1a6-4f08-b97b-0c37f877119f" providerId="ADAL" clId="{BECD4A7F-C1AF-4585-8C31-FE7D4FE3ED16}" dt="2025-01-05T14:43:16.100" v="993" actId="2696"/>
        <pc:sldMkLst>
          <pc:docMk/>
          <pc:sldMk cId="3980180774" sldId="663"/>
        </pc:sldMkLst>
      </pc:sldChg>
      <pc:sldChg chg="add del">
        <pc:chgData name="Mohammed Fasha" userId="cc64f42d-a1a6-4f08-b97b-0c37f877119f" providerId="ADAL" clId="{BECD4A7F-C1AF-4585-8C31-FE7D4FE3ED16}" dt="2025-01-05T14:43:16.100" v="993" actId="2696"/>
        <pc:sldMkLst>
          <pc:docMk/>
          <pc:sldMk cId="1728680596" sldId="664"/>
        </pc:sldMkLst>
      </pc:sldChg>
      <pc:sldChg chg="del">
        <pc:chgData name="Mohammed Fasha" userId="cc64f42d-a1a6-4f08-b97b-0c37f877119f" providerId="ADAL" clId="{BECD4A7F-C1AF-4585-8C31-FE7D4FE3ED16}" dt="2025-01-05T14:42:38.675" v="989" actId="2696"/>
        <pc:sldMkLst>
          <pc:docMk/>
          <pc:sldMk cId="3900588277" sldId="664"/>
        </pc:sldMkLst>
      </pc:sldChg>
      <pc:sldChg chg="del">
        <pc:chgData name="Mohammed Fasha" userId="cc64f42d-a1a6-4f08-b97b-0c37f877119f" providerId="ADAL" clId="{BECD4A7F-C1AF-4585-8C31-FE7D4FE3ED16}" dt="2025-01-05T14:42:38.675" v="989" actId="2696"/>
        <pc:sldMkLst>
          <pc:docMk/>
          <pc:sldMk cId="123002105" sldId="665"/>
        </pc:sldMkLst>
      </pc:sldChg>
      <pc:sldChg chg="modSp add del mod">
        <pc:chgData name="Mohammed Fasha" userId="cc64f42d-a1a6-4f08-b97b-0c37f877119f" providerId="ADAL" clId="{BECD4A7F-C1AF-4585-8C31-FE7D4FE3ED16}" dt="2025-01-05T15:05:12.729" v="1226" actId="21"/>
        <pc:sldMkLst>
          <pc:docMk/>
          <pc:sldMk cId="148099094" sldId="665"/>
        </pc:sldMkLst>
      </pc:sldChg>
      <pc:sldChg chg="del">
        <pc:chgData name="Mohammed Fasha" userId="cc64f42d-a1a6-4f08-b97b-0c37f877119f" providerId="ADAL" clId="{BECD4A7F-C1AF-4585-8C31-FE7D4FE3ED16}" dt="2025-01-05T14:42:38.675" v="989" actId="2696"/>
        <pc:sldMkLst>
          <pc:docMk/>
          <pc:sldMk cId="659863378" sldId="676"/>
        </pc:sldMkLst>
      </pc:sldChg>
      <pc:sldChg chg="modSp add del mod">
        <pc:chgData name="Mohammed Fasha" userId="cc64f42d-a1a6-4f08-b97b-0c37f877119f" providerId="ADAL" clId="{BECD4A7F-C1AF-4585-8C31-FE7D4FE3ED16}" dt="2025-01-05T14:55:27.595" v="1130" actId="255"/>
        <pc:sldMkLst>
          <pc:docMk/>
          <pc:sldMk cId="1577854815" sldId="676"/>
        </pc:sldMkLst>
      </pc:sldChg>
      <pc:sldChg chg="modSp add del mod">
        <pc:chgData name="Mohammed Fasha" userId="cc64f42d-a1a6-4f08-b97b-0c37f877119f" providerId="ADAL" clId="{BECD4A7F-C1AF-4585-8C31-FE7D4FE3ED16}" dt="2025-01-05T14:55:43.754" v="1132" actId="1076"/>
        <pc:sldMkLst>
          <pc:docMk/>
          <pc:sldMk cId="139882925" sldId="677"/>
        </pc:sldMkLst>
      </pc:sldChg>
      <pc:sldChg chg="del">
        <pc:chgData name="Mohammed Fasha" userId="cc64f42d-a1a6-4f08-b97b-0c37f877119f" providerId="ADAL" clId="{BECD4A7F-C1AF-4585-8C31-FE7D4FE3ED16}" dt="2025-01-05T14:42:38.675" v="989" actId="2696"/>
        <pc:sldMkLst>
          <pc:docMk/>
          <pc:sldMk cId="2736863534" sldId="677"/>
        </pc:sldMkLst>
      </pc:sldChg>
      <pc:sldChg chg="add del">
        <pc:chgData name="Mohammed Fasha" userId="cc64f42d-a1a6-4f08-b97b-0c37f877119f" providerId="ADAL" clId="{BECD4A7F-C1AF-4585-8C31-FE7D4FE3ED16}" dt="2025-01-05T14:43:16.100" v="993" actId="2696"/>
        <pc:sldMkLst>
          <pc:docMk/>
          <pc:sldMk cId="4146654093" sldId="678"/>
        </pc:sldMkLst>
      </pc:sldChg>
      <pc:sldChg chg="del">
        <pc:chgData name="Mohammed Fasha" userId="cc64f42d-a1a6-4f08-b97b-0c37f877119f" providerId="ADAL" clId="{BECD4A7F-C1AF-4585-8C31-FE7D4FE3ED16}" dt="2025-01-05T14:42:38.675" v="989" actId="2696"/>
        <pc:sldMkLst>
          <pc:docMk/>
          <pc:sldMk cId="4228312762" sldId="678"/>
        </pc:sldMkLst>
      </pc:sldChg>
      <pc:sldChg chg="del">
        <pc:chgData name="Mohammed Fasha" userId="cc64f42d-a1a6-4f08-b97b-0c37f877119f" providerId="ADAL" clId="{BECD4A7F-C1AF-4585-8C31-FE7D4FE3ED16}" dt="2025-01-05T14:42:38.675" v="989" actId="2696"/>
        <pc:sldMkLst>
          <pc:docMk/>
          <pc:sldMk cId="581717462" sldId="679"/>
        </pc:sldMkLst>
      </pc:sldChg>
      <pc:sldChg chg="addSp delSp modSp add del mod chgLayout">
        <pc:chgData name="Mohammed Fasha" userId="cc64f42d-a1a6-4f08-b97b-0c37f877119f" providerId="ADAL" clId="{BECD4A7F-C1AF-4585-8C31-FE7D4FE3ED16}" dt="2025-01-05T16:36:16.605" v="1945" actId="1076"/>
        <pc:sldMkLst>
          <pc:docMk/>
          <pc:sldMk cId="3454522070" sldId="679"/>
        </pc:sldMkLst>
      </pc:sldChg>
      <pc:sldChg chg="add del">
        <pc:chgData name="Mohammed Fasha" userId="cc64f42d-a1a6-4f08-b97b-0c37f877119f" providerId="ADAL" clId="{BECD4A7F-C1AF-4585-8C31-FE7D4FE3ED16}" dt="2025-01-05T14:43:16.100" v="993" actId="2696"/>
        <pc:sldMkLst>
          <pc:docMk/>
          <pc:sldMk cId="2856814121" sldId="681"/>
        </pc:sldMkLst>
      </pc:sldChg>
      <pc:sldChg chg="del">
        <pc:chgData name="Mohammed Fasha" userId="cc64f42d-a1a6-4f08-b97b-0c37f877119f" providerId="ADAL" clId="{BECD4A7F-C1AF-4585-8C31-FE7D4FE3ED16}" dt="2025-01-05T14:42:38.675" v="989" actId="2696"/>
        <pc:sldMkLst>
          <pc:docMk/>
          <pc:sldMk cId="3083966018" sldId="681"/>
        </pc:sldMkLst>
      </pc:sldChg>
      <pc:sldChg chg="modSp mod">
        <pc:chgData name="Mohammed Fasha" userId="cc64f42d-a1a6-4f08-b97b-0c37f877119f" providerId="ADAL" clId="{BECD4A7F-C1AF-4585-8C31-FE7D4FE3ED16}" dt="2025-01-05T14:42:50.596" v="990" actId="14100"/>
        <pc:sldMkLst>
          <pc:docMk/>
          <pc:sldMk cId="1697141369" sldId="695"/>
        </pc:sldMkLst>
      </pc:sldChg>
      <pc:sldChg chg="addSp delSp modSp add del mod">
        <pc:chgData name="Mohammed Fasha" userId="cc64f42d-a1a6-4f08-b97b-0c37f877119f" providerId="ADAL" clId="{BECD4A7F-C1AF-4585-8C31-FE7D4FE3ED16}" dt="2025-01-05T14:54:31.375" v="1125" actId="14100"/>
        <pc:sldMkLst>
          <pc:docMk/>
          <pc:sldMk cId="265576630" sldId="698"/>
        </pc:sldMkLst>
      </pc:sldChg>
      <pc:sldChg chg="del">
        <pc:chgData name="Mohammed Fasha" userId="cc64f42d-a1a6-4f08-b97b-0c37f877119f" providerId="ADAL" clId="{BECD4A7F-C1AF-4585-8C31-FE7D4FE3ED16}" dt="2025-01-05T14:42:38.675" v="989" actId="2696"/>
        <pc:sldMkLst>
          <pc:docMk/>
          <pc:sldMk cId="991725834" sldId="698"/>
        </pc:sldMkLst>
      </pc:sldChg>
      <pc:sldChg chg="del">
        <pc:chgData name="Mohammed Fasha" userId="cc64f42d-a1a6-4f08-b97b-0c37f877119f" providerId="ADAL" clId="{BECD4A7F-C1AF-4585-8C31-FE7D4FE3ED16}" dt="2025-01-05T14:42:38.675" v="989" actId="2696"/>
        <pc:sldMkLst>
          <pc:docMk/>
          <pc:sldMk cId="3109561867" sldId="700"/>
        </pc:sldMkLst>
      </pc:sldChg>
      <pc:sldChg chg="addSp delSp modSp add del mod">
        <pc:chgData name="Mohammed Fasha" userId="cc64f42d-a1a6-4f08-b97b-0c37f877119f" providerId="ADAL" clId="{BECD4A7F-C1AF-4585-8C31-FE7D4FE3ED16}" dt="2025-01-05T16:00:05.564" v="1529" actId="20577"/>
        <pc:sldMkLst>
          <pc:docMk/>
          <pc:sldMk cId="4247717824" sldId="700"/>
        </pc:sldMkLst>
      </pc:sldChg>
      <pc:sldChg chg="addSp delSp modSp add mod">
        <pc:chgData name="Mohammed Fasha" userId="cc64f42d-a1a6-4f08-b97b-0c37f877119f" providerId="ADAL" clId="{BECD4A7F-C1AF-4585-8C31-FE7D4FE3ED16}" dt="2025-01-05T14:53:29.185" v="1101" actId="21"/>
        <pc:sldMkLst>
          <pc:docMk/>
          <pc:sldMk cId="67871309" sldId="709"/>
        </pc:sldMkLst>
      </pc:sldChg>
      <pc:sldChg chg="modSp add mod">
        <pc:chgData name="Mohammed Fasha" userId="cc64f42d-a1a6-4f08-b97b-0c37f877119f" providerId="ADAL" clId="{BECD4A7F-C1AF-4585-8C31-FE7D4FE3ED16}" dt="2025-01-05T15:31:09.113" v="1385" actId="6549"/>
        <pc:sldMkLst>
          <pc:docMk/>
          <pc:sldMk cId="4114896152" sldId="710"/>
        </pc:sldMkLst>
      </pc:sldChg>
      <pc:sldChg chg="addSp modSp add mod">
        <pc:chgData name="Mohammed Fasha" userId="cc64f42d-a1a6-4f08-b97b-0c37f877119f" providerId="ADAL" clId="{BECD4A7F-C1AF-4585-8C31-FE7D4FE3ED16}" dt="2025-01-05T15:27:36.027" v="1348" actId="20577"/>
        <pc:sldMkLst>
          <pc:docMk/>
          <pc:sldMk cId="3794385322" sldId="711"/>
        </pc:sldMkLst>
      </pc:sldChg>
      <pc:sldChg chg="add del">
        <pc:chgData name="Mohammed Fasha" userId="cc64f42d-a1a6-4f08-b97b-0c37f877119f" providerId="ADAL" clId="{BECD4A7F-C1AF-4585-8C31-FE7D4FE3ED16}" dt="2025-01-05T14:57:43.613" v="1146" actId="2696"/>
        <pc:sldMkLst>
          <pc:docMk/>
          <pc:sldMk cId="501127302" sldId="712"/>
        </pc:sldMkLst>
      </pc:sldChg>
      <pc:sldChg chg="modSp add mod">
        <pc:chgData name="Mohammed Fasha" userId="cc64f42d-a1a6-4f08-b97b-0c37f877119f" providerId="ADAL" clId="{BECD4A7F-C1AF-4585-8C31-FE7D4FE3ED16}" dt="2025-01-05T15:32:23.870" v="1388"/>
        <pc:sldMkLst>
          <pc:docMk/>
          <pc:sldMk cId="3701206727" sldId="712"/>
        </pc:sldMkLst>
      </pc:sldChg>
      <pc:sldChg chg="addSp modSp add mod">
        <pc:chgData name="Mohammed Fasha" userId="cc64f42d-a1a6-4f08-b97b-0c37f877119f" providerId="ADAL" clId="{BECD4A7F-C1AF-4585-8C31-FE7D4FE3ED16}" dt="2025-01-05T16:06:36.028" v="1538" actId="1076"/>
        <pc:sldMkLst>
          <pc:docMk/>
          <pc:sldMk cId="1499972066" sldId="713"/>
        </pc:sldMkLst>
      </pc:sldChg>
      <pc:sldChg chg="addSp delSp modSp add mod">
        <pc:chgData name="Mohammed Fasha" userId="cc64f42d-a1a6-4f08-b97b-0c37f877119f" providerId="ADAL" clId="{BECD4A7F-C1AF-4585-8C31-FE7D4FE3ED16}" dt="2025-01-05T16:19:08.436" v="1705" actId="1036"/>
        <pc:sldMkLst>
          <pc:docMk/>
          <pc:sldMk cId="1270641495" sldId="714"/>
        </pc:sldMkLst>
      </pc:sldChg>
      <pc:sldChg chg="addSp modSp new mod">
        <pc:chgData name="Mohammed Fasha" userId="cc64f42d-a1a6-4f08-b97b-0c37f877119f" providerId="ADAL" clId="{BECD4A7F-C1AF-4585-8C31-FE7D4FE3ED16}" dt="2025-01-05T16:23:44.632" v="1736" actId="12"/>
        <pc:sldMkLst>
          <pc:docMk/>
          <pc:sldMk cId="1096386322" sldId="715"/>
        </pc:sldMkLst>
      </pc:sldChg>
      <pc:sldChg chg="modSp new mod">
        <pc:chgData name="Mohammed Fasha" userId="cc64f42d-a1a6-4f08-b97b-0c37f877119f" providerId="ADAL" clId="{BECD4A7F-C1AF-4585-8C31-FE7D4FE3ED16}" dt="2025-01-05T16:34:02.360" v="1902" actId="27636"/>
        <pc:sldMkLst>
          <pc:docMk/>
          <pc:sldMk cId="1784058309" sldId="716"/>
        </pc:sldMkLst>
      </pc:sldChg>
      <pc:sldChg chg="modSp add mod ord">
        <pc:chgData name="Mohammed Fasha" userId="cc64f42d-a1a6-4f08-b97b-0c37f877119f" providerId="ADAL" clId="{BECD4A7F-C1AF-4585-8C31-FE7D4FE3ED16}" dt="2025-01-05T16:27:20.520" v="1803"/>
        <pc:sldMkLst>
          <pc:docMk/>
          <pc:sldMk cId="3139017106" sldId="717"/>
        </pc:sldMkLst>
      </pc:sldChg>
      <pc:sldChg chg="addSp delSp modSp new mod">
        <pc:chgData name="Mohammed Fasha" userId="cc64f42d-a1a6-4f08-b97b-0c37f877119f" providerId="ADAL" clId="{BECD4A7F-C1AF-4585-8C31-FE7D4FE3ED16}" dt="2025-01-05T16:32:45.446" v="1897" actId="20577"/>
        <pc:sldMkLst>
          <pc:docMk/>
          <pc:sldMk cId="3043812923" sldId="718"/>
        </pc:sldMkLst>
      </pc:sldChg>
    </pc:docChg>
  </pc:docChgLst>
  <pc:docChgLst>
    <pc:chgData name="Mohammed Fasha" userId="cc64f42d-a1a6-4f08-b97b-0c37f877119f" providerId="ADAL" clId="{6804A8E6-8D7F-46E3-B091-66A8F6B926BF}"/>
    <pc:docChg chg="custSel modMainMaster">
      <pc:chgData name="Mohammed Fasha" userId="cc64f42d-a1a6-4f08-b97b-0c37f877119f" providerId="ADAL" clId="{6804A8E6-8D7F-46E3-B091-66A8F6B926BF}" dt="2024-11-09T05:15:35.019" v="2" actId="1076"/>
      <pc:docMkLst>
        <pc:docMk/>
      </pc:docMkLst>
      <pc:sldMasterChg chg="delSp mod modSldLayout">
        <pc:chgData name="Mohammed Fasha" userId="cc64f42d-a1a6-4f08-b97b-0c37f877119f" providerId="ADAL" clId="{6804A8E6-8D7F-46E3-B091-66A8F6B926BF}" dt="2024-11-09T05:15:35.019" v="2" actId="1076"/>
        <pc:sldMasterMkLst>
          <pc:docMk/>
          <pc:sldMasterMk cId="742811419" sldId="2147483648"/>
        </pc:sldMasterMkLst>
        <pc:sldLayoutChg chg="addSp modSp mod">
          <pc:chgData name="Mohammed Fasha" userId="cc64f42d-a1a6-4f08-b97b-0c37f877119f" providerId="ADAL" clId="{6804A8E6-8D7F-46E3-B091-66A8F6B926BF}" dt="2024-11-09T05:15:35.019" v="2" actId="1076"/>
          <pc:sldLayoutMkLst>
            <pc:docMk/>
            <pc:sldMasterMk cId="742811419" sldId="2147483648"/>
            <pc:sldLayoutMk cId="4063788262" sldId="2147483649"/>
          </pc:sldLayoutMkLst>
        </pc:sldLayoutChg>
      </pc:sldMasterChg>
    </pc:docChg>
  </pc:docChgLst>
  <pc:docChgLst>
    <pc:chgData name="Mohammed Fasha" userId="cc64f42d-a1a6-4f08-b97b-0c37f877119f" providerId="ADAL" clId="{BAA24B5F-E316-4807-ADAF-14922A29E8E2}"/>
    <pc:docChg chg="undo custSel addSld modSld sldOrd">
      <pc:chgData name="Mohammed Fasha" userId="cc64f42d-a1a6-4f08-b97b-0c37f877119f" providerId="ADAL" clId="{BAA24B5F-E316-4807-ADAF-14922A29E8E2}" dt="2025-03-15T11:50:13.661" v="227" actId="12"/>
      <pc:docMkLst>
        <pc:docMk/>
      </pc:docMkLst>
      <pc:sldChg chg="addSp delSp modSp add mod chgLayout">
        <pc:chgData name="Mohammed Fasha" userId="cc64f42d-a1a6-4f08-b97b-0c37f877119f" providerId="ADAL" clId="{BAA24B5F-E316-4807-ADAF-14922A29E8E2}" dt="2025-03-15T09:30:10.852" v="75" actId="20577"/>
        <pc:sldMkLst>
          <pc:docMk/>
          <pc:sldMk cId="3259240421" sldId="458"/>
        </pc:sldMkLst>
      </pc:sldChg>
      <pc:sldChg chg="modSp new mod">
        <pc:chgData name="Mohammed Fasha" userId="cc64f42d-a1a6-4f08-b97b-0c37f877119f" providerId="ADAL" clId="{BAA24B5F-E316-4807-ADAF-14922A29E8E2}" dt="2025-03-15T10:54:27.780" v="83" actId="113"/>
        <pc:sldMkLst>
          <pc:docMk/>
          <pc:sldMk cId="48836864" sldId="459"/>
        </pc:sldMkLst>
      </pc:sldChg>
      <pc:sldChg chg="addSp modSp new mod">
        <pc:chgData name="Mohammed Fasha" userId="cc64f42d-a1a6-4f08-b97b-0c37f877119f" providerId="ADAL" clId="{BAA24B5F-E316-4807-ADAF-14922A29E8E2}" dt="2025-03-15T11:11:44.181" v="127" actId="12385"/>
        <pc:sldMkLst>
          <pc:docMk/>
          <pc:sldMk cId="928322667" sldId="460"/>
        </pc:sldMkLst>
      </pc:sldChg>
      <pc:sldChg chg="addSp delSp modSp add mod">
        <pc:chgData name="Mohammed Fasha" userId="cc64f42d-a1a6-4f08-b97b-0c37f877119f" providerId="ADAL" clId="{BAA24B5F-E316-4807-ADAF-14922A29E8E2}" dt="2025-03-15T11:17:03.543" v="216" actId="21"/>
        <pc:sldMkLst>
          <pc:docMk/>
          <pc:sldMk cId="1395444050" sldId="461"/>
        </pc:sldMkLst>
      </pc:sldChg>
      <pc:sldChg chg="addSp modSp add mod ord">
        <pc:chgData name="Mohammed Fasha" userId="cc64f42d-a1a6-4f08-b97b-0c37f877119f" providerId="ADAL" clId="{BAA24B5F-E316-4807-ADAF-14922A29E8E2}" dt="2025-03-15T11:17:15.321" v="223" actId="1076"/>
        <pc:sldMkLst>
          <pc:docMk/>
          <pc:sldMk cId="2284286539" sldId="462"/>
        </pc:sldMkLst>
      </pc:sldChg>
      <pc:sldChg chg="add">
        <pc:chgData name="Mohammed Fasha" userId="cc64f42d-a1a6-4f08-b97b-0c37f877119f" providerId="ADAL" clId="{BAA24B5F-E316-4807-ADAF-14922A29E8E2}" dt="2025-03-15T10:54:33.100" v="87"/>
        <pc:sldMkLst>
          <pc:docMk/>
          <pc:sldMk cId="3026790438" sldId="463"/>
        </pc:sldMkLst>
      </pc:sldChg>
      <pc:sldChg chg="add">
        <pc:chgData name="Mohammed Fasha" userId="cc64f42d-a1a6-4f08-b97b-0c37f877119f" providerId="ADAL" clId="{BAA24B5F-E316-4807-ADAF-14922A29E8E2}" dt="2025-03-15T10:54:33.205" v="88"/>
        <pc:sldMkLst>
          <pc:docMk/>
          <pc:sldMk cId="559781770" sldId="464"/>
        </pc:sldMkLst>
      </pc:sldChg>
      <pc:sldChg chg="add">
        <pc:chgData name="Mohammed Fasha" userId="cc64f42d-a1a6-4f08-b97b-0c37f877119f" providerId="ADAL" clId="{BAA24B5F-E316-4807-ADAF-14922A29E8E2}" dt="2025-03-15T10:54:33.392" v="89"/>
        <pc:sldMkLst>
          <pc:docMk/>
          <pc:sldMk cId="1438401834" sldId="465"/>
        </pc:sldMkLst>
      </pc:sldChg>
      <pc:sldChg chg="addSp delSp modSp add mod">
        <pc:chgData name="Mohammed Fasha" userId="cc64f42d-a1a6-4f08-b97b-0c37f877119f" providerId="ADAL" clId="{BAA24B5F-E316-4807-ADAF-14922A29E8E2}" dt="2025-03-15T11:15:39.043" v="200" actId="14100"/>
        <pc:sldMkLst>
          <pc:docMk/>
          <pc:sldMk cId="446689935" sldId="466"/>
        </pc:sldMkLst>
      </pc:sldChg>
      <pc:sldChg chg="modSp new mod">
        <pc:chgData name="Mohammed Fasha" userId="cc64f42d-a1a6-4f08-b97b-0c37f877119f" providerId="ADAL" clId="{BAA24B5F-E316-4807-ADAF-14922A29E8E2}" dt="2025-03-15T11:50:13.661" v="227" actId="12"/>
        <pc:sldMkLst>
          <pc:docMk/>
          <pc:sldMk cId="1353442942" sldId="467"/>
        </pc:sldMkLst>
      </pc:sldChg>
      <pc:sldChg chg="add">
        <pc:chgData name="Mohammed Fasha" userId="cc64f42d-a1a6-4f08-b97b-0c37f877119f" providerId="ADAL" clId="{BAA24B5F-E316-4807-ADAF-14922A29E8E2}" dt="2025-03-15T11:17:00.994" v="213"/>
        <pc:sldMkLst>
          <pc:docMk/>
          <pc:sldMk cId="885699272" sldId="468"/>
        </pc:sldMkLst>
      </pc:sldChg>
      <pc:sldChg chg="add">
        <pc:chgData name="Mohammed Fasha" userId="cc64f42d-a1a6-4f08-b97b-0c37f877119f" providerId="ADAL" clId="{BAA24B5F-E316-4807-ADAF-14922A29E8E2}" dt="2025-03-15T11:17:01.159" v="214"/>
        <pc:sldMkLst>
          <pc:docMk/>
          <pc:sldMk cId="2161886032" sldId="469"/>
        </pc:sldMkLst>
      </pc:sldChg>
      <pc:sldChg chg="add">
        <pc:chgData name="Mohammed Fasha" userId="cc64f42d-a1a6-4f08-b97b-0c37f877119f" providerId="ADAL" clId="{BAA24B5F-E316-4807-ADAF-14922A29E8E2}" dt="2025-03-15T11:17:01.295" v="215"/>
        <pc:sldMkLst>
          <pc:docMk/>
          <pc:sldMk cId="228845551" sldId="470"/>
        </pc:sldMkLst>
      </pc:sldChg>
    </pc:docChg>
  </pc:docChgLst>
  <pc:docChgLst>
    <pc:chgData name="Mohammed Fasha" userId="S::mohammed.fasha@uop.edu.jo::cc64f42d-a1a6-4f08-b97b-0c37f877119f" providerId="AD" clId="Web-{5C86E801-D2EF-92BA-0550-CFAF0E1AFAFC}"/>
    <pc:docChg chg="addSld delSld modSld">
      <pc:chgData name="Mohammed Fasha" userId="S::mohammed.fasha@uop.edu.jo::cc64f42d-a1a6-4f08-b97b-0c37f877119f" providerId="AD" clId="Web-{5C86E801-D2EF-92BA-0550-CFAF0E1AFAFC}" dt="2025-03-15T08:07:49.192" v="76"/>
      <pc:docMkLst>
        <pc:docMk/>
      </pc:docMkLst>
      <pc:sldChg chg="add del">
        <pc:chgData name="Mohammed Fasha" userId="S::mohammed.fasha@uop.edu.jo::cc64f42d-a1a6-4f08-b97b-0c37f877119f" providerId="AD" clId="Web-{5C86E801-D2EF-92BA-0550-CFAF0E1AFAFC}" dt="2025-03-15T08:04:21.688" v="38"/>
        <pc:sldMkLst>
          <pc:docMk/>
          <pc:sldMk cId="0" sldId="256"/>
        </pc:sldMkLst>
      </pc:sldChg>
      <pc:sldChg chg="add">
        <pc:chgData name="Mohammed Fasha" userId="S::mohammed.fasha@uop.edu.jo::cc64f42d-a1a6-4f08-b97b-0c37f877119f" providerId="AD" clId="Web-{5C86E801-D2EF-92BA-0550-CFAF0E1AFAFC}" dt="2025-03-15T08:04:11.422" v="37"/>
        <pc:sldMkLst>
          <pc:docMk/>
          <pc:sldMk cId="1934860174" sldId="285"/>
        </pc:sldMkLst>
      </pc:sldChg>
      <pc:sldChg chg="addSp delSp modSp add del mod modClrScheme chgLayout">
        <pc:chgData name="Mohammed Fasha" userId="S::mohammed.fasha@uop.edu.jo::cc64f42d-a1a6-4f08-b97b-0c37f877119f" providerId="AD" clId="Web-{5C86E801-D2EF-92BA-0550-CFAF0E1AFAFC}" dt="2025-03-15T08:05:55.002" v="64"/>
        <pc:sldMkLst>
          <pc:docMk/>
          <pc:sldMk cId="1294835954" sldId="288"/>
        </pc:sldMkLst>
      </pc:sldChg>
      <pc:sldChg chg="add">
        <pc:chgData name="Mohammed Fasha" userId="S::mohammed.fasha@uop.edu.jo::cc64f42d-a1a6-4f08-b97b-0c37f877119f" providerId="AD" clId="Web-{5C86E801-D2EF-92BA-0550-CFAF0E1AFAFC}" dt="2025-03-15T08:04:09.547" v="20"/>
        <pc:sldMkLst>
          <pc:docMk/>
          <pc:sldMk cId="416776941" sldId="289"/>
        </pc:sldMkLst>
      </pc:sldChg>
      <pc:sldChg chg="add">
        <pc:chgData name="Mohammed Fasha" userId="S::mohammed.fasha@uop.edu.jo::cc64f42d-a1a6-4f08-b97b-0c37f877119f" providerId="AD" clId="Web-{5C86E801-D2EF-92BA-0550-CFAF0E1AFAFC}" dt="2025-03-15T08:04:09.641" v="21"/>
        <pc:sldMkLst>
          <pc:docMk/>
          <pc:sldMk cId="2079225657" sldId="290"/>
        </pc:sldMkLst>
      </pc:sldChg>
      <pc:sldChg chg="add">
        <pc:chgData name="Mohammed Fasha" userId="S::mohammed.fasha@uop.edu.jo::cc64f42d-a1a6-4f08-b97b-0c37f877119f" providerId="AD" clId="Web-{5C86E801-D2EF-92BA-0550-CFAF0E1AFAFC}" dt="2025-03-15T08:04:09.906" v="22"/>
        <pc:sldMkLst>
          <pc:docMk/>
          <pc:sldMk cId="2088001872" sldId="291"/>
        </pc:sldMkLst>
      </pc:sldChg>
      <pc:sldChg chg="add">
        <pc:chgData name="Mohammed Fasha" userId="S::mohammed.fasha@uop.edu.jo::cc64f42d-a1a6-4f08-b97b-0c37f877119f" providerId="AD" clId="Web-{5C86E801-D2EF-92BA-0550-CFAF0E1AFAFC}" dt="2025-03-15T08:04:10.141" v="23"/>
        <pc:sldMkLst>
          <pc:docMk/>
          <pc:sldMk cId="1893373019" sldId="292"/>
        </pc:sldMkLst>
      </pc:sldChg>
      <pc:sldChg chg="add">
        <pc:chgData name="Mohammed Fasha" userId="S::mohammed.fasha@uop.edu.jo::cc64f42d-a1a6-4f08-b97b-0c37f877119f" providerId="AD" clId="Web-{5C86E801-D2EF-92BA-0550-CFAF0E1AFAFC}" dt="2025-03-15T08:04:10.578" v="24"/>
        <pc:sldMkLst>
          <pc:docMk/>
          <pc:sldMk cId="105675678" sldId="293"/>
        </pc:sldMkLst>
      </pc:sldChg>
      <pc:sldChg chg="add">
        <pc:chgData name="Mohammed Fasha" userId="S::mohammed.fasha@uop.edu.jo::cc64f42d-a1a6-4f08-b97b-0c37f877119f" providerId="AD" clId="Web-{5C86E801-D2EF-92BA-0550-CFAF0E1AFAFC}" dt="2025-03-15T08:04:10.594" v="25"/>
        <pc:sldMkLst>
          <pc:docMk/>
          <pc:sldMk cId="2028619254" sldId="294"/>
        </pc:sldMkLst>
      </pc:sldChg>
      <pc:sldChg chg="add">
        <pc:chgData name="Mohammed Fasha" userId="S::mohammed.fasha@uop.edu.jo::cc64f42d-a1a6-4f08-b97b-0c37f877119f" providerId="AD" clId="Web-{5C86E801-D2EF-92BA-0550-CFAF0E1AFAFC}" dt="2025-03-15T08:04:10.594" v="26"/>
        <pc:sldMkLst>
          <pc:docMk/>
          <pc:sldMk cId="1648889151" sldId="296"/>
        </pc:sldMkLst>
      </pc:sldChg>
      <pc:sldChg chg="add">
        <pc:chgData name="Mohammed Fasha" userId="S::mohammed.fasha@uop.edu.jo::cc64f42d-a1a6-4f08-b97b-0c37f877119f" providerId="AD" clId="Web-{5C86E801-D2EF-92BA-0550-CFAF0E1AFAFC}" dt="2025-03-15T08:04:10.672" v="28"/>
        <pc:sldMkLst>
          <pc:docMk/>
          <pc:sldMk cId="1751924142" sldId="297"/>
        </pc:sldMkLst>
      </pc:sldChg>
      <pc:sldChg chg="add">
        <pc:chgData name="Mohammed Fasha" userId="S::mohammed.fasha@uop.edu.jo::cc64f42d-a1a6-4f08-b97b-0c37f877119f" providerId="AD" clId="Web-{5C86E801-D2EF-92BA-0550-CFAF0E1AFAFC}" dt="2025-03-15T08:04:10.688" v="29"/>
        <pc:sldMkLst>
          <pc:docMk/>
          <pc:sldMk cId="1359989136" sldId="298"/>
        </pc:sldMkLst>
      </pc:sldChg>
      <pc:sldChg chg="add">
        <pc:chgData name="Mohammed Fasha" userId="S::mohammed.fasha@uop.edu.jo::cc64f42d-a1a6-4f08-b97b-0c37f877119f" providerId="AD" clId="Web-{5C86E801-D2EF-92BA-0550-CFAF0E1AFAFC}" dt="2025-03-15T08:04:10.703" v="30"/>
        <pc:sldMkLst>
          <pc:docMk/>
          <pc:sldMk cId="1821443450" sldId="299"/>
        </pc:sldMkLst>
      </pc:sldChg>
      <pc:sldChg chg="add">
        <pc:chgData name="Mohammed Fasha" userId="S::mohammed.fasha@uop.edu.jo::cc64f42d-a1a6-4f08-b97b-0c37f877119f" providerId="AD" clId="Web-{5C86E801-D2EF-92BA-0550-CFAF0E1AFAFC}" dt="2025-03-15T08:04:10.891" v="31"/>
        <pc:sldMkLst>
          <pc:docMk/>
          <pc:sldMk cId="1376231676" sldId="300"/>
        </pc:sldMkLst>
      </pc:sldChg>
      <pc:sldChg chg="add">
        <pc:chgData name="Mohammed Fasha" userId="S::mohammed.fasha@uop.edu.jo::cc64f42d-a1a6-4f08-b97b-0c37f877119f" providerId="AD" clId="Web-{5C86E801-D2EF-92BA-0550-CFAF0E1AFAFC}" dt="2025-03-15T08:04:11.203" v="34"/>
        <pc:sldMkLst>
          <pc:docMk/>
          <pc:sldMk cId="1620554975" sldId="302"/>
        </pc:sldMkLst>
      </pc:sldChg>
      <pc:sldChg chg="add">
        <pc:chgData name="Mohammed Fasha" userId="S::mohammed.fasha@uop.edu.jo::cc64f42d-a1a6-4f08-b97b-0c37f877119f" providerId="AD" clId="Web-{5C86E801-D2EF-92BA-0550-CFAF0E1AFAFC}" dt="2025-03-15T08:04:11.359" v="35"/>
        <pc:sldMkLst>
          <pc:docMk/>
          <pc:sldMk cId="2095738023" sldId="303"/>
        </pc:sldMkLst>
      </pc:sldChg>
      <pc:sldChg chg="add">
        <pc:chgData name="Mohammed Fasha" userId="S::mohammed.fasha@uop.edu.jo::cc64f42d-a1a6-4f08-b97b-0c37f877119f" providerId="AD" clId="Web-{5C86E801-D2EF-92BA-0550-CFAF0E1AFAFC}" dt="2025-03-15T08:04:11.422" v="36"/>
        <pc:sldMkLst>
          <pc:docMk/>
          <pc:sldMk cId="156663359" sldId="304"/>
        </pc:sldMkLst>
      </pc:sldChg>
      <pc:sldChg chg="add">
        <pc:chgData name="Mohammed Fasha" userId="S::mohammed.fasha@uop.edu.jo::cc64f42d-a1a6-4f08-b97b-0c37f877119f" providerId="AD" clId="Web-{5C86E801-D2EF-92BA-0550-CFAF0E1AFAFC}" dt="2025-03-15T08:04:11.016" v="32"/>
        <pc:sldMkLst>
          <pc:docMk/>
          <pc:sldMk cId="155004230" sldId="305"/>
        </pc:sldMkLst>
      </pc:sldChg>
      <pc:sldChg chg="add">
        <pc:chgData name="Mohammed Fasha" userId="S::mohammed.fasha@uop.edu.jo::cc64f42d-a1a6-4f08-b97b-0c37f877119f" providerId="AD" clId="Web-{5C86E801-D2EF-92BA-0550-CFAF0E1AFAFC}" dt="2025-03-15T08:04:11.094" v="33"/>
        <pc:sldMkLst>
          <pc:docMk/>
          <pc:sldMk cId="1689879719" sldId="308"/>
        </pc:sldMkLst>
      </pc:sldChg>
      <pc:sldChg chg="add">
        <pc:chgData name="Mohammed Fasha" userId="S::mohammed.fasha@uop.edu.jo::cc64f42d-a1a6-4f08-b97b-0c37f877119f" providerId="AD" clId="Web-{5C86E801-D2EF-92BA-0550-CFAF0E1AFAFC}" dt="2025-03-15T08:04:10.672" v="27"/>
        <pc:sldMkLst>
          <pc:docMk/>
          <pc:sldMk cId="15685033" sldId="309"/>
        </pc:sldMkLst>
      </pc:sldChg>
      <pc:sldChg chg="addSp delSp modSp">
        <pc:chgData name="Mohammed Fasha" userId="S::mohammed.fasha@uop.edu.jo::cc64f42d-a1a6-4f08-b97b-0c37f877119f" providerId="AD" clId="Web-{5C86E801-D2EF-92BA-0550-CFAF0E1AFAFC}" dt="2025-03-15T08:04:38.188" v="43" actId="20577"/>
        <pc:sldMkLst>
          <pc:docMk/>
          <pc:sldMk cId="1489447582" sldId="455"/>
        </pc:sldMkLst>
        <pc:spChg chg="mod">
          <ac:chgData name="Mohammed Fasha" userId="S::mohammed.fasha@uop.edu.jo::cc64f42d-a1a6-4f08-b97b-0c37f877119f" providerId="AD" clId="Web-{5C86E801-D2EF-92BA-0550-CFAF0E1AFAFC}" dt="2025-03-15T08:04:38.188" v="43" actId="20577"/>
          <ac:spMkLst>
            <pc:docMk/>
            <pc:sldMk cId="1489447582" sldId="455"/>
            <ac:spMk id="8" creationId="{107CF054-390C-DCFC-C9A6-9E95C859A175}"/>
          </ac:spMkLst>
        </pc:spChg>
      </pc:sldChg>
      <pc:sldChg chg="del">
        <pc:chgData name="Mohammed Fasha" userId="S::mohammed.fasha@uop.edu.jo::cc64f42d-a1a6-4f08-b97b-0c37f877119f" providerId="AD" clId="Web-{5C86E801-D2EF-92BA-0550-CFAF0E1AFAFC}" dt="2025-03-15T08:02:15.216" v="15"/>
        <pc:sldMkLst>
          <pc:docMk/>
          <pc:sldMk cId="2282942957" sldId="456"/>
        </pc:sldMkLst>
      </pc:sldChg>
      <pc:sldChg chg="addSp delSp modSp new">
        <pc:chgData name="Mohammed Fasha" userId="S::mohammed.fasha@uop.edu.jo::cc64f42d-a1a6-4f08-b97b-0c37f877119f" providerId="AD" clId="Web-{5C86E801-D2EF-92BA-0550-CFAF0E1AFAFC}" dt="2025-03-15T08:07:49.192" v="76"/>
        <pc:sldMkLst>
          <pc:docMk/>
          <pc:sldMk cId="3313801511" sldId="456"/>
        </pc:sldMkLst>
      </pc:sldChg>
      <pc:sldChg chg="del">
        <pc:chgData name="Mohammed Fasha" userId="S::mohammed.fasha@uop.edu.jo::cc64f42d-a1a6-4f08-b97b-0c37f877119f" providerId="AD" clId="Web-{5C86E801-D2EF-92BA-0550-CFAF0E1AFAFC}" dt="2025-03-15T08:02:15.216" v="14"/>
        <pc:sldMkLst>
          <pc:docMk/>
          <pc:sldMk cId="1674895679" sldId="457"/>
        </pc:sldMkLst>
      </pc:sldChg>
      <pc:sldChg chg="modSp new">
        <pc:chgData name="Mohammed Fasha" userId="S::mohammed.fasha@uop.edu.jo::cc64f42d-a1a6-4f08-b97b-0c37f877119f" providerId="AD" clId="Web-{5C86E801-D2EF-92BA-0550-CFAF0E1AFAFC}" dt="2025-03-15T08:06:12.362" v="74" actId="20577"/>
        <pc:sldMkLst>
          <pc:docMk/>
          <pc:sldMk cId="2736460752" sldId="457"/>
        </pc:sldMkLst>
      </pc:sldChg>
      <pc:sldChg chg="del">
        <pc:chgData name="Mohammed Fasha" userId="S::mohammed.fasha@uop.edu.jo::cc64f42d-a1a6-4f08-b97b-0c37f877119f" providerId="AD" clId="Web-{5C86E801-D2EF-92BA-0550-CFAF0E1AFAFC}" dt="2025-03-15T08:02:15.216" v="13"/>
        <pc:sldMkLst>
          <pc:docMk/>
          <pc:sldMk cId="3292514151" sldId="458"/>
        </pc:sldMkLst>
      </pc:sldChg>
      <pc:sldChg chg="del">
        <pc:chgData name="Mohammed Fasha" userId="S::mohammed.fasha@uop.edu.jo::cc64f42d-a1a6-4f08-b97b-0c37f877119f" providerId="AD" clId="Web-{5C86E801-D2EF-92BA-0550-CFAF0E1AFAFC}" dt="2025-03-15T08:02:15.216" v="12"/>
        <pc:sldMkLst>
          <pc:docMk/>
          <pc:sldMk cId="3675936543" sldId="459"/>
        </pc:sldMkLst>
      </pc:sldChg>
      <pc:sldChg chg="del">
        <pc:chgData name="Mohammed Fasha" userId="S::mohammed.fasha@uop.edu.jo::cc64f42d-a1a6-4f08-b97b-0c37f877119f" providerId="AD" clId="Web-{5C86E801-D2EF-92BA-0550-CFAF0E1AFAFC}" dt="2025-03-15T08:02:15.216" v="11"/>
        <pc:sldMkLst>
          <pc:docMk/>
          <pc:sldMk cId="819366188" sldId="460"/>
        </pc:sldMkLst>
      </pc:sldChg>
      <pc:sldChg chg="del">
        <pc:chgData name="Mohammed Fasha" userId="S::mohammed.fasha@uop.edu.jo::cc64f42d-a1a6-4f08-b97b-0c37f877119f" providerId="AD" clId="Web-{5C86E801-D2EF-92BA-0550-CFAF0E1AFAFC}" dt="2025-03-15T08:02:15.201" v="0"/>
        <pc:sldMkLst>
          <pc:docMk/>
          <pc:sldMk cId="247418909" sldId="461"/>
        </pc:sldMkLst>
      </pc:sldChg>
      <pc:sldChg chg="del">
        <pc:chgData name="Mohammed Fasha" userId="S::mohammed.fasha@uop.edu.jo::cc64f42d-a1a6-4f08-b97b-0c37f877119f" providerId="AD" clId="Web-{5C86E801-D2EF-92BA-0550-CFAF0E1AFAFC}" dt="2025-03-15T08:02:15.216" v="10"/>
        <pc:sldMkLst>
          <pc:docMk/>
          <pc:sldMk cId="1157240725" sldId="462"/>
        </pc:sldMkLst>
      </pc:sldChg>
      <pc:sldChg chg="del">
        <pc:chgData name="Mohammed Fasha" userId="S::mohammed.fasha@uop.edu.jo::cc64f42d-a1a6-4f08-b97b-0c37f877119f" providerId="AD" clId="Web-{5C86E801-D2EF-92BA-0550-CFAF0E1AFAFC}" dt="2025-03-15T08:02:15.216" v="9"/>
        <pc:sldMkLst>
          <pc:docMk/>
          <pc:sldMk cId="2617340595" sldId="463"/>
        </pc:sldMkLst>
      </pc:sldChg>
      <pc:sldChg chg="del">
        <pc:chgData name="Mohammed Fasha" userId="S::mohammed.fasha@uop.edu.jo::cc64f42d-a1a6-4f08-b97b-0c37f877119f" providerId="AD" clId="Web-{5C86E801-D2EF-92BA-0550-CFAF0E1AFAFC}" dt="2025-03-15T08:02:15.216" v="8"/>
        <pc:sldMkLst>
          <pc:docMk/>
          <pc:sldMk cId="2675381745" sldId="464"/>
        </pc:sldMkLst>
      </pc:sldChg>
      <pc:sldChg chg="del">
        <pc:chgData name="Mohammed Fasha" userId="S::mohammed.fasha@uop.edu.jo::cc64f42d-a1a6-4f08-b97b-0c37f877119f" providerId="AD" clId="Web-{5C86E801-D2EF-92BA-0550-CFAF0E1AFAFC}" dt="2025-03-15T08:02:15.216" v="7"/>
        <pc:sldMkLst>
          <pc:docMk/>
          <pc:sldMk cId="4195523681" sldId="465"/>
        </pc:sldMkLst>
      </pc:sldChg>
      <pc:sldChg chg="del">
        <pc:chgData name="Mohammed Fasha" userId="S::mohammed.fasha@uop.edu.jo::cc64f42d-a1a6-4f08-b97b-0c37f877119f" providerId="AD" clId="Web-{5C86E801-D2EF-92BA-0550-CFAF0E1AFAFC}" dt="2025-03-15T08:02:15.216" v="6"/>
        <pc:sldMkLst>
          <pc:docMk/>
          <pc:sldMk cId="4047127300" sldId="466"/>
        </pc:sldMkLst>
      </pc:sldChg>
      <pc:sldChg chg="del">
        <pc:chgData name="Mohammed Fasha" userId="S::mohammed.fasha@uop.edu.jo::cc64f42d-a1a6-4f08-b97b-0c37f877119f" providerId="AD" clId="Web-{5C86E801-D2EF-92BA-0550-CFAF0E1AFAFC}" dt="2025-03-15T08:02:15.216" v="5"/>
        <pc:sldMkLst>
          <pc:docMk/>
          <pc:sldMk cId="3183967706" sldId="467"/>
        </pc:sldMkLst>
      </pc:sldChg>
      <pc:sldChg chg="del">
        <pc:chgData name="Mohammed Fasha" userId="S::mohammed.fasha@uop.edu.jo::cc64f42d-a1a6-4f08-b97b-0c37f877119f" providerId="AD" clId="Web-{5C86E801-D2EF-92BA-0550-CFAF0E1AFAFC}" dt="2025-03-15T08:02:15.216" v="4"/>
        <pc:sldMkLst>
          <pc:docMk/>
          <pc:sldMk cId="3161654258" sldId="468"/>
        </pc:sldMkLst>
      </pc:sldChg>
      <pc:sldChg chg="del">
        <pc:chgData name="Mohammed Fasha" userId="S::mohammed.fasha@uop.edu.jo::cc64f42d-a1a6-4f08-b97b-0c37f877119f" providerId="AD" clId="Web-{5C86E801-D2EF-92BA-0550-CFAF0E1AFAFC}" dt="2025-03-15T08:02:15.216" v="3"/>
        <pc:sldMkLst>
          <pc:docMk/>
          <pc:sldMk cId="2175348861" sldId="469"/>
        </pc:sldMkLst>
      </pc:sldChg>
      <pc:sldChg chg="del">
        <pc:chgData name="Mohammed Fasha" userId="S::mohammed.fasha@uop.edu.jo::cc64f42d-a1a6-4f08-b97b-0c37f877119f" providerId="AD" clId="Web-{5C86E801-D2EF-92BA-0550-CFAF0E1AFAFC}" dt="2025-03-15T08:02:15.216" v="2"/>
        <pc:sldMkLst>
          <pc:docMk/>
          <pc:sldMk cId="2988183144" sldId="470"/>
        </pc:sldMkLst>
      </pc:sldChg>
      <pc:sldChg chg="del">
        <pc:chgData name="Mohammed Fasha" userId="S::mohammed.fasha@uop.edu.jo::cc64f42d-a1a6-4f08-b97b-0c37f877119f" providerId="AD" clId="Web-{5C86E801-D2EF-92BA-0550-CFAF0E1AFAFC}" dt="2025-03-15T08:02:15.201" v="1"/>
        <pc:sldMkLst>
          <pc:docMk/>
          <pc:sldMk cId="1572681964" sldId="471"/>
        </pc:sldMkLst>
      </pc:sldChg>
      <pc:sldMasterChg chg="addSldLayout">
        <pc:chgData name="Mohammed Fasha" userId="S::mohammed.fasha@uop.edu.jo::cc64f42d-a1a6-4f08-b97b-0c37f877119f" providerId="AD" clId="Web-{5C86E801-D2EF-92BA-0550-CFAF0E1AFAFC}" dt="2025-03-15T08:04:09.313" v="19"/>
        <pc:sldMasterMkLst>
          <pc:docMk/>
          <pc:sldMasterMk cId="742811419" sldId="2147483648"/>
        </pc:sldMasterMkLst>
        <pc:sldLayoutChg chg="add">
          <pc:chgData name="Mohammed Fasha" userId="S::mohammed.fasha@uop.edu.jo::cc64f42d-a1a6-4f08-b97b-0c37f877119f" providerId="AD" clId="Web-{5C86E801-D2EF-92BA-0550-CFAF0E1AFAFC}" dt="2025-03-15T08:04:09.313" v="18"/>
          <pc:sldLayoutMkLst>
            <pc:docMk/>
            <pc:sldMasterMk cId="742811419" sldId="2147483648"/>
            <pc:sldLayoutMk cId="2902274837" sldId="2147483660"/>
          </pc:sldLayoutMkLst>
        </pc:sldLayoutChg>
        <pc:sldLayoutChg chg="add">
          <pc:chgData name="Mohammed Fasha" userId="S::mohammed.fasha@uop.edu.jo::cc64f42d-a1a6-4f08-b97b-0c37f877119f" providerId="AD" clId="Web-{5C86E801-D2EF-92BA-0550-CFAF0E1AFAFC}" dt="2025-03-15T08:04:09.313" v="19"/>
          <pc:sldLayoutMkLst>
            <pc:docMk/>
            <pc:sldMasterMk cId="742811419" sldId="2147483648"/>
            <pc:sldLayoutMk cId="3220374438"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3/18/2025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F5615635-BBAD-7E56-C59A-73312B1693C8}"/>
              </a:ext>
            </a:extLst>
          </p:cNvPr>
          <p:cNvPicPr>
            <a:picLocks noChangeAspect="1"/>
          </p:cNvPicPr>
          <p:nvPr userDrawn="1"/>
        </p:nvPicPr>
        <p:blipFill>
          <a:blip r:embed="rId2"/>
          <a:stretch>
            <a:fillRect/>
          </a:stretch>
        </p:blipFill>
        <p:spPr>
          <a:xfrm>
            <a:off x="0" y="136525"/>
            <a:ext cx="2123320" cy="447651"/>
          </a:xfrm>
          <a:prstGeom prst="rect">
            <a:avLst/>
          </a:prstGeom>
        </p:spPr>
      </p:pic>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3/18/2025</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7" name="pasted-image.png"/>
          <p:cNvPicPr/>
          <p:nvPr/>
        </p:nvPicPr>
        <p:blipFill>
          <a:blip r:embed="rId2">
            <a:alphaModFix amt="10839"/>
          </a:blip>
          <a:srcRect l="11804" t="22310" b="2478"/>
          <a:stretch>
            <a:fillRect/>
          </a:stretch>
        </p:blipFill>
        <p:spPr>
          <a:xfrm>
            <a:off x="-93133" y="-8368"/>
            <a:ext cx="6240413" cy="5321672"/>
          </a:xfrm>
          <a:prstGeom prst="rect">
            <a:avLst/>
          </a:prstGeom>
          <a:ln w="12700">
            <a:miter lim="400000"/>
          </a:ln>
        </p:spPr>
      </p:pic>
      <p:sp>
        <p:nvSpPr>
          <p:cNvPr id="8" name="Shape 8"/>
          <p:cNvSpPr/>
          <p:nvPr/>
        </p:nvSpPr>
        <p:spPr>
          <a:xfrm>
            <a:off x="347134" y="2631440"/>
            <a:ext cx="11497733" cy="36576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algn="ctr">
              <a:defRPr sz="3400">
                <a:solidFill>
                  <a:srgbClr val="215380"/>
                </a:solidFill>
                <a:latin typeface="+mn-lt"/>
                <a:ea typeface="+mn-ea"/>
                <a:cs typeface="+mn-cs"/>
                <a:sym typeface="Helvetica"/>
              </a:defRPr>
            </a:lvl1pPr>
          </a:lstStyle>
          <a:p>
            <a:pPr lvl="0">
              <a:defRPr sz="1800">
                <a:solidFill>
                  <a:srgbClr val="000000"/>
                </a:solidFill>
              </a:defRPr>
            </a:pPr>
            <a:r>
              <a:rPr sz="4800" dirty="0">
                <a:solidFill>
                  <a:srgbClr val="215380"/>
                </a:solidFill>
              </a:rPr>
              <a:t>CS6501: </a:t>
            </a:r>
            <a:r>
              <a:rPr lang="en-US" sz="4800" dirty="0">
                <a:solidFill>
                  <a:srgbClr val="215380"/>
                </a:solidFill>
              </a:rPr>
              <a:t>Vision</a:t>
            </a:r>
            <a:r>
              <a:rPr lang="en-US" sz="4800" baseline="0" dirty="0">
                <a:solidFill>
                  <a:srgbClr val="215380"/>
                </a:solidFill>
              </a:rPr>
              <a:t> and Language</a:t>
            </a:r>
            <a:endParaRPr sz="4800" dirty="0">
              <a:solidFill>
                <a:srgbClr val="215380"/>
              </a:solidFill>
            </a:endParaRPr>
          </a:p>
        </p:txBody>
      </p:sp>
    </p:spTree>
    <p:extLst>
      <p:ext uri="{BB962C8B-B14F-4D97-AF65-F5344CB8AC3E}">
        <p14:creationId xmlns:p14="http://schemas.microsoft.com/office/powerpoint/2010/main" val="290227483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3/18/2025</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owardsai.net/p/deep-learning/main-types-of-neural-networks-and-its-applications-tutorial-734480d7ec8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307307</a:t>
            </a:r>
            <a:br>
              <a:rPr lang="en-US" sz="3600" dirty="0">
                <a:ea typeface="Calibri Light"/>
                <a:cs typeface="Calibri Light"/>
              </a:rPr>
            </a:br>
            <a:r>
              <a:rPr lang="en-US" sz="3600" dirty="0">
                <a:ea typeface="Calibri Light"/>
                <a:cs typeface="Calibri Light"/>
              </a:rPr>
              <a:t>Introduction Neural Networks</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2D5B9-2871-5EBC-A17B-8B8ADA8C4D99}"/>
              </a:ext>
            </a:extLst>
          </p:cNvPr>
          <p:cNvSpPr>
            <a:spLocks noGrp="1"/>
          </p:cNvSpPr>
          <p:nvPr>
            <p:ph type="title"/>
          </p:nvPr>
        </p:nvSpPr>
        <p:spPr/>
        <p:txBody>
          <a:bodyPr>
            <a:normAutofit/>
          </a:bodyPr>
          <a:lstStyle/>
          <a:p>
            <a:r>
              <a:rPr lang="en-US" dirty="0"/>
              <a:t>What is a Neural Network?</a:t>
            </a:r>
          </a:p>
        </p:txBody>
      </p:sp>
      <p:sp>
        <p:nvSpPr>
          <p:cNvPr id="3" name="Content Placeholder 2">
            <a:extLst>
              <a:ext uri="{FF2B5EF4-FFF2-40B4-BE49-F238E27FC236}">
                <a16:creationId xmlns:a16="http://schemas.microsoft.com/office/drawing/2014/main" id="{79E5C41B-2FD3-F992-A765-8444BB41DA04}"/>
              </a:ext>
            </a:extLst>
          </p:cNvPr>
          <p:cNvSpPr>
            <a:spLocks noGrp="1"/>
          </p:cNvSpPr>
          <p:nvPr>
            <p:ph idx="1"/>
          </p:nvPr>
        </p:nvSpPr>
        <p:spPr/>
        <p:txBody>
          <a:bodyPr/>
          <a:lstStyle/>
          <a:p>
            <a:pPr>
              <a:buFont typeface="Arial" panose="020B0604020202020204" pitchFamily="34" charset="0"/>
              <a:buChar char="•"/>
            </a:pPr>
            <a:r>
              <a:rPr lang="en-US" dirty="0"/>
              <a:t>A neural network is a computational model inspired by the human brain.</a:t>
            </a:r>
          </a:p>
          <a:p>
            <a:pPr>
              <a:buFont typeface="Arial" panose="020B0604020202020204" pitchFamily="34" charset="0"/>
              <a:buChar char="•"/>
            </a:pPr>
            <a:r>
              <a:rPr lang="en-US" dirty="0"/>
              <a:t>It consists of layers of interconnected nodes (neurons) that process data.</a:t>
            </a:r>
          </a:p>
          <a:p>
            <a:pPr>
              <a:buFont typeface="Arial" panose="020B0604020202020204" pitchFamily="34" charset="0"/>
              <a:buChar char="•"/>
            </a:pPr>
            <a:r>
              <a:rPr lang="en-US" dirty="0"/>
              <a:t>Used for pattern recognition, decision-making, and AI applications.</a:t>
            </a:r>
          </a:p>
          <a:p>
            <a:endParaRPr lang="en-US" dirty="0"/>
          </a:p>
        </p:txBody>
      </p:sp>
      <p:pic>
        <p:nvPicPr>
          <p:cNvPr id="4098" name="Picture 2" descr="What is a Neural Network &amp; How Does It Work? AI Guide">
            <a:extLst>
              <a:ext uri="{FF2B5EF4-FFF2-40B4-BE49-F238E27FC236}">
                <a16:creationId xmlns:a16="http://schemas.microsoft.com/office/drawing/2014/main" id="{025DC2D0-6CA1-4038-E4E8-460213DD7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5977" y="3152859"/>
            <a:ext cx="4520045" cy="2956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696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17C4-6900-2C0F-0B47-9A5FCC6EA098}"/>
              </a:ext>
            </a:extLst>
          </p:cNvPr>
          <p:cNvSpPr>
            <a:spLocks noGrp="1"/>
          </p:cNvSpPr>
          <p:nvPr>
            <p:ph type="title"/>
          </p:nvPr>
        </p:nvSpPr>
        <p:spPr/>
        <p:txBody>
          <a:bodyPr>
            <a:normAutofit/>
          </a:bodyPr>
          <a:lstStyle/>
          <a:p>
            <a:r>
              <a:rPr lang="en-US" dirty="0"/>
              <a:t>Inspiration from the Human Brain</a:t>
            </a:r>
          </a:p>
        </p:txBody>
      </p:sp>
      <p:sp>
        <p:nvSpPr>
          <p:cNvPr id="3" name="Content Placeholder 2">
            <a:extLst>
              <a:ext uri="{FF2B5EF4-FFF2-40B4-BE49-F238E27FC236}">
                <a16:creationId xmlns:a16="http://schemas.microsoft.com/office/drawing/2014/main" id="{C9361DA7-17F8-D8A5-8BD1-3E036B1B7481}"/>
              </a:ext>
            </a:extLst>
          </p:cNvPr>
          <p:cNvSpPr>
            <a:spLocks noGrp="1"/>
          </p:cNvSpPr>
          <p:nvPr>
            <p:ph idx="1"/>
          </p:nvPr>
        </p:nvSpPr>
        <p:spPr/>
        <p:txBody>
          <a:bodyPr/>
          <a:lstStyle/>
          <a:p>
            <a:pPr>
              <a:buFont typeface="Arial" panose="020B0604020202020204" pitchFamily="34" charset="0"/>
              <a:buChar char="•"/>
            </a:pPr>
            <a:r>
              <a:rPr lang="en-US" dirty="0"/>
              <a:t>Neural networks are modeled after </a:t>
            </a:r>
            <a:r>
              <a:rPr lang="en-US" b="1" dirty="0"/>
              <a:t>biological neurons</a:t>
            </a:r>
            <a:r>
              <a:rPr lang="en-US" dirty="0"/>
              <a:t> in the brain.</a:t>
            </a:r>
          </a:p>
          <a:p>
            <a:pPr>
              <a:buFont typeface="Arial" panose="020B0604020202020204" pitchFamily="34" charset="0"/>
              <a:buChar char="•"/>
            </a:pPr>
            <a:r>
              <a:rPr lang="en-US" b="1" dirty="0"/>
              <a:t>Neurons</a:t>
            </a:r>
            <a:r>
              <a:rPr lang="en-US" dirty="0"/>
              <a:t> receive inputs, process them, and pass the output to other neurons.</a:t>
            </a:r>
          </a:p>
          <a:p>
            <a:pPr>
              <a:buFont typeface="Arial" panose="020B0604020202020204" pitchFamily="34" charset="0"/>
              <a:buChar char="•"/>
            </a:pPr>
            <a:r>
              <a:rPr lang="en-US" dirty="0"/>
              <a:t>Just like the brain, networks learn from experience (training).</a:t>
            </a:r>
          </a:p>
          <a:p>
            <a:endParaRPr lang="en-US" dirty="0"/>
          </a:p>
        </p:txBody>
      </p:sp>
      <p:pic>
        <p:nvPicPr>
          <p:cNvPr id="2050" name="Picture 2" descr="Neural_Network_Brain_Mimic">
            <a:extLst>
              <a:ext uri="{FF2B5EF4-FFF2-40B4-BE49-F238E27FC236}">
                <a16:creationId xmlns:a16="http://schemas.microsoft.com/office/drawing/2014/main" id="{7630116A-9923-96DA-8CF5-ADBBBEB7A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7195" y="3372054"/>
            <a:ext cx="6362700" cy="298693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ggest Neural Network Ever Pushes AI Deep Learning">
            <a:extLst>
              <a:ext uri="{FF2B5EF4-FFF2-40B4-BE49-F238E27FC236}">
                <a16:creationId xmlns:a16="http://schemas.microsoft.com/office/drawing/2014/main" id="{EB087AD0-73F9-30FA-5ABB-5FA070408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709" y="3670566"/>
            <a:ext cx="3186545" cy="2389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559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BB5E4-D292-A166-DDC6-BE56AE48F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2ADF3-F48A-EB49-7342-FC2BDB58C924}"/>
              </a:ext>
            </a:extLst>
          </p:cNvPr>
          <p:cNvSpPr>
            <a:spLocks noGrp="1"/>
          </p:cNvSpPr>
          <p:nvPr>
            <p:ph type="title"/>
          </p:nvPr>
        </p:nvSpPr>
        <p:spPr/>
        <p:txBody>
          <a:bodyPr>
            <a:normAutofit/>
          </a:bodyPr>
          <a:lstStyle/>
          <a:p>
            <a:r>
              <a:rPr lang="en-US" dirty="0"/>
              <a:t>Structure of a Neural Network</a:t>
            </a:r>
          </a:p>
        </p:txBody>
      </p:sp>
      <p:sp>
        <p:nvSpPr>
          <p:cNvPr id="3" name="Content Placeholder 2">
            <a:extLst>
              <a:ext uri="{FF2B5EF4-FFF2-40B4-BE49-F238E27FC236}">
                <a16:creationId xmlns:a16="http://schemas.microsoft.com/office/drawing/2014/main" id="{33F57CBD-BDEE-A091-DC95-C0CF009F3621}"/>
              </a:ext>
            </a:extLst>
          </p:cNvPr>
          <p:cNvSpPr>
            <a:spLocks noGrp="1"/>
          </p:cNvSpPr>
          <p:nvPr>
            <p:ph idx="1"/>
          </p:nvPr>
        </p:nvSpPr>
        <p:spPr>
          <a:xfrm>
            <a:off x="838200" y="1706007"/>
            <a:ext cx="6047509" cy="4991039"/>
          </a:xfrm>
        </p:spPr>
        <p:txBody>
          <a:bodyPr/>
          <a:lstStyle/>
          <a:p>
            <a:pPr>
              <a:buFont typeface="Arial" panose="020B0604020202020204" pitchFamily="34" charset="0"/>
              <a:buChar char="•"/>
            </a:pPr>
            <a:r>
              <a:rPr lang="en-US" dirty="0"/>
              <a:t>Three main layers: </a:t>
            </a:r>
          </a:p>
          <a:p>
            <a:pPr marL="742950" lvl="1" indent="-285750">
              <a:buFont typeface="Arial" panose="020B0604020202020204" pitchFamily="34" charset="0"/>
              <a:buChar char="•"/>
            </a:pPr>
            <a:r>
              <a:rPr lang="en-US" b="1" dirty="0"/>
              <a:t>Input Layer</a:t>
            </a:r>
            <a:r>
              <a:rPr lang="en-US" dirty="0"/>
              <a:t> – Receives raw data.</a:t>
            </a:r>
          </a:p>
          <a:p>
            <a:pPr marL="742950" lvl="1" indent="-285750">
              <a:buFont typeface="Arial" panose="020B0604020202020204" pitchFamily="34" charset="0"/>
              <a:buChar char="•"/>
            </a:pPr>
            <a:r>
              <a:rPr lang="en-US" b="1" dirty="0"/>
              <a:t>Hidden Layers</a:t>
            </a:r>
            <a:r>
              <a:rPr lang="en-US" dirty="0"/>
              <a:t> – Process information using mathematical operations.</a:t>
            </a:r>
          </a:p>
          <a:p>
            <a:pPr marL="742950" lvl="1" indent="-285750">
              <a:buFont typeface="Arial" panose="020B0604020202020204" pitchFamily="34" charset="0"/>
              <a:buChar char="•"/>
            </a:pPr>
            <a:r>
              <a:rPr lang="en-US" b="1" dirty="0"/>
              <a:t>Output Layer</a:t>
            </a:r>
            <a:r>
              <a:rPr lang="en-US" dirty="0"/>
              <a:t> – Produces the final result.</a:t>
            </a:r>
          </a:p>
          <a:p>
            <a:pPr>
              <a:buFont typeface="Arial" panose="020B0604020202020204" pitchFamily="34" charset="0"/>
              <a:buChar char="•"/>
            </a:pPr>
            <a:r>
              <a:rPr lang="en-US" dirty="0"/>
              <a:t>Each connection has a </a:t>
            </a:r>
            <a:r>
              <a:rPr lang="en-US" b="1" dirty="0"/>
              <a:t>weight</a:t>
            </a:r>
            <a:r>
              <a:rPr lang="en-US" dirty="0"/>
              <a:t>, which determines importance.</a:t>
            </a:r>
          </a:p>
          <a:p>
            <a:endParaRPr lang="en-US" dirty="0"/>
          </a:p>
        </p:txBody>
      </p:sp>
      <p:pic>
        <p:nvPicPr>
          <p:cNvPr id="5122" name="Picture 2" descr="A Step by Step Backpropagation Example | Matt Mazur">
            <a:extLst>
              <a:ext uri="{FF2B5EF4-FFF2-40B4-BE49-F238E27FC236}">
                <a16:creationId xmlns:a16="http://schemas.microsoft.com/office/drawing/2014/main" id="{F2502AE8-6FF3-3DFC-ACDD-63C906EA00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4477" y="1618218"/>
            <a:ext cx="4152900"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989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DD3CD-CCC4-617B-F8ED-DAE21F80A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644BA-C533-71FC-2C08-CE0B1E6B70FB}"/>
              </a:ext>
            </a:extLst>
          </p:cNvPr>
          <p:cNvSpPr>
            <a:spLocks noGrp="1"/>
          </p:cNvSpPr>
          <p:nvPr>
            <p:ph type="title"/>
          </p:nvPr>
        </p:nvSpPr>
        <p:spPr/>
        <p:txBody>
          <a:bodyPr>
            <a:normAutofit/>
          </a:bodyPr>
          <a:lstStyle/>
          <a:p>
            <a:r>
              <a:rPr lang="en-US" dirty="0"/>
              <a:t>How Neural Networks Learn</a:t>
            </a:r>
          </a:p>
        </p:txBody>
      </p:sp>
      <p:sp>
        <p:nvSpPr>
          <p:cNvPr id="3" name="Content Placeholder 2">
            <a:extLst>
              <a:ext uri="{FF2B5EF4-FFF2-40B4-BE49-F238E27FC236}">
                <a16:creationId xmlns:a16="http://schemas.microsoft.com/office/drawing/2014/main" id="{E646A0DA-1B84-8ED0-EB37-1184187E49A0}"/>
              </a:ext>
            </a:extLst>
          </p:cNvPr>
          <p:cNvSpPr>
            <a:spLocks noGrp="1"/>
          </p:cNvSpPr>
          <p:nvPr>
            <p:ph idx="1"/>
          </p:nvPr>
        </p:nvSpPr>
        <p:spPr>
          <a:xfrm>
            <a:off x="838200" y="1706007"/>
            <a:ext cx="5214938" cy="4991039"/>
          </a:xfrm>
        </p:spPr>
        <p:txBody>
          <a:bodyPr/>
          <a:lstStyle/>
          <a:p>
            <a:pPr>
              <a:buFont typeface="Arial" panose="020B0604020202020204" pitchFamily="34" charset="0"/>
              <a:buChar char="•"/>
            </a:pPr>
            <a:r>
              <a:rPr lang="en-US" b="1" dirty="0"/>
              <a:t>Training Process:</a:t>
            </a:r>
            <a:r>
              <a:rPr lang="en-US" dirty="0"/>
              <a:t> </a:t>
            </a:r>
          </a:p>
          <a:p>
            <a:pPr marL="742950" lvl="1" indent="-285750">
              <a:buFont typeface="Arial" panose="020B0604020202020204" pitchFamily="34" charset="0"/>
              <a:buChar char="•"/>
            </a:pPr>
            <a:r>
              <a:rPr lang="en-US" dirty="0"/>
              <a:t>Feed data into the network.</a:t>
            </a:r>
          </a:p>
          <a:p>
            <a:pPr marL="742950" lvl="1" indent="-285750">
              <a:buFont typeface="Arial" panose="020B0604020202020204" pitchFamily="34" charset="0"/>
              <a:buChar char="•"/>
            </a:pPr>
            <a:r>
              <a:rPr lang="en-US" dirty="0"/>
              <a:t>Compute the output using weights.</a:t>
            </a:r>
          </a:p>
          <a:p>
            <a:pPr marL="742950" lvl="1" indent="-285750">
              <a:buFont typeface="Arial" panose="020B0604020202020204" pitchFamily="34" charset="0"/>
              <a:buChar char="•"/>
            </a:pPr>
            <a:r>
              <a:rPr lang="en-US" dirty="0"/>
              <a:t>Compare the output with the correct answer (loss calculation).</a:t>
            </a:r>
          </a:p>
          <a:p>
            <a:pPr marL="742950" lvl="1" indent="-285750">
              <a:buFont typeface="Arial" panose="020B0604020202020204" pitchFamily="34" charset="0"/>
              <a:buChar char="•"/>
            </a:pPr>
            <a:r>
              <a:rPr lang="en-US" dirty="0"/>
              <a:t>Adjust weights using </a:t>
            </a:r>
            <a:r>
              <a:rPr lang="en-US" b="1" dirty="0"/>
              <a:t>backpropagation</a:t>
            </a:r>
            <a:r>
              <a:rPr lang="en-US" dirty="0"/>
              <a:t> &amp; </a:t>
            </a:r>
            <a:r>
              <a:rPr lang="en-US" b="1" dirty="0"/>
              <a:t>gradient descent</a:t>
            </a:r>
            <a:r>
              <a:rPr lang="en-US" dirty="0"/>
              <a:t> to improve accuracy.</a:t>
            </a:r>
          </a:p>
          <a:p>
            <a:endParaRPr lang="en-US" dirty="0"/>
          </a:p>
        </p:txBody>
      </p:sp>
      <p:pic>
        <p:nvPicPr>
          <p:cNvPr id="6148" name="Picture 4" descr="What Is a Neural Network? A Simple Introduction to AI &amp; Machine Learning">
            <a:extLst>
              <a:ext uri="{FF2B5EF4-FFF2-40B4-BE49-F238E27FC236}">
                <a16:creationId xmlns:a16="http://schemas.microsoft.com/office/drawing/2014/main" id="{20CF0278-6C37-7374-B778-0F7349739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3138" y="1628858"/>
            <a:ext cx="5300662" cy="3115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122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F92A9-35CB-0EB6-9E1D-945F6AE73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27078-7C24-6BBE-77CD-F9CDDA21086E}"/>
              </a:ext>
            </a:extLst>
          </p:cNvPr>
          <p:cNvSpPr>
            <a:spLocks noGrp="1"/>
          </p:cNvSpPr>
          <p:nvPr>
            <p:ph type="title"/>
          </p:nvPr>
        </p:nvSpPr>
        <p:spPr/>
        <p:txBody>
          <a:bodyPr>
            <a:normAutofit/>
          </a:bodyPr>
          <a:lstStyle/>
          <a:p>
            <a:r>
              <a:rPr lang="en-US" dirty="0"/>
              <a:t>Types of Neural Networks</a:t>
            </a:r>
          </a:p>
        </p:txBody>
      </p:sp>
      <p:sp>
        <p:nvSpPr>
          <p:cNvPr id="3" name="Content Placeholder 2">
            <a:extLst>
              <a:ext uri="{FF2B5EF4-FFF2-40B4-BE49-F238E27FC236}">
                <a16:creationId xmlns:a16="http://schemas.microsoft.com/office/drawing/2014/main" id="{B5680A53-1621-580E-DC68-4CC426721DC7}"/>
              </a:ext>
            </a:extLst>
          </p:cNvPr>
          <p:cNvSpPr>
            <a:spLocks noGrp="1"/>
          </p:cNvSpPr>
          <p:nvPr>
            <p:ph idx="1"/>
          </p:nvPr>
        </p:nvSpPr>
        <p:spPr>
          <a:xfrm>
            <a:off x="838200" y="1706007"/>
            <a:ext cx="3771900" cy="4991039"/>
          </a:xfrm>
        </p:spPr>
        <p:txBody>
          <a:bodyPr>
            <a:normAutofit/>
          </a:bodyPr>
          <a:lstStyle/>
          <a:p>
            <a:pPr>
              <a:buFont typeface="Arial" panose="020B0604020202020204" pitchFamily="34" charset="0"/>
              <a:buChar char="•"/>
            </a:pPr>
            <a:r>
              <a:rPr lang="en-US" sz="2000" b="1" dirty="0"/>
              <a:t>Feedforward Neural Network (FNN)</a:t>
            </a:r>
            <a:r>
              <a:rPr lang="en-US" sz="2000" dirty="0"/>
              <a:t> – Basic type; flows in one direction.</a:t>
            </a:r>
          </a:p>
          <a:p>
            <a:pPr>
              <a:buFont typeface="Arial" panose="020B0604020202020204" pitchFamily="34" charset="0"/>
              <a:buChar char="•"/>
            </a:pPr>
            <a:r>
              <a:rPr lang="en-US" sz="2000" b="1" dirty="0"/>
              <a:t>Convolutional Neural Network (CNN)</a:t>
            </a:r>
            <a:r>
              <a:rPr lang="en-US" sz="2000" dirty="0"/>
              <a:t> – Used for image recognition.</a:t>
            </a:r>
          </a:p>
          <a:p>
            <a:pPr>
              <a:buFont typeface="Arial" panose="020B0604020202020204" pitchFamily="34" charset="0"/>
              <a:buChar char="•"/>
            </a:pPr>
            <a:r>
              <a:rPr lang="en-US" sz="2000" b="1" dirty="0"/>
              <a:t>Recurrent Neural Network (RNN)</a:t>
            </a:r>
            <a:r>
              <a:rPr lang="en-US" sz="2000" dirty="0"/>
              <a:t> – Processes sequential data like speech.</a:t>
            </a:r>
          </a:p>
          <a:p>
            <a:pPr>
              <a:buFont typeface="Arial" panose="020B0604020202020204" pitchFamily="34" charset="0"/>
              <a:buChar char="•"/>
            </a:pPr>
            <a:r>
              <a:rPr lang="en-US" sz="2000" b="1" dirty="0"/>
              <a:t>Transformer Models</a:t>
            </a:r>
            <a:r>
              <a:rPr lang="en-US" sz="2000" dirty="0"/>
              <a:t> – Advanced networks for NLP (e.g., GPT, BERT).</a:t>
            </a:r>
          </a:p>
          <a:p>
            <a:endParaRPr lang="en-US" sz="2000" dirty="0"/>
          </a:p>
        </p:txBody>
      </p:sp>
      <p:sp>
        <p:nvSpPr>
          <p:cNvPr id="5" name="TextBox 4">
            <a:extLst>
              <a:ext uri="{FF2B5EF4-FFF2-40B4-BE49-F238E27FC236}">
                <a16:creationId xmlns:a16="http://schemas.microsoft.com/office/drawing/2014/main" id="{2C79CABB-8FF8-C238-31C7-C756933F0AFC}"/>
              </a:ext>
            </a:extLst>
          </p:cNvPr>
          <p:cNvSpPr txBox="1"/>
          <p:nvPr/>
        </p:nvSpPr>
        <p:spPr>
          <a:xfrm>
            <a:off x="5588000" y="6153835"/>
            <a:ext cx="6096000" cy="461665"/>
          </a:xfrm>
          <a:prstGeom prst="rect">
            <a:avLst/>
          </a:prstGeom>
          <a:noFill/>
        </p:spPr>
        <p:txBody>
          <a:bodyPr wrap="square">
            <a:spAutoFit/>
          </a:bodyPr>
          <a:lstStyle/>
          <a:p>
            <a:r>
              <a:rPr lang="en-US" sz="1200" dirty="0">
                <a:hlinkClick r:id="rId2"/>
              </a:rPr>
              <a:t>https://towardsai.net/p/deep-learning/main-types-of-neural-networks-and-its-applications-tutorial-734480d7ec8e</a:t>
            </a:r>
            <a:endParaRPr lang="en-US" sz="1200" dirty="0"/>
          </a:p>
        </p:txBody>
      </p:sp>
    </p:spTree>
    <p:extLst>
      <p:ext uri="{BB962C8B-B14F-4D97-AF65-F5344CB8AC3E}">
        <p14:creationId xmlns:p14="http://schemas.microsoft.com/office/powerpoint/2010/main" val="3813044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5CE7-80AB-8635-4D30-14DEED3D6874}"/>
              </a:ext>
            </a:extLst>
          </p:cNvPr>
          <p:cNvSpPr>
            <a:spLocks noGrp="1"/>
          </p:cNvSpPr>
          <p:nvPr>
            <p:ph type="title"/>
          </p:nvPr>
        </p:nvSpPr>
        <p:spPr/>
        <p:txBody>
          <a:bodyPr>
            <a:normAutofit/>
          </a:bodyPr>
          <a:lstStyle/>
          <a:p>
            <a:r>
              <a:rPr lang="en-US" dirty="0"/>
              <a:t>Applications of Neural Networks</a:t>
            </a:r>
          </a:p>
        </p:txBody>
      </p:sp>
      <p:sp>
        <p:nvSpPr>
          <p:cNvPr id="3" name="Content Placeholder 2">
            <a:extLst>
              <a:ext uri="{FF2B5EF4-FFF2-40B4-BE49-F238E27FC236}">
                <a16:creationId xmlns:a16="http://schemas.microsoft.com/office/drawing/2014/main" id="{F3111502-A9CC-025F-C1CA-98E6013AA1B7}"/>
              </a:ext>
            </a:extLst>
          </p:cNvPr>
          <p:cNvSpPr>
            <a:spLocks noGrp="1"/>
          </p:cNvSpPr>
          <p:nvPr>
            <p:ph idx="1"/>
          </p:nvPr>
        </p:nvSpPr>
        <p:spPr/>
        <p:txBody>
          <a:bodyPr>
            <a:normAutofit/>
          </a:bodyPr>
          <a:lstStyle/>
          <a:p>
            <a:pPr>
              <a:buFont typeface="Arial" panose="020B0604020202020204" pitchFamily="34" charset="0"/>
              <a:buChar char="•"/>
            </a:pPr>
            <a:r>
              <a:rPr lang="en-US" sz="2000" b="1" dirty="0"/>
              <a:t>Image Recognition</a:t>
            </a:r>
            <a:r>
              <a:rPr lang="en-US" sz="2000" dirty="0"/>
              <a:t> (e.g., Face Detection, Object Recognition)</a:t>
            </a:r>
          </a:p>
          <a:p>
            <a:pPr>
              <a:buFont typeface="Arial" panose="020B0604020202020204" pitchFamily="34" charset="0"/>
              <a:buChar char="•"/>
            </a:pPr>
            <a:r>
              <a:rPr lang="en-US" sz="2000" b="1" dirty="0"/>
              <a:t>Natural Language Processing</a:t>
            </a:r>
            <a:r>
              <a:rPr lang="en-US" sz="2000" dirty="0"/>
              <a:t> (e.g., Chatbots, Translation)</a:t>
            </a:r>
          </a:p>
          <a:p>
            <a:pPr>
              <a:buFont typeface="Arial" panose="020B0604020202020204" pitchFamily="34" charset="0"/>
              <a:buChar char="•"/>
            </a:pPr>
            <a:r>
              <a:rPr lang="en-US" sz="2000" b="1" dirty="0"/>
              <a:t>Speech Recognition</a:t>
            </a:r>
            <a:r>
              <a:rPr lang="en-US" sz="2000" dirty="0"/>
              <a:t> (e.g., Siri, Google Assistant)</a:t>
            </a:r>
          </a:p>
          <a:p>
            <a:pPr>
              <a:buFont typeface="Arial" panose="020B0604020202020204" pitchFamily="34" charset="0"/>
              <a:buChar char="•"/>
            </a:pPr>
            <a:r>
              <a:rPr lang="en-US" sz="2000" b="1" dirty="0"/>
              <a:t>Medical Diagnosis</a:t>
            </a:r>
            <a:r>
              <a:rPr lang="en-US" sz="2000" dirty="0"/>
              <a:t> (e.g., Detecting diseases from X-rays)</a:t>
            </a:r>
          </a:p>
          <a:p>
            <a:endParaRPr lang="en-US" sz="2000" dirty="0"/>
          </a:p>
        </p:txBody>
      </p:sp>
    </p:spTree>
    <p:extLst>
      <p:ext uri="{BB962C8B-B14F-4D97-AF65-F5344CB8AC3E}">
        <p14:creationId xmlns:p14="http://schemas.microsoft.com/office/powerpoint/2010/main" val="1482389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DADEC-4624-F29D-530C-A2BCE60F1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EFD43-EC78-2760-4441-6FA5BB144341}"/>
              </a:ext>
            </a:extLst>
          </p:cNvPr>
          <p:cNvSpPr>
            <a:spLocks noGrp="1"/>
          </p:cNvSpPr>
          <p:nvPr>
            <p:ph type="title"/>
          </p:nvPr>
        </p:nvSpPr>
        <p:spPr/>
        <p:txBody>
          <a:bodyPr>
            <a:normAutofit/>
          </a:bodyPr>
          <a:lstStyle/>
          <a:p>
            <a:r>
              <a:rPr lang="en-US" dirty="0"/>
              <a:t>Challenges &amp; Limitations</a:t>
            </a:r>
          </a:p>
        </p:txBody>
      </p:sp>
      <p:sp>
        <p:nvSpPr>
          <p:cNvPr id="3" name="Content Placeholder 2">
            <a:extLst>
              <a:ext uri="{FF2B5EF4-FFF2-40B4-BE49-F238E27FC236}">
                <a16:creationId xmlns:a16="http://schemas.microsoft.com/office/drawing/2014/main" id="{F475C58F-C92D-F889-C5B6-A17F6FDA146D}"/>
              </a:ext>
            </a:extLst>
          </p:cNvPr>
          <p:cNvSpPr>
            <a:spLocks noGrp="1"/>
          </p:cNvSpPr>
          <p:nvPr>
            <p:ph idx="1"/>
          </p:nvPr>
        </p:nvSpPr>
        <p:spPr/>
        <p:txBody>
          <a:bodyPr>
            <a:normAutofit/>
          </a:bodyPr>
          <a:lstStyle/>
          <a:p>
            <a:pPr>
              <a:buFont typeface="Arial" panose="020B0604020202020204" pitchFamily="34" charset="0"/>
              <a:buChar char="•"/>
            </a:pPr>
            <a:r>
              <a:rPr lang="en-US" sz="2000" b="1" dirty="0"/>
              <a:t>High computational cost</a:t>
            </a:r>
            <a:r>
              <a:rPr lang="en-US" sz="2000" dirty="0"/>
              <a:t> – Needs powerful hardware (GPUs, TPUs).</a:t>
            </a:r>
          </a:p>
          <a:p>
            <a:pPr>
              <a:buFont typeface="Arial" panose="020B0604020202020204" pitchFamily="34" charset="0"/>
              <a:buChar char="•"/>
            </a:pPr>
            <a:r>
              <a:rPr lang="en-US" sz="2000" b="1" dirty="0"/>
              <a:t>Large datasets required</a:t>
            </a:r>
            <a:r>
              <a:rPr lang="en-US" sz="2000" dirty="0"/>
              <a:t> – More data = better accuracy.</a:t>
            </a:r>
          </a:p>
          <a:p>
            <a:pPr>
              <a:buFont typeface="Arial" panose="020B0604020202020204" pitchFamily="34" charset="0"/>
              <a:buChar char="•"/>
            </a:pPr>
            <a:r>
              <a:rPr lang="en-US" sz="2000" b="1" dirty="0"/>
              <a:t>Black-box nature</a:t>
            </a:r>
            <a:r>
              <a:rPr lang="en-US" sz="2000" dirty="0"/>
              <a:t> – Difficult to interpret decisions.</a:t>
            </a:r>
          </a:p>
          <a:p>
            <a:pPr>
              <a:buFont typeface="Arial" panose="020B0604020202020204" pitchFamily="34" charset="0"/>
              <a:buChar char="•"/>
            </a:pPr>
            <a:r>
              <a:rPr lang="en-US" sz="2000" b="1" dirty="0"/>
              <a:t>Overfitting</a:t>
            </a:r>
            <a:r>
              <a:rPr lang="en-US" sz="2000" dirty="0"/>
              <a:t> – Model may memorize instead of generalizing.</a:t>
            </a:r>
          </a:p>
          <a:p>
            <a:endParaRPr lang="en-US" sz="2000" dirty="0"/>
          </a:p>
        </p:txBody>
      </p:sp>
    </p:spTree>
    <p:extLst>
      <p:ext uri="{BB962C8B-B14F-4D97-AF65-F5344CB8AC3E}">
        <p14:creationId xmlns:p14="http://schemas.microsoft.com/office/powerpoint/2010/main" val="3600746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889F5-6A09-C7B3-9640-0FDBF28BC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00019-8324-2143-7CB7-6F3BC99C24FF}"/>
              </a:ext>
            </a:extLst>
          </p:cNvPr>
          <p:cNvSpPr>
            <a:spLocks noGrp="1"/>
          </p:cNvSpPr>
          <p:nvPr>
            <p:ph type="title"/>
          </p:nvPr>
        </p:nvSpPr>
        <p:spPr/>
        <p:txBody>
          <a:bodyPr>
            <a:normAutofit/>
          </a:bodyPr>
          <a:lstStyle/>
          <a:p>
            <a:r>
              <a:rPr lang="en-US" dirty="0"/>
              <a:t>Future of Neural Networks</a:t>
            </a:r>
          </a:p>
        </p:txBody>
      </p:sp>
      <p:sp>
        <p:nvSpPr>
          <p:cNvPr id="3" name="Content Placeholder 2">
            <a:extLst>
              <a:ext uri="{FF2B5EF4-FFF2-40B4-BE49-F238E27FC236}">
                <a16:creationId xmlns:a16="http://schemas.microsoft.com/office/drawing/2014/main" id="{F40983DB-FB32-D093-B285-908335E0EBCB}"/>
              </a:ext>
            </a:extLst>
          </p:cNvPr>
          <p:cNvSpPr>
            <a:spLocks noGrp="1"/>
          </p:cNvSpPr>
          <p:nvPr>
            <p:ph idx="1"/>
          </p:nvPr>
        </p:nvSpPr>
        <p:spPr/>
        <p:txBody>
          <a:bodyPr>
            <a:normAutofit/>
          </a:bodyPr>
          <a:lstStyle/>
          <a:p>
            <a:pPr>
              <a:buFont typeface="Arial" panose="020B0604020202020204" pitchFamily="34" charset="0"/>
              <a:buChar char="•"/>
            </a:pPr>
            <a:r>
              <a:rPr lang="en-US" sz="2000" dirty="0"/>
              <a:t>More efficient architectures (e.g., </a:t>
            </a:r>
            <a:r>
              <a:rPr lang="en-US" sz="2000" b="1" dirty="0"/>
              <a:t>Transformer models</a:t>
            </a:r>
            <a:r>
              <a:rPr lang="en-US" sz="2000" dirty="0"/>
              <a:t>).</a:t>
            </a:r>
          </a:p>
          <a:p>
            <a:pPr>
              <a:buFont typeface="Arial" panose="020B0604020202020204" pitchFamily="34" charset="0"/>
              <a:buChar char="•"/>
            </a:pPr>
            <a:r>
              <a:rPr lang="en-US" sz="2000" b="1" dirty="0"/>
              <a:t>Quantum AI</a:t>
            </a:r>
            <a:r>
              <a:rPr lang="en-US" sz="2000" dirty="0"/>
              <a:t> – Using quantum computing for better performance.</a:t>
            </a:r>
          </a:p>
          <a:p>
            <a:pPr>
              <a:buFont typeface="Arial" panose="020B0604020202020204" pitchFamily="34" charset="0"/>
              <a:buChar char="•"/>
            </a:pPr>
            <a:r>
              <a:rPr lang="en-US" sz="2000" b="1" dirty="0"/>
              <a:t>Smaller &amp; faster models</a:t>
            </a:r>
            <a:r>
              <a:rPr lang="en-US" sz="2000" dirty="0"/>
              <a:t> for edge devices (e.g., mobile AI).</a:t>
            </a:r>
          </a:p>
          <a:p>
            <a:pPr>
              <a:buFont typeface="Arial" panose="020B0604020202020204" pitchFamily="34" charset="0"/>
              <a:buChar char="•"/>
            </a:pPr>
            <a:r>
              <a:rPr lang="en-US" sz="2000" b="1" dirty="0"/>
              <a:t>Ethical AI</a:t>
            </a:r>
            <a:r>
              <a:rPr lang="en-US" sz="2000" dirty="0"/>
              <a:t> – Addressing bias, fairness, and transparency.</a:t>
            </a:r>
          </a:p>
          <a:p>
            <a:endParaRPr lang="en-US" sz="2000" dirty="0"/>
          </a:p>
        </p:txBody>
      </p:sp>
    </p:spTree>
    <p:extLst>
      <p:ext uri="{BB962C8B-B14F-4D97-AF65-F5344CB8AC3E}">
        <p14:creationId xmlns:p14="http://schemas.microsoft.com/office/powerpoint/2010/main" val="2640097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4EABFD-7E30-83F6-349A-4C9E3E3F6BC1}"/>
              </a:ext>
            </a:extLst>
          </p:cNvPr>
          <p:cNvSpPr>
            <a:spLocks noGrp="1"/>
          </p:cNvSpPr>
          <p:nvPr>
            <p:ph type="title"/>
          </p:nvPr>
        </p:nvSpPr>
        <p:spPr/>
        <p:txBody>
          <a:bodyPr>
            <a:normAutofit fontScale="90000"/>
          </a:bodyPr>
          <a:lstStyle/>
          <a:p>
            <a:r>
              <a:rPr lang="en-US" dirty="0"/>
              <a:t>How Does Neural Networks Work?</a:t>
            </a:r>
          </a:p>
        </p:txBody>
      </p:sp>
      <p:sp>
        <p:nvSpPr>
          <p:cNvPr id="5" name="Text Placeholder 4">
            <a:extLst>
              <a:ext uri="{FF2B5EF4-FFF2-40B4-BE49-F238E27FC236}">
                <a16:creationId xmlns:a16="http://schemas.microsoft.com/office/drawing/2014/main" id="{99AAD6F8-01A3-4A5C-8437-4BEAC0D588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44263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3FB8C-5E60-9FDD-DA63-4B122A5B958E}"/>
              </a:ext>
            </a:extLst>
          </p:cNvPr>
          <p:cNvSpPr>
            <a:spLocks noGrp="1"/>
          </p:cNvSpPr>
          <p:nvPr>
            <p:ph type="title"/>
          </p:nvPr>
        </p:nvSpPr>
        <p:spPr/>
        <p:txBody>
          <a:bodyPr/>
          <a:lstStyle/>
          <a:p>
            <a:r>
              <a:rPr lang="en-US" dirty="0"/>
              <a:t>Neural Networks Intuition</a:t>
            </a:r>
          </a:p>
        </p:txBody>
      </p:sp>
      <p:sp>
        <p:nvSpPr>
          <p:cNvPr id="3" name="Content Placeholder 2">
            <a:extLst>
              <a:ext uri="{FF2B5EF4-FFF2-40B4-BE49-F238E27FC236}">
                <a16:creationId xmlns:a16="http://schemas.microsoft.com/office/drawing/2014/main" id="{37993580-9B0C-6C26-508D-1415E973E6A1}"/>
              </a:ext>
            </a:extLst>
          </p:cNvPr>
          <p:cNvSpPr>
            <a:spLocks noGrp="1"/>
          </p:cNvSpPr>
          <p:nvPr>
            <p:ph idx="1"/>
          </p:nvPr>
        </p:nvSpPr>
        <p:spPr>
          <a:xfrm>
            <a:off x="838199" y="1706008"/>
            <a:ext cx="8071023" cy="1537642"/>
          </a:xfrm>
        </p:spPr>
        <p:txBody>
          <a:bodyPr>
            <a:normAutofit fontScale="92500" lnSpcReduction="20000"/>
          </a:bodyPr>
          <a:lstStyle/>
          <a:p>
            <a:r>
              <a:rPr lang="en-US" dirty="0"/>
              <a:t>Suppose we have this data, and we want to build a model that establishes the relationship between x and y e.g. y = a * x </a:t>
            </a:r>
          </a:p>
          <a:p>
            <a:r>
              <a:rPr lang="en-US" dirty="0"/>
              <a:t>One can clearly make out that y = 4 * x. </a:t>
            </a:r>
          </a:p>
          <a:p>
            <a:r>
              <a:rPr lang="en-US" dirty="0"/>
              <a:t>But how can a neural network derive the relationship between y and x?</a:t>
            </a:r>
          </a:p>
          <a:p>
            <a:endParaRPr lang="en-US" dirty="0"/>
          </a:p>
        </p:txBody>
      </p:sp>
      <p:graphicFrame>
        <p:nvGraphicFramePr>
          <p:cNvPr id="4" name="Table 3">
            <a:extLst>
              <a:ext uri="{FF2B5EF4-FFF2-40B4-BE49-F238E27FC236}">
                <a16:creationId xmlns:a16="http://schemas.microsoft.com/office/drawing/2014/main" id="{5E27B14B-0F9F-B7FF-48EF-23D03BFC4AFB}"/>
              </a:ext>
            </a:extLst>
          </p:cNvPr>
          <p:cNvGraphicFramePr>
            <a:graphicFrameLocks noGrp="1"/>
          </p:cNvGraphicFramePr>
          <p:nvPr>
            <p:extLst>
              <p:ext uri="{D42A27DB-BD31-4B8C-83A1-F6EECF244321}">
                <p14:modId xmlns:p14="http://schemas.microsoft.com/office/powerpoint/2010/main" val="1174362611"/>
              </p:ext>
            </p:extLst>
          </p:nvPr>
        </p:nvGraphicFramePr>
        <p:xfrm>
          <a:off x="9187807" y="1706007"/>
          <a:ext cx="2165993" cy="1876344"/>
        </p:xfrm>
        <a:graphic>
          <a:graphicData uri="http://schemas.openxmlformats.org/drawingml/2006/table">
            <a:tbl>
              <a:tblPr firstRow="1" firstCol="1" bandRow="1">
                <a:tableStyleId>{5940675A-B579-460E-94D1-54222C63F5DA}</a:tableStyleId>
              </a:tblPr>
              <a:tblGrid>
                <a:gridCol w="1121847">
                  <a:extLst>
                    <a:ext uri="{9D8B030D-6E8A-4147-A177-3AD203B41FA5}">
                      <a16:colId xmlns:a16="http://schemas.microsoft.com/office/drawing/2014/main" val="2254041115"/>
                    </a:ext>
                  </a:extLst>
                </a:gridCol>
                <a:gridCol w="1044146">
                  <a:extLst>
                    <a:ext uri="{9D8B030D-6E8A-4147-A177-3AD203B41FA5}">
                      <a16:colId xmlns:a16="http://schemas.microsoft.com/office/drawing/2014/main" val="3082385971"/>
                    </a:ext>
                  </a:extLst>
                </a:gridCol>
              </a:tblGrid>
              <a:tr h="312724">
                <a:tc>
                  <a:txBody>
                    <a:bodyPr/>
                    <a:lstStyle/>
                    <a:p>
                      <a:pPr marL="0" marR="0" algn="ctr">
                        <a:lnSpc>
                          <a:spcPct val="115000"/>
                        </a:lnSpc>
                        <a:spcAft>
                          <a:spcPts val="800"/>
                        </a:spcAft>
                        <a:buNone/>
                      </a:pPr>
                      <a:r>
                        <a:rPr lang="en-US" sz="1400" b="1" kern="100">
                          <a:effectLst/>
                        </a:rPr>
                        <a:t>x</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400" b="1" kern="100" dirty="0">
                          <a:effectLst/>
                        </a:rPr>
                        <a:t>y</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extLst>
                  <a:ext uri="{0D108BD9-81ED-4DB2-BD59-A6C34878D82A}">
                    <a16:rowId xmlns:a16="http://schemas.microsoft.com/office/drawing/2014/main" val="871292537"/>
                  </a:ext>
                </a:extLst>
              </a:tr>
              <a:tr h="312724">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714499519"/>
                  </a:ext>
                </a:extLst>
              </a:tr>
              <a:tr h="312724">
                <a:tc>
                  <a:txBody>
                    <a:bodyPr/>
                    <a:lstStyle/>
                    <a:p>
                      <a:pPr marL="0" marR="0" algn="ctr">
                        <a:lnSpc>
                          <a:spcPct val="115000"/>
                        </a:lnSpc>
                        <a:spcAft>
                          <a:spcPts val="800"/>
                        </a:spcAft>
                        <a:buNone/>
                      </a:pPr>
                      <a:r>
                        <a:rPr lang="en-US" sz="1400" kern="100">
                          <a:effectLst/>
                        </a:rPr>
                        <a:t>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dirty="0">
                          <a:effectLst/>
                        </a:rPr>
                        <a:t>4</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11643758"/>
                  </a:ext>
                </a:extLst>
              </a:tr>
              <a:tr h="312724">
                <a:tc>
                  <a:txBody>
                    <a:bodyPr/>
                    <a:lstStyle/>
                    <a:p>
                      <a:pPr marL="0" marR="0" algn="ctr">
                        <a:lnSpc>
                          <a:spcPct val="115000"/>
                        </a:lnSpc>
                        <a:spcAft>
                          <a:spcPts val="800"/>
                        </a:spcAft>
                        <a:buNone/>
                      </a:pPr>
                      <a:r>
                        <a:rPr lang="en-US" sz="14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030399967"/>
                  </a:ext>
                </a:extLst>
              </a:tr>
              <a:tr h="312724">
                <a:tc>
                  <a:txBody>
                    <a:bodyPr/>
                    <a:lstStyle/>
                    <a:p>
                      <a:pPr marL="0" marR="0" algn="ctr">
                        <a:lnSpc>
                          <a:spcPct val="115000"/>
                        </a:lnSpc>
                        <a:spcAft>
                          <a:spcPts val="800"/>
                        </a:spcAft>
                        <a:buNone/>
                      </a:pPr>
                      <a:r>
                        <a:rPr lang="en-US" sz="1400" kern="100">
                          <a:effectLst/>
                        </a:rPr>
                        <a:t>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dirty="0">
                          <a:effectLst/>
                        </a:rPr>
                        <a:t>12</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872309055"/>
                  </a:ext>
                </a:extLst>
              </a:tr>
              <a:tr h="312724">
                <a:tc>
                  <a:txBody>
                    <a:bodyPr/>
                    <a:lstStyle/>
                    <a:p>
                      <a:pPr marL="0" marR="0" algn="ctr">
                        <a:lnSpc>
                          <a:spcPct val="115000"/>
                        </a:lnSpc>
                        <a:spcAft>
                          <a:spcPts val="800"/>
                        </a:spcAft>
                        <a:buNone/>
                      </a:pPr>
                      <a:r>
                        <a:rPr lang="en-US" sz="14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dirty="0">
                          <a:effectLst/>
                        </a:rPr>
                        <a:t>16</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509820914"/>
                  </a:ext>
                </a:extLst>
              </a:tr>
            </a:tbl>
          </a:graphicData>
        </a:graphic>
      </p:graphicFrame>
    </p:spTree>
    <p:extLst>
      <p:ext uri="{BB962C8B-B14F-4D97-AF65-F5344CB8AC3E}">
        <p14:creationId xmlns:p14="http://schemas.microsoft.com/office/powerpoint/2010/main" val="3880447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B0C1-6566-A0CB-84EA-45499364CC09}"/>
              </a:ext>
            </a:extLst>
          </p:cNvPr>
          <p:cNvSpPr>
            <a:spLocks noGrp="1"/>
          </p:cNvSpPr>
          <p:nvPr>
            <p:ph type="title"/>
          </p:nvPr>
        </p:nvSpPr>
        <p:spPr/>
        <p:txBody>
          <a:bodyPr/>
          <a:lstStyle/>
          <a:p>
            <a:r>
              <a:rPr lang="en-US" dirty="0"/>
              <a:t>How can a neural network find the value of a?</a:t>
            </a:r>
          </a:p>
        </p:txBody>
      </p:sp>
      <p:sp>
        <p:nvSpPr>
          <p:cNvPr id="3" name="Content Placeholder 2">
            <a:extLst>
              <a:ext uri="{FF2B5EF4-FFF2-40B4-BE49-F238E27FC236}">
                <a16:creationId xmlns:a16="http://schemas.microsoft.com/office/drawing/2014/main" id="{E43C3646-42A2-671D-D37F-FD19A1832BA6}"/>
              </a:ext>
            </a:extLst>
          </p:cNvPr>
          <p:cNvSpPr>
            <a:spLocks noGrp="1"/>
          </p:cNvSpPr>
          <p:nvPr>
            <p:ph idx="1"/>
          </p:nvPr>
        </p:nvSpPr>
        <p:spPr/>
        <p:txBody>
          <a:bodyPr/>
          <a:lstStyle/>
          <a:p>
            <a:pPr marL="0" indent="0">
              <a:buNone/>
            </a:pPr>
            <a:r>
              <a:rPr lang="en-US" b="1" dirty="0"/>
              <a:t>Step1: </a:t>
            </a:r>
            <a:r>
              <a:rPr lang="en-US" dirty="0"/>
              <a:t>Random Guess</a:t>
            </a:r>
          </a:p>
          <a:p>
            <a:pPr lvl="1"/>
            <a:r>
              <a:rPr lang="en-US" dirty="0"/>
              <a:t>We need to start somewhere, we can randomly guess the desired multiplier is 2.</a:t>
            </a:r>
          </a:p>
          <a:p>
            <a:pPr lvl="1"/>
            <a:r>
              <a:rPr lang="en-US" dirty="0"/>
              <a:t>The relationship will now look like y = 2 * x</a:t>
            </a:r>
          </a:p>
          <a:p>
            <a:pPr marL="0" indent="0">
              <a:buNone/>
            </a:pPr>
            <a:r>
              <a:rPr lang="en-US" b="1" dirty="0"/>
              <a:t>Step 2: </a:t>
            </a:r>
            <a:r>
              <a:rPr lang="en-US" dirty="0"/>
              <a:t>Forward Propagation</a:t>
            </a:r>
          </a:p>
          <a:p>
            <a:pPr lvl="1"/>
            <a:r>
              <a:rPr lang="en-US" dirty="0"/>
              <a:t>Here we are propagating the calculation forward from the input —&gt; output. </a:t>
            </a:r>
          </a:p>
          <a:p>
            <a:pPr lvl="1"/>
            <a:r>
              <a:rPr lang="en-US" dirty="0"/>
              <a:t>So now the table would look like this:</a:t>
            </a:r>
          </a:p>
          <a:p>
            <a:endParaRPr lang="en-US" dirty="0"/>
          </a:p>
        </p:txBody>
      </p:sp>
      <p:graphicFrame>
        <p:nvGraphicFramePr>
          <p:cNvPr id="4" name="Table 3">
            <a:extLst>
              <a:ext uri="{FF2B5EF4-FFF2-40B4-BE49-F238E27FC236}">
                <a16:creationId xmlns:a16="http://schemas.microsoft.com/office/drawing/2014/main" id="{8EDE76BE-0915-4F11-02AA-89F2CF06E262}"/>
              </a:ext>
            </a:extLst>
          </p:cNvPr>
          <p:cNvGraphicFramePr>
            <a:graphicFrameLocks noGrp="1"/>
          </p:cNvGraphicFramePr>
          <p:nvPr>
            <p:extLst>
              <p:ext uri="{D42A27DB-BD31-4B8C-83A1-F6EECF244321}">
                <p14:modId xmlns:p14="http://schemas.microsoft.com/office/powerpoint/2010/main" val="3931207801"/>
              </p:ext>
            </p:extLst>
          </p:nvPr>
        </p:nvGraphicFramePr>
        <p:xfrm>
          <a:off x="4840287" y="4663223"/>
          <a:ext cx="2511425" cy="1397254"/>
        </p:xfrm>
        <a:graphic>
          <a:graphicData uri="http://schemas.openxmlformats.org/drawingml/2006/table">
            <a:tbl>
              <a:tblPr firstRow="1" firstCol="1" bandRow="1">
                <a:tableStyleId>{5940675A-B579-460E-94D1-54222C63F5DA}</a:tableStyleId>
              </a:tblPr>
              <a:tblGrid>
                <a:gridCol w="1264920">
                  <a:extLst>
                    <a:ext uri="{9D8B030D-6E8A-4147-A177-3AD203B41FA5}">
                      <a16:colId xmlns:a16="http://schemas.microsoft.com/office/drawing/2014/main" val="925113108"/>
                    </a:ext>
                  </a:extLst>
                </a:gridCol>
                <a:gridCol w="1246505">
                  <a:extLst>
                    <a:ext uri="{9D8B030D-6E8A-4147-A177-3AD203B41FA5}">
                      <a16:colId xmlns:a16="http://schemas.microsoft.com/office/drawing/2014/main" val="2962386836"/>
                    </a:ext>
                  </a:extLst>
                </a:gridCol>
              </a:tblGrid>
              <a:tr h="171450">
                <a:tc>
                  <a:txBody>
                    <a:bodyPr/>
                    <a:lstStyle/>
                    <a:p>
                      <a:pPr marL="0" marR="0" algn="ctr">
                        <a:lnSpc>
                          <a:spcPct val="115000"/>
                        </a:lnSpc>
                        <a:spcAft>
                          <a:spcPts val="800"/>
                        </a:spcAft>
                        <a:buNone/>
                      </a:pPr>
                      <a:r>
                        <a:rPr lang="en-US" sz="1400" b="1" kern="1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400" b="1" kern="100" dirty="0">
                          <a:effectLst/>
                        </a:rPr>
                        <a:t>Predicted Y’</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extLst>
                  <a:ext uri="{0D108BD9-81ED-4DB2-BD59-A6C34878D82A}">
                    <a16:rowId xmlns:a16="http://schemas.microsoft.com/office/drawing/2014/main" val="3391870892"/>
                  </a:ext>
                </a:extLst>
              </a:tr>
              <a:tr h="171450">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92458659"/>
                  </a:ext>
                </a:extLst>
              </a:tr>
              <a:tr h="171450">
                <a:tc>
                  <a:txBody>
                    <a:bodyPr/>
                    <a:lstStyle/>
                    <a:p>
                      <a:pPr marL="0" marR="0" algn="ctr">
                        <a:lnSpc>
                          <a:spcPct val="115000"/>
                        </a:lnSpc>
                        <a:spcAft>
                          <a:spcPts val="800"/>
                        </a:spcAft>
                        <a:buNone/>
                      </a:pPr>
                      <a:r>
                        <a:rPr lang="en-US" sz="1400" kern="100">
                          <a:effectLst/>
                        </a:rPr>
                        <a:t>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7010788"/>
                  </a:ext>
                </a:extLst>
              </a:tr>
              <a:tr h="171450">
                <a:tc>
                  <a:txBody>
                    <a:bodyPr/>
                    <a:lstStyle/>
                    <a:p>
                      <a:pPr marL="0" marR="0" algn="ctr">
                        <a:lnSpc>
                          <a:spcPct val="115000"/>
                        </a:lnSpc>
                        <a:spcAft>
                          <a:spcPts val="800"/>
                        </a:spcAft>
                        <a:buNone/>
                      </a:pPr>
                      <a:r>
                        <a:rPr lang="en-US" sz="14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290674225"/>
                  </a:ext>
                </a:extLst>
              </a:tr>
              <a:tr h="171450">
                <a:tc>
                  <a:txBody>
                    <a:bodyPr/>
                    <a:lstStyle/>
                    <a:p>
                      <a:pPr marL="0" marR="0" algn="ctr">
                        <a:lnSpc>
                          <a:spcPct val="115000"/>
                        </a:lnSpc>
                        <a:spcAft>
                          <a:spcPts val="800"/>
                        </a:spcAft>
                        <a:buNone/>
                      </a:pPr>
                      <a:r>
                        <a:rPr lang="en-US" sz="1400" kern="100">
                          <a:effectLst/>
                        </a:rPr>
                        <a:t>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97677134"/>
                  </a:ext>
                </a:extLst>
              </a:tr>
              <a:tr h="171450">
                <a:tc>
                  <a:txBody>
                    <a:bodyPr/>
                    <a:lstStyle/>
                    <a:p>
                      <a:pPr marL="0" marR="0" algn="ctr">
                        <a:lnSpc>
                          <a:spcPct val="115000"/>
                        </a:lnSpc>
                        <a:spcAft>
                          <a:spcPts val="800"/>
                        </a:spcAft>
                        <a:buNone/>
                      </a:pPr>
                      <a:r>
                        <a:rPr lang="en-US" sz="1400" kern="100" dirty="0">
                          <a:effectLst/>
                        </a:rPr>
                        <a:t>4</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dirty="0">
                          <a:effectLst/>
                        </a:rPr>
                        <a:t>8</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895121272"/>
                  </a:ext>
                </a:extLst>
              </a:tr>
            </a:tbl>
          </a:graphicData>
        </a:graphic>
      </p:graphicFrame>
    </p:spTree>
    <p:extLst>
      <p:ext uri="{BB962C8B-B14F-4D97-AF65-F5344CB8AC3E}">
        <p14:creationId xmlns:p14="http://schemas.microsoft.com/office/powerpoint/2010/main" val="203786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B8D2-E436-9B44-F304-3D74290EC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0B380-13EE-42EA-021B-C1503603D1B1}"/>
              </a:ext>
            </a:extLst>
          </p:cNvPr>
          <p:cNvSpPr>
            <a:spLocks noGrp="1"/>
          </p:cNvSpPr>
          <p:nvPr>
            <p:ph type="title"/>
          </p:nvPr>
        </p:nvSpPr>
        <p:spPr/>
        <p:txBody>
          <a:bodyPr/>
          <a:lstStyle/>
          <a:p>
            <a:r>
              <a:rPr lang="en-US" dirty="0"/>
              <a:t>Calculate the Error</a:t>
            </a:r>
          </a:p>
        </p:txBody>
      </p:sp>
      <p:sp>
        <p:nvSpPr>
          <p:cNvPr id="3" name="Content Placeholder 2">
            <a:extLst>
              <a:ext uri="{FF2B5EF4-FFF2-40B4-BE49-F238E27FC236}">
                <a16:creationId xmlns:a16="http://schemas.microsoft.com/office/drawing/2014/main" id="{878A1EC7-19EF-0A41-A67E-51E0ED215555}"/>
              </a:ext>
            </a:extLst>
          </p:cNvPr>
          <p:cNvSpPr>
            <a:spLocks noGrp="1"/>
          </p:cNvSpPr>
          <p:nvPr>
            <p:ph idx="1"/>
          </p:nvPr>
        </p:nvSpPr>
        <p:spPr>
          <a:xfrm>
            <a:off x="838200" y="1706007"/>
            <a:ext cx="10515600" cy="2056625"/>
          </a:xfrm>
        </p:spPr>
        <p:txBody>
          <a:bodyPr/>
          <a:lstStyle/>
          <a:p>
            <a:pPr marL="0" indent="0">
              <a:buNone/>
            </a:pPr>
            <a:r>
              <a:rPr lang="en-US" b="1" dirty="0"/>
              <a:t>Step 3</a:t>
            </a:r>
            <a:r>
              <a:rPr lang="en-US" dirty="0"/>
              <a:t>: Error</a:t>
            </a:r>
          </a:p>
          <a:p>
            <a:pPr lvl="1"/>
            <a:r>
              <a:rPr lang="en-US" dirty="0"/>
              <a:t>Let us compare the prediction versus the actual.</a:t>
            </a:r>
          </a:p>
          <a:p>
            <a:pPr lvl="1"/>
            <a:r>
              <a:rPr lang="en-US" dirty="0"/>
              <a:t>We calculate the error as the square of deviation of the actual from the predicted y’. This way we penalize the error irrespective of the direction of error.</a:t>
            </a:r>
          </a:p>
          <a:p>
            <a:endParaRPr lang="en-US" dirty="0"/>
          </a:p>
        </p:txBody>
      </p:sp>
      <p:graphicFrame>
        <p:nvGraphicFramePr>
          <p:cNvPr id="4" name="Table 3">
            <a:extLst>
              <a:ext uri="{FF2B5EF4-FFF2-40B4-BE49-F238E27FC236}">
                <a16:creationId xmlns:a16="http://schemas.microsoft.com/office/drawing/2014/main" id="{CE183B6B-E1F5-175D-7B72-90C2C945FA1B}"/>
              </a:ext>
            </a:extLst>
          </p:cNvPr>
          <p:cNvGraphicFramePr>
            <a:graphicFrameLocks noGrp="1"/>
          </p:cNvGraphicFramePr>
          <p:nvPr>
            <p:extLst>
              <p:ext uri="{D42A27DB-BD31-4B8C-83A1-F6EECF244321}">
                <p14:modId xmlns:p14="http://schemas.microsoft.com/office/powerpoint/2010/main" val="1850360496"/>
              </p:ext>
            </p:extLst>
          </p:nvPr>
        </p:nvGraphicFramePr>
        <p:xfrm>
          <a:off x="3609974" y="3567197"/>
          <a:ext cx="5781161" cy="1629537"/>
        </p:xfrm>
        <a:graphic>
          <a:graphicData uri="http://schemas.openxmlformats.org/drawingml/2006/table">
            <a:tbl>
              <a:tblPr firstRow="1" firstCol="1" bandRow="1">
                <a:tableStyleId>{5940675A-B579-460E-94D1-54222C63F5DA}</a:tableStyleId>
              </a:tblPr>
              <a:tblGrid>
                <a:gridCol w="1257094">
                  <a:extLst>
                    <a:ext uri="{9D8B030D-6E8A-4147-A177-3AD203B41FA5}">
                      <a16:colId xmlns:a16="http://schemas.microsoft.com/office/drawing/2014/main" val="500710476"/>
                    </a:ext>
                  </a:extLst>
                </a:gridCol>
                <a:gridCol w="1257094">
                  <a:extLst>
                    <a:ext uri="{9D8B030D-6E8A-4147-A177-3AD203B41FA5}">
                      <a16:colId xmlns:a16="http://schemas.microsoft.com/office/drawing/2014/main" val="2232192225"/>
                    </a:ext>
                  </a:extLst>
                </a:gridCol>
                <a:gridCol w="1257094">
                  <a:extLst>
                    <a:ext uri="{9D8B030D-6E8A-4147-A177-3AD203B41FA5}">
                      <a16:colId xmlns:a16="http://schemas.microsoft.com/office/drawing/2014/main" val="3020024504"/>
                    </a:ext>
                  </a:extLst>
                </a:gridCol>
                <a:gridCol w="2009879">
                  <a:extLst>
                    <a:ext uri="{9D8B030D-6E8A-4147-A177-3AD203B41FA5}">
                      <a16:colId xmlns:a16="http://schemas.microsoft.com/office/drawing/2014/main" val="3342870823"/>
                    </a:ext>
                  </a:extLst>
                </a:gridCol>
              </a:tblGrid>
              <a:tr h="171450">
                <a:tc>
                  <a:txBody>
                    <a:bodyPr/>
                    <a:lstStyle/>
                    <a:p>
                      <a:pPr marL="0" marR="0" algn="ctr">
                        <a:lnSpc>
                          <a:spcPct val="115000"/>
                        </a:lnSpc>
                        <a:spcAft>
                          <a:spcPts val="800"/>
                        </a:spcAft>
                        <a:buNone/>
                      </a:pPr>
                      <a:r>
                        <a:rPr lang="en-US" sz="1400" b="1" kern="100" dirty="0">
                          <a:effectLst/>
                        </a:rPr>
                        <a:t>x</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b="1" kern="100" dirty="0">
                          <a:effectLst/>
                        </a:rPr>
                        <a:t>Actual y</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b="1" kern="100">
                          <a:effectLst/>
                        </a:rPr>
                        <a:t>Predicted y’</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b="1" kern="100" dirty="0">
                          <a:effectLst/>
                        </a:rPr>
                        <a:t>Squared error(y-y’)</a:t>
                      </a:r>
                      <a:r>
                        <a:rPr lang="en-US" sz="1400" b="1" kern="100" baseline="30000" dirty="0">
                          <a:effectLst/>
                        </a:rPr>
                        <a:t>2</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565307435"/>
                  </a:ext>
                </a:extLst>
              </a:tr>
              <a:tr h="171450">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38891893"/>
                  </a:ext>
                </a:extLst>
              </a:tr>
              <a:tr h="171450">
                <a:tc>
                  <a:txBody>
                    <a:bodyPr/>
                    <a:lstStyle/>
                    <a:p>
                      <a:pPr marL="0" marR="0" algn="ctr">
                        <a:lnSpc>
                          <a:spcPct val="115000"/>
                        </a:lnSpc>
                        <a:spcAft>
                          <a:spcPts val="800"/>
                        </a:spcAft>
                        <a:buNone/>
                      </a:pPr>
                      <a:r>
                        <a:rPr lang="en-US" sz="1400" kern="100">
                          <a:effectLst/>
                        </a:rPr>
                        <a:t>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767799907"/>
                  </a:ext>
                </a:extLst>
              </a:tr>
              <a:tr h="171450">
                <a:tc>
                  <a:txBody>
                    <a:bodyPr/>
                    <a:lstStyle/>
                    <a:p>
                      <a:pPr marL="0" marR="0" algn="ctr">
                        <a:lnSpc>
                          <a:spcPct val="115000"/>
                        </a:lnSpc>
                        <a:spcAft>
                          <a:spcPts val="800"/>
                        </a:spcAft>
                        <a:buNone/>
                      </a:pPr>
                      <a:r>
                        <a:rPr lang="en-US" sz="14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16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185168014"/>
                  </a:ext>
                </a:extLst>
              </a:tr>
              <a:tr h="171450">
                <a:tc>
                  <a:txBody>
                    <a:bodyPr/>
                    <a:lstStyle/>
                    <a:p>
                      <a:pPr marL="0" marR="0" algn="ctr">
                        <a:lnSpc>
                          <a:spcPct val="115000"/>
                        </a:lnSpc>
                        <a:spcAft>
                          <a:spcPts val="800"/>
                        </a:spcAft>
                        <a:buNone/>
                      </a:pPr>
                      <a:r>
                        <a:rPr lang="en-US" sz="1400" kern="100">
                          <a:effectLst/>
                        </a:rPr>
                        <a:t>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12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36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55632458"/>
                  </a:ext>
                </a:extLst>
              </a:tr>
              <a:tr h="171450">
                <a:tc>
                  <a:txBody>
                    <a:bodyPr/>
                    <a:lstStyle/>
                    <a:p>
                      <a:pPr marL="0" marR="0" algn="ctr">
                        <a:lnSpc>
                          <a:spcPct val="115000"/>
                        </a:lnSpc>
                        <a:spcAft>
                          <a:spcPts val="800"/>
                        </a:spcAft>
                        <a:buNone/>
                      </a:pPr>
                      <a:r>
                        <a:rPr lang="en-US" sz="14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16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400" kern="100">
                          <a:effectLst/>
                        </a:rPr>
                        <a:t>64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968453960"/>
                  </a:ext>
                </a:extLst>
              </a:tr>
              <a:tr h="171450">
                <a:tc gridSpan="3">
                  <a:txBody>
                    <a:bodyPr/>
                    <a:lstStyle/>
                    <a:p>
                      <a:pPr marL="0" marR="0" algn="ctr">
                        <a:lnSpc>
                          <a:spcPct val="115000"/>
                        </a:lnSpc>
                        <a:spcAft>
                          <a:spcPts val="800"/>
                        </a:spcAft>
                        <a:buNone/>
                      </a:pPr>
                      <a:r>
                        <a:rPr lang="en-US" sz="1400" kern="100">
                          <a:effectLst/>
                        </a:rPr>
                        <a:t>TOTAL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en-US"/>
                    </a:p>
                  </a:txBody>
                  <a:tcPr/>
                </a:tc>
                <a:tc hMerge="1">
                  <a:txBody>
                    <a:bodyPr/>
                    <a:lstStyle/>
                    <a:p>
                      <a:endParaRPr lang="en-US"/>
                    </a:p>
                  </a:txBody>
                  <a:tcPr/>
                </a:tc>
                <a:tc>
                  <a:txBody>
                    <a:bodyPr/>
                    <a:lstStyle/>
                    <a:p>
                      <a:pPr marL="0" marR="0" algn="ctr">
                        <a:lnSpc>
                          <a:spcPct val="115000"/>
                        </a:lnSpc>
                        <a:spcAft>
                          <a:spcPts val="800"/>
                        </a:spcAft>
                        <a:buNone/>
                      </a:pPr>
                      <a:r>
                        <a:rPr lang="en-US" sz="1400" kern="100" dirty="0">
                          <a:effectLst/>
                        </a:rPr>
                        <a:t>120</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75920831"/>
                  </a:ext>
                </a:extLst>
              </a:tr>
            </a:tbl>
          </a:graphicData>
        </a:graphic>
      </p:graphicFrame>
    </p:spTree>
    <p:extLst>
      <p:ext uri="{BB962C8B-B14F-4D97-AF65-F5344CB8AC3E}">
        <p14:creationId xmlns:p14="http://schemas.microsoft.com/office/powerpoint/2010/main" val="2787645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58F67-3D4D-97BC-494D-9C80CF4EC5C6}"/>
              </a:ext>
            </a:extLst>
          </p:cNvPr>
          <p:cNvSpPr>
            <a:spLocks noGrp="1"/>
          </p:cNvSpPr>
          <p:nvPr>
            <p:ph type="title"/>
          </p:nvPr>
        </p:nvSpPr>
        <p:spPr/>
        <p:txBody>
          <a:bodyPr>
            <a:normAutofit fontScale="90000"/>
          </a:bodyPr>
          <a:lstStyle/>
          <a:p>
            <a:br>
              <a:rPr lang="en-US" dirty="0"/>
            </a:br>
            <a:r>
              <a:rPr lang="en-US" dirty="0"/>
              <a:t>Minimize Error</a:t>
            </a:r>
            <a:br>
              <a:rPr lang="en-US" dirty="0"/>
            </a:br>
            <a:endParaRPr lang="en-US" dirty="0"/>
          </a:p>
        </p:txBody>
      </p:sp>
      <p:sp>
        <p:nvSpPr>
          <p:cNvPr id="3" name="Content Placeholder 2">
            <a:extLst>
              <a:ext uri="{FF2B5EF4-FFF2-40B4-BE49-F238E27FC236}">
                <a16:creationId xmlns:a16="http://schemas.microsoft.com/office/drawing/2014/main" id="{C02FC6D2-9164-3F4C-E839-2CE030D40F7D}"/>
              </a:ext>
            </a:extLst>
          </p:cNvPr>
          <p:cNvSpPr>
            <a:spLocks noGrp="1"/>
          </p:cNvSpPr>
          <p:nvPr>
            <p:ph idx="1"/>
          </p:nvPr>
        </p:nvSpPr>
        <p:spPr/>
        <p:txBody>
          <a:bodyPr/>
          <a:lstStyle/>
          <a:p>
            <a:pPr marL="0" indent="0">
              <a:buNone/>
            </a:pPr>
            <a:r>
              <a:rPr lang="en-US" b="1" dirty="0"/>
              <a:t>Step 4: </a:t>
            </a:r>
            <a:r>
              <a:rPr lang="en-US" dirty="0"/>
              <a:t>Minimize Error</a:t>
            </a:r>
          </a:p>
          <a:p>
            <a:r>
              <a:rPr lang="en-US" dirty="0"/>
              <a:t>The next logical step is to minimize the error, we randomly initialized 2 as the multiplier. </a:t>
            </a:r>
          </a:p>
          <a:p>
            <a:r>
              <a:rPr lang="en-US" dirty="0"/>
              <a:t>Based on that, the error was 120, we can try to deal with many other values ranging from -100 to 100.</a:t>
            </a:r>
          </a:p>
          <a:p>
            <a:r>
              <a:rPr lang="en-US" dirty="0"/>
              <a:t>Since we know the real value (4), we will end up with the correct value quickly.</a:t>
            </a:r>
          </a:p>
          <a:p>
            <a:r>
              <a:rPr lang="en-US" dirty="0"/>
              <a:t>But, in practice, when you deal with a lot more variables (here there is only one: x) and with more complex relationships, trying out different random values for x is not scalable, and not an efficient use of computing resources.</a:t>
            </a:r>
          </a:p>
          <a:p>
            <a:endParaRPr lang="en-US" dirty="0"/>
          </a:p>
        </p:txBody>
      </p:sp>
    </p:spTree>
    <p:extLst>
      <p:ext uri="{BB962C8B-B14F-4D97-AF65-F5344CB8AC3E}">
        <p14:creationId xmlns:p14="http://schemas.microsoft.com/office/powerpoint/2010/main" val="328231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2DB5-9F14-8E5D-7051-82B2B0E8D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DF388-49EA-AB27-5562-78B12745F2BC}"/>
              </a:ext>
            </a:extLst>
          </p:cNvPr>
          <p:cNvSpPr>
            <a:spLocks noGrp="1"/>
          </p:cNvSpPr>
          <p:nvPr>
            <p:ph type="title"/>
          </p:nvPr>
        </p:nvSpPr>
        <p:spPr/>
        <p:txBody>
          <a:bodyPr/>
          <a:lstStyle/>
          <a:p>
            <a:pPr algn="ctr"/>
            <a:r>
              <a:rPr lang="en-US" dirty="0"/>
              <a:t>The Derivates Method </a:t>
            </a:r>
            <a:r>
              <a:rPr lang="ar-JO" dirty="0"/>
              <a:t>إيجاد الحل باستخدام الاشتقاق أو معدل تغير الاقتران</a:t>
            </a:r>
            <a:endParaRPr lang="en-US" dirty="0"/>
          </a:p>
        </p:txBody>
      </p:sp>
      <p:sp>
        <p:nvSpPr>
          <p:cNvPr id="3" name="Content Placeholder 2">
            <a:extLst>
              <a:ext uri="{FF2B5EF4-FFF2-40B4-BE49-F238E27FC236}">
                <a16:creationId xmlns:a16="http://schemas.microsoft.com/office/drawing/2014/main" id="{819C2843-5880-41AD-541E-C3625259280C}"/>
              </a:ext>
            </a:extLst>
          </p:cNvPr>
          <p:cNvSpPr>
            <a:spLocks noGrp="1"/>
          </p:cNvSpPr>
          <p:nvPr>
            <p:ph idx="1"/>
          </p:nvPr>
        </p:nvSpPr>
        <p:spPr>
          <a:xfrm>
            <a:off x="838200" y="1706008"/>
            <a:ext cx="10515600" cy="2254334"/>
          </a:xfrm>
        </p:spPr>
        <p:txBody>
          <a:bodyPr>
            <a:normAutofit/>
          </a:bodyPr>
          <a:lstStyle/>
          <a:p>
            <a:r>
              <a:rPr lang="en-US" sz="2000" dirty="0"/>
              <a:t>A popular way to solve this problem is with the help of differentiation or derivatives. </a:t>
            </a:r>
            <a:endParaRPr lang="ar-JO" sz="2000" dirty="0"/>
          </a:p>
          <a:p>
            <a:r>
              <a:rPr lang="en-US" sz="2000" dirty="0"/>
              <a:t>Basically, derivatives are the rate of change of a function with respect to one of its variables. </a:t>
            </a:r>
            <a:endParaRPr lang="ar-JO" sz="2000" dirty="0"/>
          </a:p>
          <a:p>
            <a:r>
              <a:rPr lang="en-US" sz="2000" dirty="0"/>
              <a:t>In our example, it is the rate of change in the error or loss function with respect to x.</a:t>
            </a:r>
          </a:p>
          <a:p>
            <a:r>
              <a:rPr lang="en-US" sz="2000" dirty="0"/>
              <a:t>To observe the effect of change, let’s change the multiplier or weight or the parameter from 2 to 2.0001 i.e. increase it by 0.0001 and decrease it by the same amount. </a:t>
            </a:r>
          </a:p>
          <a:p>
            <a:r>
              <a:rPr lang="en-US" sz="2000" dirty="0"/>
              <a:t>In practice, this increase is even smaller, let us observe the impact:</a:t>
            </a:r>
          </a:p>
          <a:p>
            <a:endParaRPr lang="en-US" sz="2000" dirty="0"/>
          </a:p>
        </p:txBody>
      </p:sp>
      <p:graphicFrame>
        <p:nvGraphicFramePr>
          <p:cNvPr id="4" name="Table 3">
            <a:extLst>
              <a:ext uri="{FF2B5EF4-FFF2-40B4-BE49-F238E27FC236}">
                <a16:creationId xmlns:a16="http://schemas.microsoft.com/office/drawing/2014/main" id="{D8E7C30A-9E1F-3AB1-C440-421439F52567}"/>
              </a:ext>
            </a:extLst>
          </p:cNvPr>
          <p:cNvGraphicFramePr>
            <a:graphicFrameLocks noGrp="1"/>
          </p:cNvGraphicFramePr>
          <p:nvPr>
            <p:extLst>
              <p:ext uri="{D42A27DB-BD31-4B8C-83A1-F6EECF244321}">
                <p14:modId xmlns:p14="http://schemas.microsoft.com/office/powerpoint/2010/main" val="2945376878"/>
              </p:ext>
            </p:extLst>
          </p:nvPr>
        </p:nvGraphicFramePr>
        <p:xfrm>
          <a:off x="2754312" y="4120619"/>
          <a:ext cx="6683376" cy="2030162"/>
        </p:xfrm>
        <a:graphic>
          <a:graphicData uri="http://schemas.openxmlformats.org/drawingml/2006/table">
            <a:tbl>
              <a:tblPr firstRow="1" firstCol="1" bandRow="1">
                <a:tableStyleId>{5940675A-B579-460E-94D1-54222C63F5DA}</a:tableStyleId>
              </a:tblPr>
              <a:tblGrid>
                <a:gridCol w="802368">
                  <a:extLst>
                    <a:ext uri="{9D8B030D-6E8A-4147-A177-3AD203B41FA5}">
                      <a16:colId xmlns:a16="http://schemas.microsoft.com/office/drawing/2014/main" val="3541721212"/>
                    </a:ext>
                  </a:extLst>
                </a:gridCol>
                <a:gridCol w="802368">
                  <a:extLst>
                    <a:ext uri="{9D8B030D-6E8A-4147-A177-3AD203B41FA5}">
                      <a16:colId xmlns:a16="http://schemas.microsoft.com/office/drawing/2014/main" val="2088752818"/>
                    </a:ext>
                  </a:extLst>
                </a:gridCol>
                <a:gridCol w="802368">
                  <a:extLst>
                    <a:ext uri="{9D8B030D-6E8A-4147-A177-3AD203B41FA5}">
                      <a16:colId xmlns:a16="http://schemas.microsoft.com/office/drawing/2014/main" val="2680771532"/>
                    </a:ext>
                  </a:extLst>
                </a:gridCol>
                <a:gridCol w="802368">
                  <a:extLst>
                    <a:ext uri="{9D8B030D-6E8A-4147-A177-3AD203B41FA5}">
                      <a16:colId xmlns:a16="http://schemas.microsoft.com/office/drawing/2014/main" val="831131971"/>
                    </a:ext>
                  </a:extLst>
                </a:gridCol>
                <a:gridCol w="802368">
                  <a:extLst>
                    <a:ext uri="{9D8B030D-6E8A-4147-A177-3AD203B41FA5}">
                      <a16:colId xmlns:a16="http://schemas.microsoft.com/office/drawing/2014/main" val="731293084"/>
                    </a:ext>
                  </a:extLst>
                </a:gridCol>
                <a:gridCol w="802368">
                  <a:extLst>
                    <a:ext uri="{9D8B030D-6E8A-4147-A177-3AD203B41FA5}">
                      <a16:colId xmlns:a16="http://schemas.microsoft.com/office/drawing/2014/main" val="1692678760"/>
                    </a:ext>
                  </a:extLst>
                </a:gridCol>
                <a:gridCol w="802368">
                  <a:extLst>
                    <a:ext uri="{9D8B030D-6E8A-4147-A177-3AD203B41FA5}">
                      <a16:colId xmlns:a16="http://schemas.microsoft.com/office/drawing/2014/main" val="649936889"/>
                    </a:ext>
                  </a:extLst>
                </a:gridCol>
                <a:gridCol w="1066800">
                  <a:extLst>
                    <a:ext uri="{9D8B030D-6E8A-4147-A177-3AD203B41FA5}">
                      <a16:colId xmlns:a16="http://schemas.microsoft.com/office/drawing/2014/main" val="612894364"/>
                    </a:ext>
                  </a:extLst>
                </a:gridCol>
              </a:tblGrid>
              <a:tr h="171450">
                <a:tc>
                  <a:txBody>
                    <a:bodyPr/>
                    <a:lstStyle/>
                    <a:p>
                      <a:pPr marL="0" marR="0" algn="ctr">
                        <a:lnSpc>
                          <a:spcPct val="115000"/>
                        </a:lnSpc>
                        <a:spcAft>
                          <a:spcPts val="800"/>
                        </a:spcAft>
                        <a:buNone/>
                      </a:pPr>
                      <a:r>
                        <a:rPr lang="en-US" sz="1200" b="1" kern="100">
                          <a:effectLst/>
                        </a:rPr>
                        <a:t>x</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a:effectLst/>
                        </a:rPr>
                        <a:t>Actual y</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a:effectLst/>
                        </a:rPr>
                        <a:t>Weight = 2</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a:effectLst/>
                        </a:rPr>
                        <a:t>Squared Error @ 2</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a:effectLst/>
                        </a:rPr>
                        <a:t>Weight = 2.0001</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a:effectLst/>
                        </a:rPr>
                        <a:t>Squared Error @ 2.0001</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a:effectLst/>
                        </a:rPr>
                        <a:t>Weight = 1.9999</a:t>
                      </a:r>
                      <a:endParaRPr lang="en-US" sz="14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tc>
                  <a:txBody>
                    <a:bodyPr/>
                    <a:lstStyle/>
                    <a:p>
                      <a:pPr marL="0" marR="0" algn="ctr">
                        <a:lnSpc>
                          <a:spcPct val="115000"/>
                        </a:lnSpc>
                        <a:spcAft>
                          <a:spcPts val="800"/>
                        </a:spcAft>
                        <a:buNone/>
                      </a:pPr>
                      <a:r>
                        <a:rPr lang="en-US" sz="1200" b="1" kern="100" dirty="0">
                          <a:effectLst/>
                        </a:rPr>
                        <a:t>Squared Error @ 1.9999</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1">
                        <a:lumMod val="75000"/>
                      </a:schemeClr>
                    </a:solidFill>
                  </a:tcPr>
                </a:tc>
                <a:extLst>
                  <a:ext uri="{0D108BD9-81ED-4DB2-BD59-A6C34878D82A}">
                    <a16:rowId xmlns:a16="http://schemas.microsoft.com/office/drawing/2014/main" val="523385841"/>
                  </a:ext>
                </a:extLst>
              </a:tr>
              <a:tr h="171450">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723744230"/>
                  </a:ext>
                </a:extLst>
              </a:tr>
              <a:tr h="171450">
                <a:tc>
                  <a:txBody>
                    <a:bodyPr/>
                    <a:lstStyle/>
                    <a:p>
                      <a:pPr marL="0" marR="0" algn="ctr">
                        <a:lnSpc>
                          <a:spcPct val="115000"/>
                        </a:lnSpc>
                        <a:spcAft>
                          <a:spcPts val="800"/>
                        </a:spcAft>
                        <a:buNone/>
                      </a:pPr>
                      <a:r>
                        <a:rPr lang="en-US" sz="1200" kern="100">
                          <a:effectLst/>
                        </a:rPr>
                        <a:t>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2.0001</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3.99</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1.9999</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4.0004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208882985"/>
                  </a:ext>
                </a:extLst>
              </a:tr>
              <a:tr h="171450">
                <a:tc>
                  <a:txBody>
                    <a:bodyPr/>
                    <a:lstStyle/>
                    <a:p>
                      <a:pPr marL="0" marR="0" algn="ctr">
                        <a:lnSpc>
                          <a:spcPct val="115000"/>
                        </a:lnSpc>
                        <a:spcAft>
                          <a:spcPts val="800"/>
                        </a:spcAft>
                        <a:buNone/>
                      </a:pPr>
                      <a:r>
                        <a:rPr lang="en-US" sz="1200" kern="100">
                          <a:effectLst/>
                        </a:rPr>
                        <a:t>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4.0002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15.99</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3.9998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16.0016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78609157"/>
                  </a:ext>
                </a:extLst>
              </a:tr>
              <a:tr h="171450">
                <a:tc>
                  <a:txBody>
                    <a:bodyPr/>
                    <a:lstStyle/>
                    <a:p>
                      <a:pPr marL="0" marR="0" algn="ctr">
                        <a:lnSpc>
                          <a:spcPct val="115000"/>
                        </a:lnSpc>
                        <a:spcAft>
                          <a:spcPts val="800"/>
                        </a:spcAft>
                        <a:buNone/>
                      </a:pPr>
                      <a:r>
                        <a:rPr lang="en-US" sz="1200" kern="100">
                          <a:effectLst/>
                        </a:rPr>
                        <a:t>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12</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36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6.0003</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35.99</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5.9997</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36.0036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278543248"/>
                  </a:ext>
                </a:extLst>
              </a:tr>
              <a:tr h="171450">
                <a:tc>
                  <a:txBody>
                    <a:bodyPr/>
                    <a:lstStyle/>
                    <a:p>
                      <a:pPr marL="0" marR="0" algn="ctr">
                        <a:lnSpc>
                          <a:spcPct val="115000"/>
                        </a:lnSpc>
                        <a:spcAft>
                          <a:spcPts val="800"/>
                        </a:spcAft>
                        <a:buNone/>
                      </a:pPr>
                      <a:r>
                        <a:rPr lang="en-US" sz="12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8.0004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63.99</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7.9996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64.006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95253652"/>
                  </a:ext>
                </a:extLst>
              </a:tr>
              <a:tr h="171450">
                <a:tc>
                  <a:txBody>
                    <a:bodyPr/>
                    <a:lstStyle/>
                    <a:p>
                      <a:pPr marL="0" marR="0" algn="ctr">
                        <a:lnSpc>
                          <a:spcPct val="115000"/>
                        </a:lnSpc>
                        <a:spcAft>
                          <a:spcPts val="800"/>
                        </a:spcAft>
                        <a:buNone/>
                      </a:pPr>
                      <a:r>
                        <a:rPr lang="en-US" sz="1200" kern="100">
                          <a:effectLst/>
                        </a:rPr>
                        <a:t>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8.0004</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63.99</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7.9996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64.006</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058114421"/>
                  </a:ext>
                </a:extLst>
              </a:tr>
              <a:tr h="171450">
                <a:tc gridSpan="3">
                  <a:txBody>
                    <a:bodyPr/>
                    <a:lstStyle/>
                    <a:p>
                      <a:pPr marL="0" marR="0" algn="ctr">
                        <a:lnSpc>
                          <a:spcPct val="115000"/>
                        </a:lnSpc>
                        <a:spcAft>
                          <a:spcPts val="800"/>
                        </a:spcAft>
                        <a:buNone/>
                      </a:pPr>
                      <a:r>
                        <a:rPr lang="en-US" sz="1200" kern="100">
                          <a:effectLst/>
                        </a:rPr>
                        <a:t>TOTAL</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hMerge="1">
                  <a:txBody>
                    <a:bodyPr/>
                    <a:lstStyle/>
                    <a:p>
                      <a:endParaRPr lang="en-US"/>
                    </a:p>
                  </a:txBody>
                  <a:tcPr/>
                </a:tc>
                <a:tc hMerge="1">
                  <a:txBody>
                    <a:bodyPr/>
                    <a:lstStyle/>
                    <a:p>
                      <a:endParaRPr lang="en-US"/>
                    </a:p>
                  </a:txBody>
                  <a:tcPr/>
                </a:tc>
                <a:tc>
                  <a:txBody>
                    <a:bodyPr/>
                    <a:lstStyle/>
                    <a:p>
                      <a:pPr marL="0" marR="0" algn="ctr">
                        <a:lnSpc>
                          <a:spcPct val="115000"/>
                        </a:lnSpc>
                        <a:spcAft>
                          <a:spcPts val="800"/>
                        </a:spcAft>
                        <a:buNone/>
                      </a:pPr>
                      <a:r>
                        <a:rPr lang="en-US" sz="1200" kern="100">
                          <a:effectLst/>
                        </a:rPr>
                        <a:t>120</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sz="1400" kern="100">
                        <a:effectLst/>
                        <a:latin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kern="100">
                          <a:effectLst/>
                        </a:rPr>
                        <a:t>119.988</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sz="1400" kern="100">
                        <a:effectLst/>
                        <a:latin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kern="100" dirty="0">
                          <a:effectLst/>
                        </a:rPr>
                        <a:t>120.012</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28606799"/>
                  </a:ext>
                </a:extLst>
              </a:tr>
            </a:tbl>
          </a:graphicData>
        </a:graphic>
      </p:graphicFrame>
    </p:spTree>
    <p:extLst>
      <p:ext uri="{BB962C8B-B14F-4D97-AF65-F5344CB8AC3E}">
        <p14:creationId xmlns:p14="http://schemas.microsoft.com/office/powerpoint/2010/main" val="3312238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75D0-246F-7E67-83B6-A5DE2C7B6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363E3-114C-73CC-D815-690B9E23FF47}"/>
              </a:ext>
            </a:extLst>
          </p:cNvPr>
          <p:cNvSpPr>
            <a:spLocks noGrp="1"/>
          </p:cNvSpPr>
          <p:nvPr>
            <p:ph type="title"/>
          </p:nvPr>
        </p:nvSpPr>
        <p:spPr/>
        <p:txBody>
          <a:bodyPr/>
          <a:lstStyle/>
          <a:p>
            <a:r>
              <a:rPr lang="en-US" dirty="0"/>
              <a:t>The Derivates Method</a:t>
            </a:r>
          </a:p>
        </p:txBody>
      </p:sp>
      <p:sp>
        <p:nvSpPr>
          <p:cNvPr id="3" name="Content Placeholder 2">
            <a:extLst>
              <a:ext uri="{FF2B5EF4-FFF2-40B4-BE49-F238E27FC236}">
                <a16:creationId xmlns:a16="http://schemas.microsoft.com/office/drawing/2014/main" id="{92300E3E-F10B-694E-AA25-C73EA173EF4D}"/>
              </a:ext>
            </a:extLst>
          </p:cNvPr>
          <p:cNvSpPr>
            <a:spLocks noGrp="1"/>
          </p:cNvSpPr>
          <p:nvPr>
            <p:ph idx="1"/>
          </p:nvPr>
        </p:nvSpPr>
        <p:spPr/>
        <p:txBody>
          <a:bodyPr/>
          <a:lstStyle/>
          <a:p>
            <a:r>
              <a:rPr lang="en-US" dirty="0"/>
              <a:t>With the increase in weight by 0.0001, the loss decreased by 0.012 and with a decrease in weight, the loss increased by 0.012. </a:t>
            </a:r>
          </a:p>
          <a:p>
            <a:r>
              <a:rPr lang="en-US" dirty="0"/>
              <a:t>For a 0.0001 increase in weight, the loss decreased by 120 times (0.012 / 0.0001).</a:t>
            </a:r>
          </a:p>
          <a:p>
            <a:r>
              <a:rPr lang="en-US" dirty="0"/>
              <a:t>So how much should we increase our weight to reduce the loss? </a:t>
            </a:r>
          </a:p>
          <a:p>
            <a:r>
              <a:rPr lang="en-US" dirty="0"/>
              <a:t>If we take a different arbitrary number such as 7, the loss increases to 270. So, we know now that the weight should be somewhere between 2 and 7.</a:t>
            </a:r>
          </a:p>
          <a:p>
            <a:r>
              <a:rPr lang="en-US" dirty="0"/>
              <a:t>Findings:</a:t>
            </a:r>
          </a:p>
          <a:p>
            <a:r>
              <a:rPr lang="en-US" dirty="0"/>
              <a:t>•	If we decrease the weight from 2, the loss increases</a:t>
            </a:r>
          </a:p>
          <a:p>
            <a:r>
              <a:rPr lang="en-US" dirty="0"/>
              <a:t>•	If we increase the weight from 2, the loss decreases up to a point and then it increases as loss is high at weight = 7</a:t>
            </a:r>
          </a:p>
          <a:p>
            <a:endParaRPr lang="en-US" dirty="0"/>
          </a:p>
        </p:txBody>
      </p:sp>
    </p:spTree>
    <p:extLst>
      <p:ext uri="{BB962C8B-B14F-4D97-AF65-F5344CB8AC3E}">
        <p14:creationId xmlns:p14="http://schemas.microsoft.com/office/powerpoint/2010/main" val="1599076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0F541-F446-5D15-3552-C6041BEC1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4EBC3-85AD-7B44-6BD5-832C7270F30D}"/>
              </a:ext>
            </a:extLst>
          </p:cNvPr>
          <p:cNvSpPr>
            <a:spLocks noGrp="1"/>
          </p:cNvSpPr>
          <p:nvPr>
            <p:ph type="title"/>
          </p:nvPr>
        </p:nvSpPr>
        <p:spPr/>
        <p:txBody>
          <a:bodyPr/>
          <a:lstStyle/>
          <a:p>
            <a:r>
              <a:rPr lang="en-US" dirty="0"/>
              <a:t>The Derivates Method</a:t>
            </a:r>
          </a:p>
        </p:txBody>
      </p:sp>
      <p:sp>
        <p:nvSpPr>
          <p:cNvPr id="3" name="Content Placeholder 2">
            <a:extLst>
              <a:ext uri="{FF2B5EF4-FFF2-40B4-BE49-F238E27FC236}">
                <a16:creationId xmlns:a16="http://schemas.microsoft.com/office/drawing/2014/main" id="{A592CECB-8662-A4D3-9293-C0121E811FED}"/>
              </a:ext>
            </a:extLst>
          </p:cNvPr>
          <p:cNvSpPr>
            <a:spLocks noGrp="1"/>
          </p:cNvSpPr>
          <p:nvPr>
            <p:ph idx="1"/>
          </p:nvPr>
        </p:nvSpPr>
        <p:spPr>
          <a:xfrm>
            <a:off x="838200" y="1706007"/>
            <a:ext cx="4981832" cy="4991039"/>
          </a:xfrm>
        </p:spPr>
        <p:txBody>
          <a:bodyPr>
            <a:normAutofit fontScale="92500" lnSpcReduction="20000"/>
          </a:bodyPr>
          <a:lstStyle/>
          <a:p>
            <a:r>
              <a:rPr lang="en-US" dirty="0"/>
              <a:t>We cannot do this iterative process of randomly checking for various weights and arriving at the magical parameter. Moreover, in practice, you will have to deal with many input variables and not just one. Hence, we use derivatives where we check the effect on loss for a small change in the input.</a:t>
            </a:r>
          </a:p>
          <a:p>
            <a:r>
              <a:rPr lang="en-US" dirty="0"/>
              <a:t>The previous figure summarizes the steps where we check for the derivative and increase the weights, if the loss decreases and vice-versa before we hit the weight where the loss reaches 0. We do this iteratively and update the weights and the loss till we minimize the loss to 0.</a:t>
            </a:r>
          </a:p>
          <a:p>
            <a:r>
              <a:rPr lang="en-US" dirty="0"/>
              <a:t>The process by which we calculate the derivatives needed in the calculation of weights is called back propagation.</a:t>
            </a:r>
          </a:p>
          <a:p>
            <a:endParaRPr lang="en-US" dirty="0"/>
          </a:p>
        </p:txBody>
      </p:sp>
      <p:pic>
        <p:nvPicPr>
          <p:cNvPr id="4" name="Picture 3" descr="Loss Function">
            <a:extLst>
              <a:ext uri="{FF2B5EF4-FFF2-40B4-BE49-F238E27FC236}">
                <a16:creationId xmlns:a16="http://schemas.microsoft.com/office/drawing/2014/main" id="{A5EE87FE-C193-AD05-D9C6-05CEEA08591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1027" y="1624330"/>
            <a:ext cx="5943600" cy="3609340"/>
          </a:xfrm>
          <a:prstGeom prst="rect">
            <a:avLst/>
          </a:prstGeom>
          <a:noFill/>
          <a:ln>
            <a:noFill/>
          </a:ln>
        </p:spPr>
      </p:pic>
    </p:spTree>
    <p:extLst>
      <p:ext uri="{BB962C8B-B14F-4D97-AF65-F5344CB8AC3E}">
        <p14:creationId xmlns:p14="http://schemas.microsoft.com/office/powerpoint/2010/main" val="348832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E0C5-0DEF-6346-2A11-5799305DBAD6}"/>
              </a:ext>
            </a:extLst>
          </p:cNvPr>
          <p:cNvSpPr>
            <a:spLocks noGrp="1"/>
          </p:cNvSpPr>
          <p:nvPr>
            <p:ph type="title"/>
          </p:nvPr>
        </p:nvSpPr>
        <p:spPr/>
        <p:txBody>
          <a:bodyPr/>
          <a:lstStyle/>
          <a:p>
            <a:r>
              <a:rPr lang="en-US" dirty="0"/>
              <a:t>The Derivates Method</a:t>
            </a:r>
          </a:p>
        </p:txBody>
      </p:sp>
      <p:sp>
        <p:nvSpPr>
          <p:cNvPr id="3" name="Content Placeholder 2">
            <a:extLst>
              <a:ext uri="{FF2B5EF4-FFF2-40B4-BE49-F238E27FC236}">
                <a16:creationId xmlns:a16="http://schemas.microsoft.com/office/drawing/2014/main" id="{C376744F-720B-FD5E-3E0A-B8C63F7DA111}"/>
              </a:ext>
            </a:extLst>
          </p:cNvPr>
          <p:cNvSpPr>
            <a:spLocks noGrp="1"/>
          </p:cNvSpPr>
          <p:nvPr>
            <p:ph idx="1"/>
          </p:nvPr>
        </p:nvSpPr>
        <p:spPr>
          <a:xfrm>
            <a:off x="838200" y="4800600"/>
            <a:ext cx="10515600" cy="1896446"/>
          </a:xfrm>
        </p:spPr>
        <p:txBody>
          <a:bodyPr>
            <a:normAutofit/>
          </a:bodyPr>
          <a:lstStyle/>
          <a:p>
            <a:r>
              <a:rPr lang="en-US" dirty="0"/>
              <a:t>In practice, we may not update our weights fully but only by a fraction of the new learned change in weights (i.e. instead of 0.0001, we may update it by a fraction of 0.0001). </a:t>
            </a:r>
          </a:p>
          <a:p>
            <a:r>
              <a:rPr lang="en-US" dirty="0"/>
              <a:t>Additionally, we may stop earlier than the loss reaches 0, say for example, we may stop if the loss reaches 0.000001.</a:t>
            </a:r>
          </a:p>
          <a:p>
            <a:endParaRPr lang="en-US" dirty="0"/>
          </a:p>
        </p:txBody>
      </p:sp>
      <p:pic>
        <p:nvPicPr>
          <p:cNvPr id="4" name="Picture 3" descr="Forward Backward Propogation">
            <a:extLst>
              <a:ext uri="{FF2B5EF4-FFF2-40B4-BE49-F238E27FC236}">
                <a16:creationId xmlns:a16="http://schemas.microsoft.com/office/drawing/2014/main" id="{60C612BB-6EA6-B40F-CEC5-073FF6DAA8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19384" y="1609982"/>
            <a:ext cx="4753232" cy="2711780"/>
          </a:xfrm>
          <a:prstGeom prst="rect">
            <a:avLst/>
          </a:prstGeom>
          <a:noFill/>
          <a:ln>
            <a:noFill/>
          </a:ln>
        </p:spPr>
      </p:pic>
    </p:spTree>
    <p:extLst>
      <p:ext uri="{BB962C8B-B14F-4D97-AF65-F5344CB8AC3E}">
        <p14:creationId xmlns:p14="http://schemas.microsoft.com/office/powerpoint/2010/main" val="1384559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20BC-A534-4A9D-FEB1-4449562AF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E26FF-C658-D239-DE28-37E15D87D539}"/>
              </a:ext>
            </a:extLst>
          </p:cNvPr>
          <p:cNvSpPr>
            <a:spLocks noGrp="1"/>
          </p:cNvSpPr>
          <p:nvPr>
            <p:ph type="title"/>
          </p:nvPr>
        </p:nvSpPr>
        <p:spPr/>
        <p:txBody>
          <a:bodyPr/>
          <a:lstStyle/>
          <a:p>
            <a:r>
              <a:rPr lang="en-US" dirty="0"/>
              <a:t>The Derivates Method</a:t>
            </a:r>
          </a:p>
        </p:txBody>
      </p:sp>
      <p:sp>
        <p:nvSpPr>
          <p:cNvPr id="3" name="Content Placeholder 2">
            <a:extLst>
              <a:ext uri="{FF2B5EF4-FFF2-40B4-BE49-F238E27FC236}">
                <a16:creationId xmlns:a16="http://schemas.microsoft.com/office/drawing/2014/main" id="{0ED16E25-0DFB-28EC-F22A-C4F4EF07C843}"/>
              </a:ext>
            </a:extLst>
          </p:cNvPr>
          <p:cNvSpPr>
            <a:spLocks noGrp="1"/>
          </p:cNvSpPr>
          <p:nvPr>
            <p:ph idx="1"/>
          </p:nvPr>
        </p:nvSpPr>
        <p:spPr>
          <a:xfrm>
            <a:off x="838200" y="1970902"/>
            <a:ext cx="5599670" cy="3997411"/>
          </a:xfrm>
        </p:spPr>
        <p:txBody>
          <a:bodyPr>
            <a:normAutofit fontScale="92500" lnSpcReduction="10000"/>
          </a:bodyPr>
          <a:lstStyle/>
          <a:p>
            <a:r>
              <a:rPr lang="en-US" dirty="0"/>
              <a:t>But wait, this is not how we generally imagine or view neural networks. It looks more like this:</a:t>
            </a:r>
            <a:endParaRPr lang="ar-JO" dirty="0"/>
          </a:p>
          <a:p>
            <a:r>
              <a:rPr lang="en-US" dirty="0"/>
              <a:t>So, what’s so different from our example?</a:t>
            </a:r>
          </a:p>
          <a:p>
            <a:r>
              <a:rPr lang="en-US" dirty="0"/>
              <a:t>The key differences are in the number of variables used (multiple vs. one in our case), the layers in between the input and the final output (hidden layers, which are missing in our example) and the output (multiple vs. one in our case).</a:t>
            </a:r>
          </a:p>
          <a:p>
            <a:r>
              <a:rPr lang="en-US" dirty="0"/>
              <a:t>If we convert our example visually, it will look like this:</a:t>
            </a:r>
          </a:p>
        </p:txBody>
      </p:sp>
      <p:pic>
        <p:nvPicPr>
          <p:cNvPr id="5" name="Picture 4" descr="Neural Network Depiction">
            <a:extLst>
              <a:ext uri="{FF2B5EF4-FFF2-40B4-BE49-F238E27FC236}">
                <a16:creationId xmlns:a16="http://schemas.microsoft.com/office/drawing/2014/main" id="{C00C5F26-F973-CAA0-3DF2-788967A88FF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37870" y="1970902"/>
            <a:ext cx="5107455" cy="2911686"/>
          </a:xfrm>
          <a:prstGeom prst="rect">
            <a:avLst/>
          </a:prstGeom>
          <a:noFill/>
          <a:ln>
            <a:noFill/>
          </a:ln>
        </p:spPr>
      </p:pic>
    </p:spTree>
    <p:extLst>
      <p:ext uri="{BB962C8B-B14F-4D97-AF65-F5344CB8AC3E}">
        <p14:creationId xmlns:p14="http://schemas.microsoft.com/office/powerpoint/2010/main" val="1510913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3B6D-1296-E2A7-49E6-A57C170E2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B9B81-3951-F1BA-F70F-C5299A300D50}"/>
              </a:ext>
            </a:extLst>
          </p:cNvPr>
          <p:cNvSpPr>
            <a:spLocks noGrp="1"/>
          </p:cNvSpPr>
          <p:nvPr>
            <p:ph type="title"/>
          </p:nvPr>
        </p:nvSpPr>
        <p:spPr/>
        <p:txBody>
          <a:bodyPr/>
          <a:lstStyle/>
          <a:p>
            <a:r>
              <a:rPr lang="en-US" dirty="0"/>
              <a:t>The Derivates Method</a:t>
            </a:r>
          </a:p>
        </p:txBody>
      </p:sp>
      <p:sp>
        <p:nvSpPr>
          <p:cNvPr id="3" name="Content Placeholder 2">
            <a:extLst>
              <a:ext uri="{FF2B5EF4-FFF2-40B4-BE49-F238E27FC236}">
                <a16:creationId xmlns:a16="http://schemas.microsoft.com/office/drawing/2014/main" id="{53609642-AE11-88C3-15EF-2BA362E0EA15}"/>
              </a:ext>
            </a:extLst>
          </p:cNvPr>
          <p:cNvSpPr>
            <a:spLocks noGrp="1"/>
          </p:cNvSpPr>
          <p:nvPr>
            <p:ph idx="1"/>
          </p:nvPr>
        </p:nvSpPr>
        <p:spPr>
          <a:xfrm>
            <a:off x="838200" y="1706007"/>
            <a:ext cx="10515600" cy="2013377"/>
          </a:xfrm>
        </p:spPr>
        <p:txBody>
          <a:bodyPr/>
          <a:lstStyle/>
          <a:p>
            <a:r>
              <a:rPr lang="en-US" dirty="0"/>
              <a:t>So, what’s so different from our example?</a:t>
            </a:r>
          </a:p>
          <a:p>
            <a:r>
              <a:rPr lang="en-US" dirty="0"/>
              <a:t>The key differences are in the number of variables used (multiple vs. one in our case), the layers in between the input and the final output (hidden layers, which are missing in our example) and the output (multiple vs. one in our case).</a:t>
            </a:r>
          </a:p>
          <a:p>
            <a:r>
              <a:rPr lang="en-US" dirty="0"/>
              <a:t>If we convert our example visually, it will look like this:</a:t>
            </a:r>
          </a:p>
          <a:p>
            <a:endParaRPr lang="en-US" dirty="0"/>
          </a:p>
        </p:txBody>
      </p:sp>
      <p:pic>
        <p:nvPicPr>
          <p:cNvPr id="4" name="Picture 3" descr="Input Output">
            <a:extLst>
              <a:ext uri="{FF2B5EF4-FFF2-40B4-BE49-F238E27FC236}">
                <a16:creationId xmlns:a16="http://schemas.microsoft.com/office/drawing/2014/main" id="{79533CBB-5518-2063-9FF7-2BCC0A59528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3786719"/>
            <a:ext cx="5943600" cy="1212215"/>
          </a:xfrm>
          <a:prstGeom prst="rect">
            <a:avLst/>
          </a:prstGeom>
          <a:noFill/>
          <a:ln>
            <a:noFill/>
          </a:ln>
        </p:spPr>
      </p:pic>
      <p:sp>
        <p:nvSpPr>
          <p:cNvPr id="5" name="Content Placeholder 2">
            <a:extLst>
              <a:ext uri="{FF2B5EF4-FFF2-40B4-BE49-F238E27FC236}">
                <a16:creationId xmlns:a16="http://schemas.microsoft.com/office/drawing/2014/main" id="{48A306CA-E4D0-7435-489D-F83764F71584}"/>
              </a:ext>
            </a:extLst>
          </p:cNvPr>
          <p:cNvSpPr txBox="1">
            <a:spLocks/>
          </p:cNvSpPr>
          <p:nvPr/>
        </p:nvSpPr>
        <p:spPr>
          <a:xfrm>
            <a:off x="838200" y="4998934"/>
            <a:ext cx="10515600" cy="159133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 had a simple task/function in hand to learn. What if we had a complex function to learn with many input variables ranging from x1, x2, ……, </a:t>
            </a:r>
            <a:r>
              <a:rPr lang="en-US" dirty="0" err="1"/>
              <a:t>xn</a:t>
            </a:r>
            <a:r>
              <a:rPr lang="en-US" dirty="0"/>
              <a:t> (n variables)? </a:t>
            </a:r>
          </a:p>
          <a:p>
            <a:r>
              <a:rPr lang="en-US" dirty="0"/>
              <a:t>It may not be possible to learn everything directly. So, we may have layers between the input and output layers to make it easier for the neural net to learn the function.</a:t>
            </a:r>
          </a:p>
        </p:txBody>
      </p:sp>
    </p:spTree>
    <p:extLst>
      <p:ext uri="{BB962C8B-B14F-4D97-AF65-F5344CB8AC3E}">
        <p14:creationId xmlns:p14="http://schemas.microsoft.com/office/powerpoint/2010/main" val="57814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B2E0-A144-63CC-10DB-5914E6346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83D7A-E326-C64B-FE19-97FDA62F21A0}"/>
              </a:ext>
            </a:extLst>
          </p:cNvPr>
          <p:cNvSpPr>
            <a:spLocks noGrp="1"/>
          </p:cNvSpPr>
          <p:nvPr>
            <p:ph type="title"/>
          </p:nvPr>
        </p:nvSpPr>
        <p:spPr/>
        <p:txBody>
          <a:bodyPr/>
          <a:lstStyle/>
          <a:p>
            <a:r>
              <a:rPr lang="en-US" dirty="0"/>
              <a:t>The Derivates Method</a:t>
            </a:r>
          </a:p>
        </p:txBody>
      </p:sp>
      <p:sp>
        <p:nvSpPr>
          <p:cNvPr id="3" name="Content Placeholder 2">
            <a:extLst>
              <a:ext uri="{FF2B5EF4-FFF2-40B4-BE49-F238E27FC236}">
                <a16:creationId xmlns:a16="http://schemas.microsoft.com/office/drawing/2014/main" id="{411F906E-2077-670F-F1B7-61EC350DB990}"/>
              </a:ext>
            </a:extLst>
          </p:cNvPr>
          <p:cNvSpPr>
            <a:spLocks noGrp="1"/>
          </p:cNvSpPr>
          <p:nvPr>
            <p:ph idx="1"/>
          </p:nvPr>
        </p:nvSpPr>
        <p:spPr>
          <a:xfrm>
            <a:off x="838200" y="1706008"/>
            <a:ext cx="6118013" cy="2614506"/>
          </a:xfrm>
        </p:spPr>
        <p:txBody>
          <a:bodyPr>
            <a:normAutofit fontScale="70000" lnSpcReduction="20000"/>
          </a:bodyPr>
          <a:lstStyle/>
          <a:p>
            <a:r>
              <a:rPr lang="en-US" dirty="0"/>
              <a:t>In the diagram shown on the right, we have 4 inputs or nodes in the input layer, 2 nodes in the hidden layer, and 1 node in the output layer. </a:t>
            </a:r>
          </a:p>
          <a:p>
            <a:r>
              <a:rPr lang="en-US" dirty="0"/>
              <a:t>The lines indicate the connection each node has with the node in the layer following it. </a:t>
            </a:r>
          </a:p>
          <a:p>
            <a:r>
              <a:rPr lang="en-US" dirty="0"/>
              <a:t>The connections are through the weights involved, which are learned via forward and back propagation.</a:t>
            </a:r>
          </a:p>
          <a:p>
            <a:endParaRPr lang="en-US" dirty="0"/>
          </a:p>
          <a:p>
            <a:pPr marL="284163" indent="0">
              <a:buNone/>
            </a:pPr>
            <a:r>
              <a:rPr lang="en-US" dirty="0"/>
              <a:t>h1 = x1 * w1 + x2 * w1 + x3 * w1 + x4 * w1</a:t>
            </a:r>
          </a:p>
          <a:p>
            <a:pPr marL="284163" indent="0">
              <a:buNone/>
            </a:pPr>
            <a:r>
              <a:rPr lang="en-US" dirty="0"/>
              <a:t>h2 = x1 * w2 + x2 * w2 + x3 * w2 + x4 * w2</a:t>
            </a:r>
          </a:p>
          <a:p>
            <a:endParaRPr lang="en-US" dirty="0"/>
          </a:p>
        </p:txBody>
      </p:sp>
      <p:pic>
        <p:nvPicPr>
          <p:cNvPr id="4" name="Picture 3" descr="Neural Network Image">
            <a:extLst>
              <a:ext uri="{FF2B5EF4-FFF2-40B4-BE49-F238E27FC236}">
                <a16:creationId xmlns:a16="http://schemas.microsoft.com/office/drawing/2014/main" id="{9AD2FC0F-A8FA-F363-2FE4-3F6BF0781CE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6991" y="1653231"/>
            <a:ext cx="4486809" cy="2559782"/>
          </a:xfrm>
          <a:prstGeom prst="rect">
            <a:avLst/>
          </a:prstGeom>
          <a:noFill/>
          <a:ln>
            <a:noFill/>
          </a:ln>
        </p:spPr>
      </p:pic>
      <p:sp>
        <p:nvSpPr>
          <p:cNvPr id="5" name="Content Placeholder 2">
            <a:extLst>
              <a:ext uri="{FF2B5EF4-FFF2-40B4-BE49-F238E27FC236}">
                <a16:creationId xmlns:a16="http://schemas.microsoft.com/office/drawing/2014/main" id="{8ED08DD0-4EC9-89AA-713E-CB70BC6D9F2E}"/>
              </a:ext>
            </a:extLst>
          </p:cNvPr>
          <p:cNvSpPr txBox="1">
            <a:spLocks/>
          </p:cNvSpPr>
          <p:nvPr/>
        </p:nvSpPr>
        <p:spPr>
          <a:xfrm>
            <a:off x="838200" y="4265790"/>
            <a:ext cx="9858632" cy="164467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Here, “w” refers to weights connecting input layer to hidden layer. Likewise, we have a set of weights from hidden layer to output layer. The earlier case had just one of the input nodes and one output node with the connection. </a:t>
            </a:r>
          </a:p>
          <a:p>
            <a:r>
              <a:rPr lang="en-US" dirty="0"/>
              <a:t>In case we are tasked with classifying items such as digits from 0 to 9 (multi-class output), we will have 10 nodes (each digit represented by one node) in the output layer instead of one. Likewise, we can have multiple hidden layers too.</a:t>
            </a:r>
          </a:p>
          <a:p>
            <a:endParaRPr lang="en-US" dirty="0"/>
          </a:p>
        </p:txBody>
      </p:sp>
    </p:spTree>
    <p:extLst>
      <p:ext uri="{BB962C8B-B14F-4D97-AF65-F5344CB8AC3E}">
        <p14:creationId xmlns:p14="http://schemas.microsoft.com/office/powerpoint/2010/main" val="1144112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C1A12F-3611-9176-535E-A8D05022058E}"/>
              </a:ext>
            </a:extLst>
          </p:cNvPr>
          <p:cNvSpPr>
            <a:spLocks noGrp="1"/>
          </p:cNvSpPr>
          <p:nvPr>
            <p:ph type="title"/>
          </p:nvPr>
        </p:nvSpPr>
        <p:spPr/>
        <p:txBody>
          <a:bodyPr/>
          <a:lstStyle/>
          <a:p>
            <a:r>
              <a:rPr lang="en-US" dirty="0"/>
              <a:t>Code Examples</a:t>
            </a:r>
          </a:p>
        </p:txBody>
      </p:sp>
      <p:sp>
        <p:nvSpPr>
          <p:cNvPr id="5" name="Text Placeholder 4">
            <a:extLst>
              <a:ext uri="{FF2B5EF4-FFF2-40B4-BE49-F238E27FC236}">
                <a16:creationId xmlns:a16="http://schemas.microsoft.com/office/drawing/2014/main" id="{1B1D6DE2-8249-6955-D4F8-62C171B9F33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26466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FC16C-8860-B029-0EE9-E73174EF5713}"/>
              </a:ext>
            </a:extLst>
          </p:cNvPr>
          <p:cNvSpPr>
            <a:spLocks noGrp="1"/>
          </p:cNvSpPr>
          <p:nvPr>
            <p:ph type="title"/>
          </p:nvPr>
        </p:nvSpPr>
        <p:spPr/>
        <p:txBody>
          <a:bodyPr>
            <a:normAutofit/>
          </a:bodyPr>
          <a:lstStyle/>
          <a:p>
            <a:r>
              <a:rPr lang="en-US" dirty="0"/>
              <a:t>A Simple "Neuron" in Python</a:t>
            </a:r>
          </a:p>
        </p:txBody>
      </p:sp>
      <p:sp>
        <p:nvSpPr>
          <p:cNvPr id="3" name="Content Placeholder 2">
            <a:extLst>
              <a:ext uri="{FF2B5EF4-FFF2-40B4-BE49-F238E27FC236}">
                <a16:creationId xmlns:a16="http://schemas.microsoft.com/office/drawing/2014/main" id="{F2BED763-A0A8-5732-8758-7FD0E4F9D426}"/>
              </a:ext>
            </a:extLst>
          </p:cNvPr>
          <p:cNvSpPr>
            <a:spLocks noGrp="1"/>
          </p:cNvSpPr>
          <p:nvPr>
            <p:ph idx="1"/>
          </p:nvPr>
        </p:nvSpPr>
        <p:spPr>
          <a:xfrm>
            <a:off x="838200" y="1706008"/>
            <a:ext cx="5970373" cy="3897782"/>
          </a:xfrm>
        </p:spPr>
        <p:txBody>
          <a:bodyPr>
            <a:normAutofit fontScale="47500" lnSpcReduction="20000"/>
          </a:bodyPr>
          <a:lstStyle/>
          <a:p>
            <a:pPr>
              <a:lnSpc>
                <a:spcPts val="1425"/>
              </a:lnSpc>
              <a:buNone/>
            </a:pPr>
            <a:r>
              <a:rPr lang="en-US" b="1" dirty="0">
                <a:solidFill>
                  <a:srgbClr val="AF00DB"/>
                </a:solidFill>
                <a:effectLst/>
                <a:latin typeface="Courier New" panose="02070309020205020404" pitchFamily="49" charset="0"/>
              </a:rPr>
              <a:t>import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numpy</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as</a:t>
            </a:r>
            <a:r>
              <a:rPr lang="en-US" b="1" dirty="0">
                <a:solidFill>
                  <a:srgbClr val="000000"/>
                </a:solidFill>
                <a:effectLst/>
                <a:latin typeface="Courier New" panose="02070309020205020404" pitchFamily="49" charset="0"/>
              </a:rPr>
              <a:t> np</a:t>
            </a:r>
          </a:p>
          <a:p>
            <a:pPr>
              <a:lnSpc>
                <a:spcPts val="1425"/>
              </a:lnSpc>
              <a:buNone/>
            </a:pPr>
            <a:endParaRPr lang="en-US" b="1" dirty="0">
              <a:solidFill>
                <a:srgbClr val="000000"/>
              </a:solidFill>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Inputs (features)</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inputs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1.0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2.0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3.0</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Example input data</a:t>
            </a:r>
            <a:endParaRPr lang="en-US" b="1" dirty="0">
              <a:solidFill>
                <a:srgbClr val="000000"/>
              </a:solidFill>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Weights (coefficients)</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weights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0.5</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-0.2</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0.3</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Randomly chosen weights</a:t>
            </a:r>
            <a:endParaRPr lang="en-US" b="1" dirty="0">
              <a:solidFill>
                <a:srgbClr val="000000"/>
              </a:solidFill>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Bias (extra term)</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bias = </a:t>
            </a:r>
            <a:r>
              <a:rPr lang="en-US" b="1" dirty="0">
                <a:solidFill>
                  <a:srgbClr val="116644"/>
                </a:solidFill>
                <a:effectLst/>
                <a:latin typeface="Courier New" panose="02070309020205020404" pitchFamily="49" charset="0"/>
              </a:rPr>
              <a:t>0.7</a:t>
            </a:r>
            <a:r>
              <a:rPr lang="en-US" b="1" dirty="0">
                <a:solidFill>
                  <a:srgbClr val="000000"/>
                </a:solidFill>
                <a:effectLst/>
                <a:latin typeface="Courier New" panose="02070309020205020404" pitchFamily="49" charset="0"/>
              </a:rPr>
              <a:t>  </a:t>
            </a:r>
            <a:endParaRPr lang="en-US" b="1" dirty="0">
              <a:solidFill>
                <a:srgbClr val="000000"/>
              </a:solidFill>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Compute output (weighted sum + bias)</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output = np.dot(inputs, weights) + bias  </a:t>
            </a:r>
          </a:p>
          <a:p>
            <a:pPr>
              <a:lnSpc>
                <a:spcPts val="1425"/>
              </a:lnSpc>
              <a:buNone/>
            </a:pPr>
            <a:r>
              <a:rPr lang="en-US" b="1" dirty="0">
                <a:solidFill>
                  <a:srgbClr val="795E26"/>
                </a:solidFill>
                <a:effectLst/>
                <a:latin typeface="Courier New" panose="02070309020205020404" pitchFamily="49" charset="0"/>
              </a:rPr>
              <a:t>print</a:t>
            </a:r>
            <a:r>
              <a:rPr lang="en-US" b="1" dirty="0">
                <a:solidFill>
                  <a:srgbClr val="000000"/>
                </a:solidFill>
                <a:effectLst/>
                <a:latin typeface="Courier New" panose="02070309020205020404" pitchFamily="49" charset="0"/>
              </a:rPr>
              <a:t>(</a:t>
            </a:r>
            <a:r>
              <a:rPr lang="en-US" b="1" dirty="0">
                <a:solidFill>
                  <a:srgbClr val="A31515"/>
                </a:solidFill>
                <a:effectLst/>
                <a:latin typeface="Courier New" panose="02070309020205020404" pitchFamily="49" charset="0"/>
              </a:rPr>
              <a:t>"Output of the neuron:"</a:t>
            </a:r>
            <a:r>
              <a:rPr lang="en-US" b="1" dirty="0">
                <a:solidFill>
                  <a:srgbClr val="000000"/>
                </a:solidFill>
                <a:effectLst/>
                <a:latin typeface="Courier New" panose="02070309020205020404" pitchFamily="49" charset="0"/>
              </a:rPr>
              <a:t>, output)</a:t>
            </a:r>
          </a:p>
          <a:p>
            <a:pPr marL="0" indent="0">
              <a:lnSpc>
                <a:spcPts val="1425"/>
              </a:lnSpc>
              <a:buNone/>
            </a:pPr>
            <a:br>
              <a:rPr lang="en-US" b="1" dirty="0">
                <a:solidFill>
                  <a:srgbClr val="000000"/>
                </a:solidFill>
                <a:effectLst/>
                <a:latin typeface="Courier New" panose="02070309020205020404" pitchFamily="49" charset="0"/>
              </a:rPr>
            </a:br>
            <a:endParaRPr lang="en-US" b="1" dirty="0">
              <a:solidFill>
                <a:srgbClr val="000000"/>
              </a:solidFill>
              <a:effectLst/>
              <a:latin typeface="Courier New" panose="02070309020205020404" pitchFamily="49" charset="0"/>
            </a:endParaRPr>
          </a:p>
          <a:p>
            <a:endParaRPr lang="en-US" b="1" dirty="0"/>
          </a:p>
        </p:txBody>
      </p:sp>
      <p:sp>
        <p:nvSpPr>
          <p:cNvPr id="5" name="TextBox 4">
            <a:extLst>
              <a:ext uri="{FF2B5EF4-FFF2-40B4-BE49-F238E27FC236}">
                <a16:creationId xmlns:a16="http://schemas.microsoft.com/office/drawing/2014/main" id="{18F80362-1732-E569-BE73-51486D1CD695}"/>
              </a:ext>
            </a:extLst>
          </p:cNvPr>
          <p:cNvSpPr txBox="1"/>
          <p:nvPr/>
        </p:nvSpPr>
        <p:spPr>
          <a:xfrm>
            <a:off x="6808572" y="1813520"/>
            <a:ext cx="4782065" cy="923330"/>
          </a:xfrm>
          <a:prstGeom prst="rect">
            <a:avLst/>
          </a:prstGeom>
          <a:noFill/>
        </p:spPr>
        <p:txBody>
          <a:bodyPr wrap="square" rtlCol="0">
            <a:spAutoFit/>
          </a:bodyPr>
          <a:lstStyle/>
          <a:p>
            <a:r>
              <a:rPr lang="fr-FR" dirty="0" err="1"/>
              <a:t>Explanation</a:t>
            </a:r>
            <a:r>
              <a:rPr lang="fr-FR" dirty="0"/>
              <a:t>:</a:t>
            </a:r>
          </a:p>
          <a:p>
            <a:r>
              <a:rPr lang="fr-FR" dirty="0" err="1"/>
              <a:t>Computes</a:t>
            </a:r>
            <a:r>
              <a:rPr lang="fr-FR" dirty="0"/>
              <a:t> 1.0*0.5 + 2.0*(-0.2) + 3.0*0.3 + 0.7</a:t>
            </a:r>
          </a:p>
          <a:p>
            <a:r>
              <a:rPr lang="fr-FR" dirty="0"/>
              <a:t>Uses dot </a:t>
            </a:r>
            <a:r>
              <a:rPr lang="fr-FR" dirty="0" err="1"/>
              <a:t>product</a:t>
            </a:r>
            <a:r>
              <a:rPr lang="fr-FR" dirty="0"/>
              <a:t> (matrix multiplication).</a:t>
            </a:r>
            <a:endParaRPr lang="en-US" dirty="0"/>
          </a:p>
        </p:txBody>
      </p:sp>
      <p:pic>
        <p:nvPicPr>
          <p:cNvPr id="8" name="Picture 7">
            <a:extLst>
              <a:ext uri="{FF2B5EF4-FFF2-40B4-BE49-F238E27FC236}">
                <a16:creationId xmlns:a16="http://schemas.microsoft.com/office/drawing/2014/main" id="{AB7816A1-1E19-6FFB-9D01-9972659A1DFA}"/>
              </a:ext>
            </a:extLst>
          </p:cNvPr>
          <p:cNvPicPr>
            <a:picLocks noChangeAspect="1"/>
          </p:cNvPicPr>
          <p:nvPr/>
        </p:nvPicPr>
        <p:blipFill>
          <a:blip r:embed="rId2"/>
          <a:stretch>
            <a:fillRect/>
          </a:stretch>
        </p:blipFill>
        <p:spPr>
          <a:xfrm>
            <a:off x="6808573" y="3004639"/>
            <a:ext cx="4545227" cy="1305044"/>
          </a:xfrm>
          <a:prstGeom prst="rect">
            <a:avLst/>
          </a:prstGeom>
        </p:spPr>
      </p:pic>
    </p:spTree>
    <p:extLst>
      <p:ext uri="{BB962C8B-B14F-4D97-AF65-F5344CB8AC3E}">
        <p14:creationId xmlns:p14="http://schemas.microsoft.com/office/powerpoint/2010/main" val="2594727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3470-DC97-863D-BCCE-80B082F22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05948-F64F-5764-8258-F72ACF557022}"/>
              </a:ext>
            </a:extLst>
          </p:cNvPr>
          <p:cNvSpPr>
            <a:spLocks noGrp="1"/>
          </p:cNvSpPr>
          <p:nvPr>
            <p:ph type="title"/>
          </p:nvPr>
        </p:nvSpPr>
        <p:spPr/>
        <p:txBody>
          <a:bodyPr>
            <a:normAutofit/>
          </a:bodyPr>
          <a:lstStyle/>
          <a:p>
            <a:r>
              <a:rPr lang="en-US" dirty="0"/>
              <a:t>The Perceptron – Sample as Previous only with a Step Function</a:t>
            </a:r>
          </a:p>
        </p:txBody>
      </p:sp>
      <p:sp>
        <p:nvSpPr>
          <p:cNvPr id="3" name="Content Placeholder 2">
            <a:extLst>
              <a:ext uri="{FF2B5EF4-FFF2-40B4-BE49-F238E27FC236}">
                <a16:creationId xmlns:a16="http://schemas.microsoft.com/office/drawing/2014/main" id="{9B51F95D-5599-9D1A-17E3-049E587B0402}"/>
              </a:ext>
            </a:extLst>
          </p:cNvPr>
          <p:cNvSpPr>
            <a:spLocks noGrp="1"/>
          </p:cNvSpPr>
          <p:nvPr>
            <p:ph idx="1"/>
          </p:nvPr>
        </p:nvSpPr>
        <p:spPr>
          <a:xfrm>
            <a:off x="838200" y="1706008"/>
            <a:ext cx="5970373" cy="3897782"/>
          </a:xfrm>
        </p:spPr>
        <p:txBody>
          <a:bodyPr>
            <a:normAutofit fontScale="62500" lnSpcReduction="20000"/>
          </a:bodyPr>
          <a:lstStyle/>
          <a:p>
            <a:pPr>
              <a:lnSpc>
                <a:spcPts val="1425"/>
              </a:lnSpc>
              <a:buNone/>
            </a:pPr>
            <a:r>
              <a:rPr lang="en-US" b="1" dirty="0">
                <a:solidFill>
                  <a:srgbClr val="AF00DB"/>
                </a:solidFill>
                <a:effectLst/>
                <a:latin typeface="Courier New" panose="02070309020205020404" pitchFamily="49" charset="0"/>
              </a:rPr>
              <a:t>import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numpy</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as</a:t>
            </a:r>
            <a:r>
              <a:rPr lang="en-US" b="1" dirty="0">
                <a:solidFill>
                  <a:srgbClr val="000000"/>
                </a:solidFill>
                <a:effectLst/>
                <a:latin typeface="Courier New" panose="02070309020205020404" pitchFamily="49" charset="0"/>
              </a:rPr>
              <a:t> np</a:t>
            </a:r>
          </a:p>
          <a:p>
            <a:pPr>
              <a:lnSpc>
                <a:spcPts val="1425"/>
              </a:lnSpc>
              <a:buNone/>
            </a:pPr>
            <a:r>
              <a:rPr lang="en-US" b="1" dirty="0">
                <a:solidFill>
                  <a:srgbClr val="008000"/>
                </a:solidFill>
                <a:effectLst/>
                <a:latin typeface="Courier New" panose="02070309020205020404" pitchFamily="49" charset="0"/>
              </a:rPr>
              <a:t># Step activation function (Binary output: 0 or 1)</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FF"/>
                </a:solidFill>
                <a:effectLst/>
                <a:latin typeface="Courier New" panose="02070309020205020404" pitchFamily="49" charset="0"/>
              </a:rPr>
              <a:t>def</a:t>
            </a:r>
            <a:r>
              <a:rPr lang="en-US" b="1" dirty="0">
                <a:solidFill>
                  <a:srgbClr val="000000"/>
                </a:solidFill>
                <a:effectLst/>
                <a:latin typeface="Courier New" panose="02070309020205020404" pitchFamily="49" charset="0"/>
              </a:rPr>
              <a:t> </a:t>
            </a:r>
            <a:r>
              <a:rPr lang="en-US" b="1" dirty="0" err="1">
                <a:solidFill>
                  <a:srgbClr val="795E26"/>
                </a:solidFill>
                <a:effectLst/>
                <a:latin typeface="Courier New" panose="02070309020205020404" pitchFamily="49" charset="0"/>
              </a:rPr>
              <a:t>step_function</a:t>
            </a:r>
            <a:r>
              <a:rPr lang="en-US" b="1" dirty="0">
                <a:solidFill>
                  <a:srgbClr val="000000"/>
                </a:solidFill>
                <a:effectLst/>
                <a:latin typeface="Courier New" panose="02070309020205020404" pitchFamily="49" charset="0"/>
              </a:rPr>
              <a:t>(</a:t>
            </a:r>
            <a:r>
              <a:rPr lang="en-US" b="1" dirty="0">
                <a:solidFill>
                  <a:srgbClr val="001080"/>
                </a:solidFill>
                <a:effectLst/>
                <a:latin typeface="Courier New" panose="02070309020205020404" pitchFamily="49" charset="0"/>
              </a:rPr>
              <a:t>x</a:t>
            </a:r>
            <a:r>
              <a:rPr lang="en-US" b="1" dirty="0">
                <a:solidFill>
                  <a:srgbClr val="000000"/>
                </a:solidFill>
                <a:effectLst/>
                <a:latin typeface="Courier New" panose="02070309020205020404" pitchFamily="49" charset="0"/>
              </a:rPr>
              <a:t>):</a:t>
            </a:r>
          </a:p>
          <a:p>
            <a:pPr>
              <a:lnSpc>
                <a:spcPts val="1425"/>
              </a:lnSpc>
              <a:buNone/>
            </a:pP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return</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if</a:t>
            </a:r>
            <a:r>
              <a:rPr lang="en-US" b="1" dirty="0">
                <a:solidFill>
                  <a:srgbClr val="000000"/>
                </a:solidFill>
                <a:effectLst/>
                <a:latin typeface="Courier New" panose="02070309020205020404" pitchFamily="49" charset="0"/>
              </a:rPr>
              <a:t> x &gt; </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else</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Inputs and weights</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inputs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1.0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2.0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3.0</a:t>
            </a:r>
            <a:r>
              <a:rPr lang="en-US" b="1" dirty="0">
                <a:solidFill>
                  <a:srgbClr val="000000"/>
                </a:solidFill>
                <a:effectLst/>
                <a:latin typeface="Courier New" panose="02070309020205020404" pitchFamily="49" charset="0"/>
              </a:rPr>
              <a:t>])</a:t>
            </a:r>
          </a:p>
          <a:p>
            <a:pPr>
              <a:lnSpc>
                <a:spcPts val="1425"/>
              </a:lnSpc>
              <a:buNone/>
            </a:pPr>
            <a:r>
              <a:rPr lang="en-US" b="1" dirty="0">
                <a:solidFill>
                  <a:srgbClr val="000000"/>
                </a:solidFill>
                <a:effectLst/>
                <a:latin typeface="Courier New" panose="02070309020205020404" pitchFamily="49" charset="0"/>
              </a:rPr>
              <a:t>weights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0.5</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-0.2</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0.3</a:t>
            </a:r>
            <a:r>
              <a:rPr lang="en-US" b="1" dirty="0">
                <a:solidFill>
                  <a:srgbClr val="000000"/>
                </a:solidFill>
                <a:effectLst/>
                <a:latin typeface="Courier New" panose="02070309020205020404" pitchFamily="49" charset="0"/>
              </a:rPr>
              <a:t>])</a:t>
            </a:r>
          </a:p>
          <a:p>
            <a:pPr>
              <a:lnSpc>
                <a:spcPts val="1425"/>
              </a:lnSpc>
              <a:buNone/>
            </a:pPr>
            <a:r>
              <a:rPr lang="en-US" b="1" dirty="0">
                <a:solidFill>
                  <a:srgbClr val="000000"/>
                </a:solidFill>
                <a:effectLst/>
                <a:latin typeface="Courier New" panose="02070309020205020404" pitchFamily="49" charset="0"/>
              </a:rPr>
              <a:t>bias = </a:t>
            </a:r>
            <a:r>
              <a:rPr lang="en-US" b="1" dirty="0">
                <a:solidFill>
                  <a:srgbClr val="116644"/>
                </a:solidFill>
                <a:effectLst/>
                <a:latin typeface="Courier New" panose="02070309020205020404" pitchFamily="49" charset="0"/>
              </a:rPr>
              <a:t>0.7</a:t>
            </a:r>
            <a:endParaRPr lang="en-US" b="1" dirty="0">
              <a:solidFill>
                <a:srgbClr val="000000"/>
              </a:solidFill>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Compute output</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output = np.dot(inputs, weights) + bias</a:t>
            </a:r>
          </a:p>
          <a:p>
            <a:pPr>
              <a:lnSpc>
                <a:spcPts val="1425"/>
              </a:lnSpc>
              <a:buNone/>
            </a:pPr>
            <a:r>
              <a:rPr lang="en-US" b="1" dirty="0" err="1">
                <a:solidFill>
                  <a:srgbClr val="000000"/>
                </a:solidFill>
                <a:effectLst/>
                <a:latin typeface="Courier New" panose="02070309020205020404" pitchFamily="49" charset="0"/>
              </a:rPr>
              <a:t>perceptron_output</a:t>
            </a:r>
            <a:r>
              <a:rPr lang="en-US" b="1" dirty="0">
                <a:solidFill>
                  <a:srgbClr val="000000"/>
                </a:solidFill>
                <a:effectLst/>
                <a:latin typeface="Courier New" panose="02070309020205020404" pitchFamily="49" charset="0"/>
              </a:rPr>
              <a:t> = </a:t>
            </a:r>
            <a:r>
              <a:rPr lang="en-US" b="1" dirty="0" err="1">
                <a:solidFill>
                  <a:srgbClr val="000000"/>
                </a:solidFill>
                <a:effectLst/>
                <a:latin typeface="Courier New" panose="02070309020205020404" pitchFamily="49" charset="0"/>
              </a:rPr>
              <a:t>step_function</a:t>
            </a:r>
            <a:r>
              <a:rPr lang="en-US" b="1" dirty="0">
                <a:solidFill>
                  <a:srgbClr val="000000"/>
                </a:solidFill>
                <a:effectLst/>
                <a:latin typeface="Courier New" panose="02070309020205020404" pitchFamily="49" charset="0"/>
              </a:rPr>
              <a:t>(output)</a:t>
            </a:r>
          </a:p>
          <a:p>
            <a:pPr>
              <a:lnSpc>
                <a:spcPts val="1425"/>
              </a:lnSpc>
              <a:buNone/>
            </a:pPr>
            <a:r>
              <a:rPr lang="en-US" b="1" dirty="0">
                <a:solidFill>
                  <a:srgbClr val="795E26"/>
                </a:solidFill>
                <a:effectLst/>
                <a:latin typeface="Courier New" panose="02070309020205020404" pitchFamily="49" charset="0"/>
              </a:rPr>
              <a:t>print</a:t>
            </a:r>
            <a:r>
              <a:rPr lang="en-US" b="1" dirty="0">
                <a:solidFill>
                  <a:srgbClr val="000000"/>
                </a:solidFill>
                <a:effectLst/>
                <a:latin typeface="Courier New" panose="02070309020205020404" pitchFamily="49" charset="0"/>
              </a:rPr>
              <a:t>(</a:t>
            </a:r>
            <a:r>
              <a:rPr lang="en-US" b="1" dirty="0">
                <a:solidFill>
                  <a:srgbClr val="A31515"/>
                </a:solidFill>
                <a:effectLst/>
                <a:latin typeface="Courier New" panose="02070309020205020404" pitchFamily="49" charset="0"/>
              </a:rPr>
              <a:t>"Perceptron output:"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perceptron_output</a:t>
            </a:r>
            <a:r>
              <a:rPr lang="en-US" b="1" dirty="0">
                <a:solidFill>
                  <a:srgbClr val="000000"/>
                </a:solidFill>
                <a:effectLst/>
                <a:latin typeface="Courier New" panose="02070309020205020404" pitchFamily="49" charset="0"/>
              </a:rPr>
              <a:t>)</a:t>
            </a:r>
            <a:br>
              <a:rPr lang="en-US" b="1" dirty="0">
                <a:solidFill>
                  <a:srgbClr val="000000"/>
                </a:solidFill>
                <a:effectLst/>
                <a:latin typeface="Courier New" panose="02070309020205020404" pitchFamily="49" charset="0"/>
              </a:rPr>
            </a:br>
            <a:endParaRPr lang="en-US" b="1" dirty="0">
              <a:solidFill>
                <a:srgbClr val="000000"/>
              </a:solidFill>
              <a:effectLst/>
              <a:latin typeface="Courier New" panose="02070309020205020404" pitchFamily="49" charset="0"/>
            </a:endParaRPr>
          </a:p>
        </p:txBody>
      </p:sp>
      <p:sp>
        <p:nvSpPr>
          <p:cNvPr id="5" name="TextBox 4">
            <a:extLst>
              <a:ext uri="{FF2B5EF4-FFF2-40B4-BE49-F238E27FC236}">
                <a16:creationId xmlns:a16="http://schemas.microsoft.com/office/drawing/2014/main" id="{0E875229-EE15-C44C-F1A7-4DB41F5AF424}"/>
              </a:ext>
            </a:extLst>
          </p:cNvPr>
          <p:cNvSpPr txBox="1"/>
          <p:nvPr/>
        </p:nvSpPr>
        <p:spPr>
          <a:xfrm>
            <a:off x="6808572" y="1788120"/>
            <a:ext cx="4782065"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 perceptron typically includes a step activation function (e.g., y = 1 if output &gt; 0 else 0).</a:t>
            </a:r>
          </a:p>
          <a:p>
            <a:pPr marL="285750" indent="-285750">
              <a:buFont typeface="Arial" panose="020B0604020202020204" pitchFamily="34" charset="0"/>
              <a:buChar char="•"/>
            </a:pPr>
            <a:r>
              <a:rPr lang="en-US" dirty="0"/>
              <a:t>Without activation, it’s just a linear function (weighted sum).</a:t>
            </a:r>
          </a:p>
          <a:p>
            <a:pPr marL="285750" indent="-285750">
              <a:buFont typeface="Arial" panose="020B0604020202020204" pitchFamily="34" charset="0"/>
              <a:buChar char="•"/>
            </a:pPr>
            <a:r>
              <a:rPr lang="en-US" dirty="0"/>
              <a:t>The </a:t>
            </a:r>
            <a:r>
              <a:rPr lang="en-US" dirty="0" err="1"/>
              <a:t>step_function</a:t>
            </a:r>
            <a:r>
              <a:rPr lang="en-US" dirty="0"/>
              <a:t> ensures binary classification (0 or 1).</a:t>
            </a:r>
          </a:p>
          <a:p>
            <a:pPr marL="285750" indent="-285750">
              <a:buFont typeface="Arial" panose="020B0604020202020204" pitchFamily="34" charset="0"/>
              <a:buChar char="•"/>
            </a:pPr>
            <a:r>
              <a:rPr lang="en-US" dirty="0"/>
              <a:t>If output is positive, perceptron fires (1); otherwise, it doesn’t (0).</a:t>
            </a:r>
          </a:p>
        </p:txBody>
      </p:sp>
    </p:spTree>
    <p:extLst>
      <p:ext uri="{BB962C8B-B14F-4D97-AF65-F5344CB8AC3E}">
        <p14:creationId xmlns:p14="http://schemas.microsoft.com/office/powerpoint/2010/main" val="2842851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C34C-1DA8-5805-DE0E-8510C367F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AE5B0-8B42-A9B6-913D-6BC3C8CE02B4}"/>
              </a:ext>
            </a:extLst>
          </p:cNvPr>
          <p:cNvSpPr>
            <a:spLocks noGrp="1"/>
          </p:cNvSpPr>
          <p:nvPr>
            <p:ph type="title"/>
          </p:nvPr>
        </p:nvSpPr>
        <p:spPr/>
        <p:txBody>
          <a:bodyPr>
            <a:normAutofit/>
          </a:bodyPr>
          <a:lstStyle/>
          <a:p>
            <a:r>
              <a:rPr lang="en-US" dirty="0"/>
              <a:t>A Simple Neural Network (No Libraries)</a:t>
            </a:r>
          </a:p>
        </p:txBody>
      </p:sp>
      <p:sp>
        <p:nvSpPr>
          <p:cNvPr id="3" name="Content Placeholder 2">
            <a:extLst>
              <a:ext uri="{FF2B5EF4-FFF2-40B4-BE49-F238E27FC236}">
                <a16:creationId xmlns:a16="http://schemas.microsoft.com/office/drawing/2014/main" id="{F5393F2B-7C45-0710-E1FA-4562BC905689}"/>
              </a:ext>
            </a:extLst>
          </p:cNvPr>
          <p:cNvSpPr>
            <a:spLocks noGrp="1"/>
          </p:cNvSpPr>
          <p:nvPr>
            <p:ph idx="1"/>
          </p:nvPr>
        </p:nvSpPr>
        <p:spPr>
          <a:xfrm>
            <a:off x="838200" y="1706007"/>
            <a:ext cx="6538784" cy="4991039"/>
          </a:xfrm>
        </p:spPr>
        <p:txBody>
          <a:bodyPr>
            <a:normAutofit fontScale="47500" lnSpcReduction="20000"/>
          </a:bodyPr>
          <a:lstStyle/>
          <a:p>
            <a:pPr>
              <a:lnSpc>
                <a:spcPts val="1425"/>
              </a:lnSpc>
              <a:buNone/>
            </a:pPr>
            <a:r>
              <a:rPr lang="en-US" b="1" dirty="0">
                <a:solidFill>
                  <a:srgbClr val="AF00DB"/>
                </a:solidFill>
                <a:effectLst/>
                <a:latin typeface="Courier New" panose="02070309020205020404" pitchFamily="49" charset="0"/>
              </a:rPr>
              <a:t>import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numpy</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as</a:t>
            </a:r>
            <a:r>
              <a:rPr lang="en-US" b="1" dirty="0">
                <a:solidFill>
                  <a:srgbClr val="000000"/>
                </a:solidFill>
                <a:effectLst/>
                <a:latin typeface="Courier New" panose="02070309020205020404" pitchFamily="49" charset="0"/>
              </a:rPr>
              <a:t> np</a:t>
            </a:r>
          </a:p>
          <a:p>
            <a:pPr>
              <a:lnSpc>
                <a:spcPts val="1425"/>
              </a:lnSpc>
              <a:buNone/>
            </a:pPr>
            <a:r>
              <a:rPr lang="en-US" b="1" dirty="0">
                <a:solidFill>
                  <a:srgbClr val="008000"/>
                </a:solidFill>
                <a:effectLst/>
                <a:latin typeface="Courier New" panose="02070309020205020404" pitchFamily="49" charset="0"/>
              </a:rPr>
              <a:t># Sigmoid activation function</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FF"/>
                </a:solidFill>
                <a:effectLst/>
                <a:latin typeface="Courier New" panose="02070309020205020404" pitchFamily="49" charset="0"/>
              </a:rPr>
              <a:t>def</a:t>
            </a:r>
            <a:r>
              <a:rPr lang="en-US" b="1" dirty="0">
                <a:solidFill>
                  <a:srgbClr val="000000"/>
                </a:solidFill>
                <a:effectLst/>
                <a:latin typeface="Courier New" panose="02070309020205020404" pitchFamily="49" charset="0"/>
              </a:rPr>
              <a:t> </a:t>
            </a:r>
            <a:r>
              <a:rPr lang="en-US" b="1" dirty="0">
                <a:solidFill>
                  <a:srgbClr val="795E26"/>
                </a:solidFill>
                <a:effectLst/>
                <a:latin typeface="Courier New" panose="02070309020205020404" pitchFamily="49" charset="0"/>
              </a:rPr>
              <a:t>sigmoid</a:t>
            </a:r>
            <a:r>
              <a:rPr lang="en-US" b="1" dirty="0">
                <a:solidFill>
                  <a:srgbClr val="000000"/>
                </a:solidFill>
                <a:effectLst/>
                <a:latin typeface="Courier New" panose="02070309020205020404" pitchFamily="49" charset="0"/>
              </a:rPr>
              <a:t>(</a:t>
            </a:r>
            <a:r>
              <a:rPr lang="en-US" b="1" dirty="0">
                <a:solidFill>
                  <a:srgbClr val="001080"/>
                </a:solidFill>
                <a:effectLst/>
                <a:latin typeface="Courier New" panose="02070309020205020404" pitchFamily="49" charset="0"/>
              </a:rPr>
              <a:t>x</a:t>
            </a:r>
            <a:r>
              <a:rPr lang="en-US" b="1" dirty="0">
                <a:solidFill>
                  <a:srgbClr val="000000"/>
                </a:solidFill>
                <a:effectLst/>
                <a:latin typeface="Courier New" panose="02070309020205020404" pitchFamily="49" charset="0"/>
              </a:rPr>
              <a:t>):</a:t>
            </a:r>
          </a:p>
          <a:p>
            <a:pPr>
              <a:lnSpc>
                <a:spcPts val="1425"/>
              </a:lnSpc>
              <a:buNone/>
            </a:pP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return</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 </a:t>
            </a:r>
            <a:r>
              <a:rPr lang="en-US" b="1" dirty="0" err="1">
                <a:solidFill>
                  <a:srgbClr val="000000"/>
                </a:solidFill>
                <a:effectLst/>
                <a:latin typeface="Courier New" panose="02070309020205020404" pitchFamily="49" charset="0"/>
              </a:rPr>
              <a:t>np.exp</a:t>
            </a:r>
            <a:r>
              <a:rPr lang="en-US" b="1" dirty="0">
                <a:solidFill>
                  <a:srgbClr val="000000"/>
                </a:solidFill>
                <a:effectLst/>
                <a:latin typeface="Courier New" panose="02070309020205020404" pitchFamily="49" charset="0"/>
              </a:rPr>
              <a:t>(-x))</a:t>
            </a:r>
          </a:p>
          <a:p>
            <a:pPr>
              <a:lnSpc>
                <a:spcPts val="1425"/>
              </a:lnSpc>
              <a:buNone/>
            </a:pPr>
            <a:r>
              <a:rPr lang="en-US" b="1" dirty="0">
                <a:solidFill>
                  <a:srgbClr val="008000"/>
                </a:solidFill>
                <a:effectLst/>
                <a:latin typeface="Courier New" panose="02070309020205020404" pitchFamily="49" charset="0"/>
              </a:rPr>
              <a:t># Inputs</a:t>
            </a:r>
            <a:endParaRPr lang="en-US" b="1" dirty="0">
              <a:solidFill>
                <a:srgbClr val="000000"/>
              </a:solidFill>
              <a:effectLst/>
              <a:latin typeface="Courier New" panose="02070309020205020404" pitchFamily="49" charset="0"/>
            </a:endParaRPr>
          </a:p>
          <a:p>
            <a:pPr>
              <a:lnSpc>
                <a:spcPts val="1425"/>
              </a:lnSpc>
              <a:buNone/>
            </a:pPr>
            <a:r>
              <a:rPr lang="en-US" b="1" dirty="0">
                <a:solidFill>
                  <a:srgbClr val="000000"/>
                </a:solidFill>
                <a:effectLst/>
                <a:latin typeface="Courier New" panose="02070309020205020404" pitchFamily="49" charset="0"/>
              </a:rPr>
              <a:t>inputs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0.5</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0.3</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Two inputs</a:t>
            </a:r>
            <a:endParaRPr lang="en-US" b="1" dirty="0">
              <a:solidFill>
                <a:srgbClr val="000000"/>
              </a:solidFill>
              <a:effectLst/>
              <a:latin typeface="Courier New" panose="02070309020205020404" pitchFamily="49" charset="0"/>
            </a:endParaRPr>
          </a:p>
          <a:p>
            <a:pPr>
              <a:lnSpc>
                <a:spcPts val="1425"/>
              </a:lnSpc>
              <a:buNone/>
            </a:pPr>
            <a:endParaRPr lang="en-US" b="1" dirty="0">
              <a:solidFill>
                <a:srgbClr val="008000"/>
              </a:solidFill>
              <a:effectLst/>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Weights for hidden layer (2 inputs → 2 neurons)</a:t>
            </a:r>
            <a:endParaRPr lang="en-US" b="1" dirty="0">
              <a:solidFill>
                <a:srgbClr val="000000"/>
              </a:solidFill>
              <a:effectLst/>
              <a:latin typeface="Courier New" panose="02070309020205020404" pitchFamily="49" charset="0"/>
            </a:endParaRPr>
          </a:p>
          <a:p>
            <a:pPr>
              <a:lnSpc>
                <a:spcPts val="1425"/>
              </a:lnSpc>
              <a:buNone/>
            </a:pPr>
            <a:r>
              <a:rPr lang="en-US" b="1" dirty="0" err="1">
                <a:solidFill>
                  <a:srgbClr val="000000"/>
                </a:solidFill>
                <a:effectLst/>
                <a:latin typeface="Courier New" panose="02070309020205020404" pitchFamily="49" charset="0"/>
              </a:rPr>
              <a:t>weights_hidden</a:t>
            </a:r>
            <a:r>
              <a:rPr lang="en-US" b="1" dirty="0">
                <a:solidFill>
                  <a:srgbClr val="000000"/>
                </a:solidFill>
                <a:effectLst/>
                <a:latin typeface="Courier New" panose="02070309020205020404" pitchFamily="49" charset="0"/>
              </a:rPr>
              <a:t>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0.4</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0.7</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-0.2</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0.5</a:t>
            </a:r>
            <a:r>
              <a:rPr lang="en-US" b="1" dirty="0">
                <a:solidFill>
                  <a:srgbClr val="000000"/>
                </a:solidFill>
                <a:effectLst/>
                <a:latin typeface="Courier New" panose="02070309020205020404" pitchFamily="49" charset="0"/>
              </a:rPr>
              <a:t>]])  </a:t>
            </a:r>
          </a:p>
          <a:p>
            <a:pPr>
              <a:lnSpc>
                <a:spcPts val="1425"/>
              </a:lnSpc>
              <a:buNone/>
            </a:pPr>
            <a:endParaRPr lang="en-US" b="1" dirty="0">
              <a:solidFill>
                <a:srgbClr val="008000"/>
              </a:solidFill>
              <a:effectLst/>
              <a:latin typeface="Courier New" panose="02070309020205020404" pitchFamily="49" charset="0"/>
            </a:endParaRPr>
          </a:p>
          <a:p>
            <a:pPr>
              <a:lnSpc>
                <a:spcPts val="1425"/>
              </a:lnSpc>
              <a:buNone/>
            </a:pPr>
            <a:r>
              <a:rPr lang="en-US" b="1" dirty="0">
                <a:solidFill>
                  <a:srgbClr val="008000"/>
                </a:solidFill>
                <a:effectLst/>
                <a:latin typeface="Courier New" panose="02070309020205020404" pitchFamily="49" charset="0"/>
              </a:rPr>
              <a:t># Bias for hidden layer</a:t>
            </a:r>
            <a:endParaRPr lang="en-US" b="1" dirty="0">
              <a:solidFill>
                <a:srgbClr val="000000"/>
              </a:solidFill>
              <a:effectLst/>
              <a:latin typeface="Courier New" panose="02070309020205020404" pitchFamily="49" charset="0"/>
            </a:endParaRPr>
          </a:p>
          <a:p>
            <a:pPr>
              <a:lnSpc>
                <a:spcPts val="1425"/>
              </a:lnSpc>
              <a:buNone/>
            </a:pPr>
            <a:r>
              <a:rPr lang="en-US" b="1" dirty="0" err="1">
                <a:solidFill>
                  <a:srgbClr val="000000"/>
                </a:solidFill>
                <a:effectLst/>
                <a:latin typeface="Courier New" panose="02070309020205020404" pitchFamily="49" charset="0"/>
              </a:rPr>
              <a:t>bias_hidden</a:t>
            </a:r>
            <a:r>
              <a:rPr lang="en-US" b="1" dirty="0">
                <a:solidFill>
                  <a:srgbClr val="000000"/>
                </a:solidFill>
                <a:effectLst/>
                <a:latin typeface="Courier New" panose="02070309020205020404" pitchFamily="49" charset="0"/>
              </a:rPr>
              <a:t>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0.1</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0.2</a:t>
            </a:r>
            <a:r>
              <a:rPr lang="en-US" b="1" dirty="0">
                <a:solidFill>
                  <a:srgbClr val="000000"/>
                </a:solidFill>
                <a:effectLst/>
                <a:latin typeface="Courier New" panose="02070309020205020404" pitchFamily="49" charset="0"/>
              </a:rPr>
              <a:t>])  </a:t>
            </a:r>
          </a:p>
          <a:p>
            <a:pPr>
              <a:lnSpc>
                <a:spcPts val="1425"/>
              </a:lnSpc>
              <a:buNone/>
            </a:pPr>
            <a:r>
              <a:rPr lang="en-US" b="1" dirty="0">
                <a:solidFill>
                  <a:srgbClr val="008000"/>
                </a:solidFill>
                <a:effectLst/>
                <a:latin typeface="Courier New" panose="02070309020205020404" pitchFamily="49" charset="0"/>
              </a:rPr>
              <a:t># Compute hidden layer output</a:t>
            </a:r>
            <a:endParaRPr lang="en-US" b="1" dirty="0">
              <a:solidFill>
                <a:srgbClr val="000000"/>
              </a:solidFill>
              <a:effectLst/>
              <a:latin typeface="Courier New" panose="02070309020205020404" pitchFamily="49" charset="0"/>
            </a:endParaRPr>
          </a:p>
          <a:p>
            <a:pPr>
              <a:lnSpc>
                <a:spcPts val="1425"/>
              </a:lnSpc>
              <a:buNone/>
            </a:pPr>
            <a:r>
              <a:rPr lang="en-US" b="1" dirty="0" err="1">
                <a:solidFill>
                  <a:srgbClr val="000000"/>
                </a:solidFill>
                <a:effectLst/>
                <a:latin typeface="Courier New" panose="02070309020205020404" pitchFamily="49" charset="0"/>
              </a:rPr>
              <a:t>hidden_layer_input</a:t>
            </a:r>
            <a:r>
              <a:rPr lang="en-US" b="1" dirty="0">
                <a:solidFill>
                  <a:srgbClr val="000000"/>
                </a:solidFill>
                <a:effectLst/>
                <a:latin typeface="Courier New" panose="02070309020205020404" pitchFamily="49" charset="0"/>
              </a:rPr>
              <a:t> = np.dot(inputs, </a:t>
            </a:r>
            <a:r>
              <a:rPr lang="en-US" b="1" dirty="0" err="1">
                <a:solidFill>
                  <a:srgbClr val="000000"/>
                </a:solidFill>
                <a:effectLst/>
                <a:latin typeface="Courier New" panose="02070309020205020404" pitchFamily="49" charset="0"/>
              </a:rPr>
              <a:t>weights_hidden</a:t>
            </a:r>
            <a:r>
              <a:rPr lang="en-US" b="1" dirty="0">
                <a:solidFill>
                  <a:srgbClr val="000000"/>
                </a:solidFill>
                <a:effectLst/>
                <a:latin typeface="Courier New" panose="02070309020205020404" pitchFamily="49" charset="0"/>
              </a:rPr>
              <a:t>) + </a:t>
            </a:r>
            <a:r>
              <a:rPr lang="en-US" b="1" dirty="0" err="1">
                <a:solidFill>
                  <a:srgbClr val="000000"/>
                </a:solidFill>
                <a:effectLst/>
                <a:latin typeface="Courier New" panose="02070309020205020404" pitchFamily="49" charset="0"/>
              </a:rPr>
              <a:t>bias_hidden</a:t>
            </a:r>
            <a:endParaRPr lang="en-US" b="1" dirty="0">
              <a:solidFill>
                <a:srgbClr val="000000"/>
              </a:solidFill>
              <a:effectLst/>
              <a:latin typeface="Courier New" panose="02070309020205020404" pitchFamily="49" charset="0"/>
            </a:endParaRPr>
          </a:p>
          <a:p>
            <a:pPr>
              <a:lnSpc>
                <a:spcPts val="1425"/>
              </a:lnSpc>
              <a:buNone/>
            </a:pPr>
            <a:r>
              <a:rPr lang="en-US" b="1" dirty="0" err="1">
                <a:solidFill>
                  <a:srgbClr val="000000"/>
                </a:solidFill>
                <a:effectLst/>
                <a:latin typeface="Courier New" panose="02070309020205020404" pitchFamily="49" charset="0"/>
              </a:rPr>
              <a:t>hidden_layer_output</a:t>
            </a:r>
            <a:r>
              <a:rPr lang="en-US" b="1" dirty="0">
                <a:solidFill>
                  <a:srgbClr val="000000"/>
                </a:solidFill>
                <a:effectLst/>
                <a:latin typeface="Courier New" panose="02070309020205020404" pitchFamily="49" charset="0"/>
              </a:rPr>
              <a:t> = sigmoid(</a:t>
            </a:r>
            <a:r>
              <a:rPr lang="en-US" b="1" dirty="0" err="1">
                <a:solidFill>
                  <a:srgbClr val="000000"/>
                </a:solidFill>
                <a:effectLst/>
                <a:latin typeface="Courier New" panose="02070309020205020404" pitchFamily="49" charset="0"/>
              </a:rPr>
              <a:t>hidden_layer_input</a:t>
            </a:r>
            <a:r>
              <a:rPr lang="en-US" b="1" dirty="0">
                <a:solidFill>
                  <a:srgbClr val="000000"/>
                </a:solidFill>
                <a:effectLst/>
                <a:latin typeface="Courier New" panose="02070309020205020404" pitchFamily="49" charset="0"/>
              </a:rPr>
              <a:t>)</a:t>
            </a:r>
          </a:p>
          <a:p>
            <a:pPr marL="0" indent="0">
              <a:lnSpc>
                <a:spcPts val="1425"/>
              </a:lnSpc>
              <a:buNone/>
            </a:pPr>
            <a:r>
              <a:rPr lang="en-US" b="1" dirty="0">
                <a:solidFill>
                  <a:srgbClr val="795E26"/>
                </a:solidFill>
                <a:effectLst/>
                <a:latin typeface="Courier New" panose="02070309020205020404" pitchFamily="49" charset="0"/>
              </a:rPr>
              <a:t>print</a:t>
            </a:r>
            <a:r>
              <a:rPr lang="en-US" b="1" dirty="0">
                <a:solidFill>
                  <a:srgbClr val="000000"/>
                </a:solidFill>
                <a:effectLst/>
                <a:latin typeface="Courier New" panose="02070309020205020404" pitchFamily="49" charset="0"/>
              </a:rPr>
              <a:t>(</a:t>
            </a:r>
            <a:r>
              <a:rPr lang="en-US" b="1" dirty="0">
                <a:solidFill>
                  <a:srgbClr val="A31515"/>
                </a:solidFill>
                <a:effectLst/>
                <a:latin typeface="Courier New" panose="02070309020205020404" pitchFamily="49" charset="0"/>
              </a:rPr>
              <a:t>"Hidden layer output:"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hidden_layer_output</a:t>
            </a:r>
            <a:r>
              <a:rPr lang="en-US" b="1" dirty="0">
                <a:solidFill>
                  <a:srgbClr val="000000"/>
                </a:solidFill>
                <a:effectLst/>
                <a:latin typeface="Courier New" panose="02070309020205020404" pitchFamily="49" charset="0"/>
              </a:rPr>
              <a:t>)</a:t>
            </a:r>
          </a:p>
          <a:p>
            <a:endParaRPr lang="en-US" b="1" dirty="0"/>
          </a:p>
        </p:txBody>
      </p:sp>
      <p:sp>
        <p:nvSpPr>
          <p:cNvPr id="4" name="TextBox 3">
            <a:extLst>
              <a:ext uri="{FF2B5EF4-FFF2-40B4-BE49-F238E27FC236}">
                <a16:creationId xmlns:a16="http://schemas.microsoft.com/office/drawing/2014/main" id="{48DA7D80-E0D4-EBF4-547D-9B64B160E756}"/>
              </a:ext>
            </a:extLst>
          </p:cNvPr>
          <p:cNvSpPr txBox="1"/>
          <p:nvPr/>
        </p:nvSpPr>
        <p:spPr>
          <a:xfrm>
            <a:off x="7263713" y="1706007"/>
            <a:ext cx="4221892" cy="1200329"/>
          </a:xfrm>
          <a:prstGeom prst="rect">
            <a:avLst/>
          </a:prstGeom>
          <a:noFill/>
        </p:spPr>
        <p:txBody>
          <a:bodyPr wrap="square" rtlCol="0">
            <a:spAutoFit/>
          </a:bodyPr>
          <a:lstStyle/>
          <a:p>
            <a:r>
              <a:rPr lang="en-US" dirty="0"/>
              <a:t>Explanation:</a:t>
            </a:r>
          </a:p>
          <a:p>
            <a:pPr marL="285750" indent="-285750">
              <a:buFont typeface="Arial" panose="020B0604020202020204" pitchFamily="34" charset="0"/>
              <a:buChar char="•"/>
            </a:pPr>
            <a:r>
              <a:rPr lang="en-US" dirty="0"/>
              <a:t>Uses sigmoid activation to keep values between 0 and 1.</a:t>
            </a:r>
          </a:p>
          <a:p>
            <a:pPr marL="285750" indent="-285750">
              <a:buFont typeface="Arial" panose="020B0604020202020204" pitchFamily="34" charset="0"/>
              <a:buChar char="•"/>
            </a:pPr>
            <a:r>
              <a:rPr lang="en-US" dirty="0"/>
              <a:t>Basic feedforward step for two neuron</a:t>
            </a:r>
          </a:p>
        </p:txBody>
      </p:sp>
    </p:spTree>
    <p:extLst>
      <p:ext uri="{BB962C8B-B14F-4D97-AF65-F5344CB8AC3E}">
        <p14:creationId xmlns:p14="http://schemas.microsoft.com/office/powerpoint/2010/main" val="395748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A0FFA-C2E5-69EA-43A4-1152F7626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9CBF4-EB4D-4CA8-B5D3-C93329CF2647}"/>
              </a:ext>
            </a:extLst>
          </p:cNvPr>
          <p:cNvSpPr>
            <a:spLocks noGrp="1"/>
          </p:cNvSpPr>
          <p:nvPr>
            <p:ph type="title"/>
          </p:nvPr>
        </p:nvSpPr>
        <p:spPr/>
        <p:txBody>
          <a:bodyPr>
            <a:normAutofit/>
          </a:bodyPr>
          <a:lstStyle/>
          <a:p>
            <a:r>
              <a:rPr lang="en-US" dirty="0"/>
              <a:t>Building a Neural Network using TensorFlow/</a:t>
            </a:r>
            <a:r>
              <a:rPr lang="en-US" dirty="0" err="1"/>
              <a:t>Keras</a:t>
            </a:r>
            <a:endParaRPr lang="en-US" dirty="0"/>
          </a:p>
        </p:txBody>
      </p:sp>
      <p:sp>
        <p:nvSpPr>
          <p:cNvPr id="3" name="Content Placeholder 2">
            <a:extLst>
              <a:ext uri="{FF2B5EF4-FFF2-40B4-BE49-F238E27FC236}">
                <a16:creationId xmlns:a16="http://schemas.microsoft.com/office/drawing/2014/main" id="{3BA454D4-9812-1209-CD60-8EB223E38EEF}"/>
              </a:ext>
            </a:extLst>
          </p:cNvPr>
          <p:cNvSpPr>
            <a:spLocks noGrp="1"/>
          </p:cNvSpPr>
          <p:nvPr>
            <p:ph idx="1"/>
          </p:nvPr>
        </p:nvSpPr>
        <p:spPr>
          <a:xfrm>
            <a:off x="838201" y="1706007"/>
            <a:ext cx="6149546" cy="4991039"/>
          </a:xfrm>
        </p:spPr>
        <p:txBody>
          <a:bodyPr>
            <a:normAutofit fontScale="40000" lnSpcReduction="20000"/>
          </a:bodyPr>
          <a:lstStyle/>
          <a:p>
            <a:pPr>
              <a:lnSpc>
                <a:spcPct val="120000"/>
              </a:lnSpc>
              <a:spcBef>
                <a:spcPts val="600"/>
              </a:spcBef>
              <a:buNone/>
            </a:pPr>
            <a:r>
              <a:rPr lang="en-US" b="1" dirty="0">
                <a:solidFill>
                  <a:srgbClr val="AF00DB"/>
                </a:solidFill>
                <a:effectLst/>
                <a:latin typeface="Courier New" panose="02070309020205020404" pitchFamily="49" charset="0"/>
              </a:rPr>
              <a:t>import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tensorflow</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as</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tf</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AF00DB"/>
                </a:solidFill>
                <a:effectLst/>
                <a:latin typeface="Courier New" panose="02070309020205020404" pitchFamily="49" charset="0"/>
              </a:rPr>
              <a:t>from</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tensorflow</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import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keras</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AF00DB"/>
                </a:solidFill>
                <a:effectLst/>
                <a:latin typeface="Courier New" panose="02070309020205020404" pitchFamily="49" charset="0"/>
              </a:rPr>
              <a:t>import</a:t>
            </a: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numpy</a:t>
            </a:r>
            <a:r>
              <a:rPr lang="en-US" b="1" dirty="0">
                <a:solidFill>
                  <a:srgbClr val="000000"/>
                </a:solidFill>
                <a:effectLst/>
                <a:latin typeface="Courier New" panose="02070309020205020404" pitchFamily="49" charset="0"/>
              </a:rPr>
              <a:t> </a:t>
            </a:r>
            <a:r>
              <a:rPr lang="en-US" b="1" dirty="0">
                <a:solidFill>
                  <a:srgbClr val="AF00DB"/>
                </a:solidFill>
                <a:effectLst/>
                <a:latin typeface="Courier New" panose="02070309020205020404" pitchFamily="49" charset="0"/>
              </a:rPr>
              <a:t>as</a:t>
            </a:r>
            <a:r>
              <a:rPr lang="en-US" b="1" dirty="0">
                <a:solidFill>
                  <a:srgbClr val="000000"/>
                </a:solidFill>
                <a:effectLst/>
                <a:latin typeface="Courier New" panose="02070309020205020404" pitchFamily="49" charset="0"/>
              </a:rPr>
              <a:t> np</a:t>
            </a:r>
          </a:p>
          <a:p>
            <a:pPr>
              <a:lnSpc>
                <a:spcPct val="120000"/>
              </a:lnSpc>
              <a:spcBef>
                <a:spcPts val="600"/>
              </a:spcBef>
              <a:buNone/>
            </a:pPr>
            <a:r>
              <a:rPr lang="en-US" b="1" dirty="0">
                <a:solidFill>
                  <a:srgbClr val="008000"/>
                </a:solidFill>
                <a:effectLst/>
                <a:latin typeface="Courier New" panose="02070309020205020404" pitchFamily="49" charset="0"/>
              </a:rPr>
              <a:t># Generate dummy data (X: features, y: labels)</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0000"/>
                </a:solidFill>
                <a:effectLst/>
                <a:latin typeface="Courier New" panose="02070309020205020404" pitchFamily="49" charset="0"/>
              </a:rPr>
              <a:t>X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Inputs (XOR gate)</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0000"/>
                </a:solidFill>
                <a:effectLst/>
                <a:latin typeface="Courier New" panose="02070309020205020404" pitchFamily="49" charset="0"/>
              </a:rPr>
              <a:t>y = </a:t>
            </a:r>
            <a:r>
              <a:rPr lang="en-US" b="1" dirty="0" err="1">
                <a:solidFill>
                  <a:srgbClr val="000000"/>
                </a:solidFill>
                <a:effectLst/>
                <a:latin typeface="Courier New" panose="02070309020205020404" pitchFamily="49" charset="0"/>
              </a:rPr>
              <a:t>np.array</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Expected output (XOR results)</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8000"/>
                </a:solidFill>
                <a:effectLst/>
                <a:latin typeface="Courier New" panose="02070309020205020404" pitchFamily="49" charset="0"/>
              </a:rPr>
              <a:t># Create a simple neural network</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0000"/>
                </a:solidFill>
                <a:effectLst/>
                <a:latin typeface="Courier New" panose="02070309020205020404" pitchFamily="49" charset="0"/>
              </a:rPr>
              <a:t>model = </a:t>
            </a:r>
            <a:r>
              <a:rPr lang="en-US" b="1" dirty="0" err="1">
                <a:solidFill>
                  <a:srgbClr val="000000"/>
                </a:solidFill>
                <a:effectLst/>
                <a:latin typeface="Courier New" panose="02070309020205020404" pitchFamily="49" charset="0"/>
              </a:rPr>
              <a:t>keras.Sequential</a:t>
            </a:r>
            <a:r>
              <a:rPr lang="en-US" b="1" dirty="0">
                <a:solidFill>
                  <a:srgbClr val="000000"/>
                </a:solidFill>
                <a:effectLst/>
                <a:latin typeface="Courier New" panose="02070309020205020404" pitchFamily="49" charset="0"/>
              </a:rPr>
              <a:t>([</a:t>
            </a:r>
          </a:p>
          <a:p>
            <a:pPr>
              <a:lnSpc>
                <a:spcPct val="120000"/>
              </a:lnSpc>
              <a:spcBef>
                <a:spcPts val="600"/>
              </a:spcBef>
              <a:buNone/>
            </a:pP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keras.layers.Dense</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4</a:t>
            </a:r>
            <a:r>
              <a:rPr lang="en-US" b="1" dirty="0">
                <a:solidFill>
                  <a:srgbClr val="000000"/>
                </a:solidFill>
                <a:effectLst/>
                <a:latin typeface="Courier New" panose="02070309020205020404" pitchFamily="49" charset="0"/>
              </a:rPr>
              <a:t>, activation=</a:t>
            </a:r>
            <a:r>
              <a:rPr lang="en-US" b="1" dirty="0">
                <a:solidFill>
                  <a:srgbClr val="A31515"/>
                </a:solidFill>
                <a:effectLst/>
                <a:latin typeface="Courier New" panose="02070309020205020404" pitchFamily="49" charset="0"/>
              </a:rPr>
              <a:t>'</a:t>
            </a:r>
            <a:r>
              <a:rPr lang="en-US" b="1" dirty="0" err="1">
                <a:solidFill>
                  <a:srgbClr val="A31515"/>
                </a:solidFill>
                <a:effectLst/>
                <a:latin typeface="Courier New" panose="02070309020205020404" pitchFamily="49" charset="0"/>
              </a:rPr>
              <a:t>relu</a:t>
            </a:r>
            <a:r>
              <a:rPr lang="en-US" b="1" dirty="0">
                <a:solidFill>
                  <a:srgbClr val="A31515"/>
                </a:solidFill>
                <a:effectLst/>
                <a:latin typeface="Courier New" panose="02070309020205020404" pitchFamily="49" charset="0"/>
              </a:rPr>
              <a:t>'</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Hidden layer (4 neurons)</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keras.layers.Dense</a:t>
            </a:r>
            <a:r>
              <a:rPr lang="en-US" b="1" dirty="0">
                <a:solidFill>
                  <a:srgbClr val="000000"/>
                </a:solidFill>
                <a:effectLst/>
                <a:latin typeface="Courier New" panose="02070309020205020404" pitchFamily="49" charset="0"/>
              </a:rPr>
              <a:t>(</a:t>
            </a:r>
            <a:r>
              <a:rPr lang="en-US" b="1" dirty="0">
                <a:solidFill>
                  <a:srgbClr val="116644"/>
                </a:solidFill>
                <a:effectLst/>
                <a:latin typeface="Courier New" panose="02070309020205020404" pitchFamily="49" charset="0"/>
              </a:rPr>
              <a:t>1</a:t>
            </a:r>
            <a:r>
              <a:rPr lang="en-US" b="1" dirty="0">
                <a:solidFill>
                  <a:srgbClr val="000000"/>
                </a:solidFill>
                <a:effectLst/>
                <a:latin typeface="Courier New" panose="02070309020205020404" pitchFamily="49" charset="0"/>
              </a:rPr>
              <a:t>, activation=</a:t>
            </a:r>
            <a:r>
              <a:rPr lang="en-US" b="1" dirty="0">
                <a:solidFill>
                  <a:srgbClr val="A31515"/>
                </a:solidFill>
                <a:effectLst/>
                <a:latin typeface="Courier New" panose="02070309020205020404" pitchFamily="49" charset="0"/>
              </a:rPr>
              <a:t>'sigmoid'</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Output layer (1 neuron)</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0000"/>
                </a:solidFill>
                <a:effectLst/>
                <a:latin typeface="Courier New" panose="02070309020205020404" pitchFamily="49" charset="0"/>
              </a:rPr>
              <a:t>])</a:t>
            </a:r>
          </a:p>
          <a:p>
            <a:pPr>
              <a:lnSpc>
                <a:spcPct val="120000"/>
              </a:lnSpc>
              <a:spcBef>
                <a:spcPts val="600"/>
              </a:spcBef>
              <a:buNone/>
            </a:pPr>
            <a:r>
              <a:rPr lang="en-US" b="1" dirty="0">
                <a:solidFill>
                  <a:srgbClr val="008000"/>
                </a:solidFill>
                <a:effectLst/>
                <a:latin typeface="Courier New" panose="02070309020205020404" pitchFamily="49" charset="0"/>
              </a:rPr>
              <a:t># Compile the model</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err="1">
                <a:solidFill>
                  <a:srgbClr val="000000"/>
                </a:solidFill>
                <a:effectLst/>
                <a:latin typeface="Courier New" panose="02070309020205020404" pitchFamily="49" charset="0"/>
              </a:rPr>
              <a:t>model.</a:t>
            </a:r>
            <a:r>
              <a:rPr lang="en-US" b="1" dirty="0" err="1">
                <a:solidFill>
                  <a:srgbClr val="795E26"/>
                </a:solidFill>
                <a:effectLst/>
                <a:latin typeface="Courier New" panose="02070309020205020404" pitchFamily="49" charset="0"/>
              </a:rPr>
              <a:t>compile</a:t>
            </a:r>
            <a:r>
              <a:rPr lang="en-US" b="1" dirty="0">
                <a:solidFill>
                  <a:srgbClr val="000000"/>
                </a:solidFill>
                <a:effectLst/>
                <a:latin typeface="Courier New" panose="02070309020205020404" pitchFamily="49" charset="0"/>
              </a:rPr>
              <a:t>(optimizer=</a:t>
            </a:r>
            <a:r>
              <a:rPr lang="en-US" b="1" dirty="0">
                <a:solidFill>
                  <a:srgbClr val="A31515"/>
                </a:solidFill>
                <a:effectLst/>
                <a:latin typeface="Courier New" panose="02070309020205020404" pitchFamily="49" charset="0"/>
              </a:rPr>
              <a:t>'</a:t>
            </a:r>
            <a:r>
              <a:rPr lang="en-US" b="1" dirty="0" err="1">
                <a:solidFill>
                  <a:srgbClr val="A31515"/>
                </a:solidFill>
                <a:effectLst/>
                <a:latin typeface="Courier New" panose="02070309020205020404" pitchFamily="49" charset="0"/>
              </a:rPr>
              <a:t>adam</a:t>
            </a:r>
            <a:r>
              <a:rPr lang="en-US" b="1" dirty="0">
                <a:solidFill>
                  <a:srgbClr val="A31515"/>
                </a:solidFill>
                <a:effectLst/>
                <a:latin typeface="Courier New" panose="02070309020205020404" pitchFamily="49" charset="0"/>
              </a:rPr>
              <a:t>'</a:t>
            </a:r>
            <a:r>
              <a:rPr lang="en-US" b="1" dirty="0">
                <a:solidFill>
                  <a:srgbClr val="000000"/>
                </a:solidFill>
                <a:effectLst/>
                <a:latin typeface="Courier New" panose="02070309020205020404" pitchFamily="49" charset="0"/>
              </a:rPr>
              <a:t>, loss=</a:t>
            </a:r>
            <a:r>
              <a:rPr lang="en-US" b="1" dirty="0">
                <a:solidFill>
                  <a:srgbClr val="A31515"/>
                </a:solidFill>
                <a:effectLst/>
                <a:latin typeface="Courier New" panose="02070309020205020404" pitchFamily="49" charset="0"/>
              </a:rPr>
              <a:t>'</a:t>
            </a:r>
            <a:r>
              <a:rPr lang="en-US" b="1" dirty="0" err="1">
                <a:solidFill>
                  <a:srgbClr val="A31515"/>
                </a:solidFill>
                <a:effectLst/>
                <a:latin typeface="Courier New" panose="02070309020205020404" pitchFamily="49" charset="0"/>
              </a:rPr>
              <a:t>binary_crossentropy</a:t>
            </a:r>
            <a:r>
              <a:rPr lang="en-US" b="1" dirty="0">
                <a:solidFill>
                  <a:srgbClr val="A31515"/>
                </a:solidFill>
                <a:effectLst/>
                <a:latin typeface="Courier New" panose="02070309020205020404" pitchFamily="49" charset="0"/>
              </a:rPr>
              <a:t>'</a:t>
            </a:r>
            <a:r>
              <a:rPr lang="en-US" b="1" dirty="0">
                <a:solidFill>
                  <a:srgbClr val="000000"/>
                </a:solidFill>
                <a:effectLst/>
                <a:latin typeface="Courier New" panose="02070309020205020404" pitchFamily="49" charset="0"/>
              </a:rPr>
              <a:t>, metrics=[</a:t>
            </a:r>
            <a:r>
              <a:rPr lang="en-US" b="1" dirty="0">
                <a:solidFill>
                  <a:srgbClr val="A31515"/>
                </a:solidFill>
                <a:effectLst/>
                <a:latin typeface="Courier New" panose="02070309020205020404" pitchFamily="49" charset="0"/>
              </a:rPr>
              <a:t>'accuracy'</a:t>
            </a:r>
            <a:r>
              <a:rPr lang="en-US" b="1" dirty="0">
                <a:solidFill>
                  <a:srgbClr val="000000"/>
                </a:solidFill>
                <a:effectLst/>
                <a:latin typeface="Courier New" panose="02070309020205020404" pitchFamily="49" charset="0"/>
              </a:rPr>
              <a:t>])</a:t>
            </a:r>
          </a:p>
          <a:p>
            <a:pPr>
              <a:lnSpc>
                <a:spcPct val="120000"/>
              </a:lnSpc>
              <a:spcBef>
                <a:spcPts val="600"/>
              </a:spcBef>
              <a:buNone/>
            </a:pPr>
            <a:r>
              <a:rPr lang="en-US" b="1" dirty="0">
                <a:solidFill>
                  <a:srgbClr val="008000"/>
                </a:solidFill>
                <a:effectLst/>
                <a:latin typeface="Courier New" panose="02070309020205020404" pitchFamily="49" charset="0"/>
              </a:rPr>
              <a:t># Train the model</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err="1">
                <a:solidFill>
                  <a:srgbClr val="000000"/>
                </a:solidFill>
                <a:effectLst/>
                <a:latin typeface="Courier New" panose="02070309020205020404" pitchFamily="49" charset="0"/>
              </a:rPr>
              <a:t>model.fit</a:t>
            </a:r>
            <a:r>
              <a:rPr lang="en-US" b="1" dirty="0">
                <a:solidFill>
                  <a:srgbClr val="000000"/>
                </a:solidFill>
                <a:effectLst/>
                <a:latin typeface="Courier New" panose="02070309020205020404" pitchFamily="49" charset="0"/>
              </a:rPr>
              <a:t>(X, y, epochs=</a:t>
            </a:r>
            <a:r>
              <a:rPr lang="en-US" b="1" dirty="0">
                <a:solidFill>
                  <a:srgbClr val="116644"/>
                </a:solidFill>
                <a:effectLst/>
                <a:latin typeface="Courier New" panose="02070309020205020404" pitchFamily="49" charset="0"/>
              </a:rPr>
              <a:t>100</a:t>
            </a:r>
            <a:r>
              <a:rPr lang="en-US" b="1" dirty="0">
                <a:solidFill>
                  <a:srgbClr val="000000"/>
                </a:solidFill>
                <a:effectLst/>
                <a:latin typeface="Courier New" panose="02070309020205020404" pitchFamily="49" charset="0"/>
              </a:rPr>
              <a:t>, verbose=</a:t>
            </a:r>
            <a:r>
              <a:rPr lang="en-US" b="1" dirty="0">
                <a:solidFill>
                  <a:srgbClr val="116644"/>
                </a:solidFill>
                <a:effectLst/>
                <a:latin typeface="Courier New" panose="02070309020205020404" pitchFamily="49" charset="0"/>
              </a:rPr>
              <a:t>0</a:t>
            </a:r>
            <a:r>
              <a:rPr lang="en-US" b="1" dirty="0">
                <a:solidFill>
                  <a:srgbClr val="000000"/>
                </a:solidFill>
                <a:effectLst/>
                <a:latin typeface="Courier New" panose="02070309020205020404" pitchFamily="49" charset="0"/>
              </a:rPr>
              <a:t>)  </a:t>
            </a:r>
            <a:r>
              <a:rPr lang="en-US" b="1" dirty="0">
                <a:solidFill>
                  <a:srgbClr val="008000"/>
                </a:solidFill>
                <a:effectLst/>
                <a:latin typeface="Courier New" panose="02070309020205020404" pitchFamily="49" charset="0"/>
              </a:rPr>
              <a:t># Train for 100 epochs silently</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8000"/>
                </a:solidFill>
                <a:effectLst/>
                <a:latin typeface="Courier New" panose="02070309020205020404" pitchFamily="49" charset="0"/>
              </a:rPr>
              <a:t># Make a prediction</a:t>
            </a:r>
            <a:endParaRPr lang="en-US" b="1" dirty="0">
              <a:solidFill>
                <a:srgbClr val="000000"/>
              </a:solidFill>
              <a:effectLst/>
              <a:latin typeface="Courier New" panose="02070309020205020404" pitchFamily="49" charset="0"/>
            </a:endParaRPr>
          </a:p>
          <a:p>
            <a:pPr>
              <a:lnSpc>
                <a:spcPct val="120000"/>
              </a:lnSpc>
              <a:spcBef>
                <a:spcPts val="600"/>
              </a:spcBef>
              <a:buNone/>
            </a:pPr>
            <a:r>
              <a:rPr lang="en-US" b="1" dirty="0">
                <a:solidFill>
                  <a:srgbClr val="000000"/>
                </a:solidFill>
                <a:effectLst/>
                <a:latin typeface="Courier New" panose="02070309020205020404" pitchFamily="49" charset="0"/>
              </a:rPr>
              <a:t>prediction = </a:t>
            </a:r>
            <a:r>
              <a:rPr lang="en-US" b="1" dirty="0" err="1">
                <a:solidFill>
                  <a:srgbClr val="000000"/>
                </a:solidFill>
                <a:effectLst/>
                <a:latin typeface="Courier New" panose="02070309020205020404" pitchFamily="49" charset="0"/>
              </a:rPr>
              <a:t>model.predict</a:t>
            </a:r>
            <a:r>
              <a:rPr lang="en-US" b="1" dirty="0">
                <a:solidFill>
                  <a:srgbClr val="000000"/>
                </a:solidFill>
                <a:effectLst/>
                <a:latin typeface="Courier New" panose="02070309020205020404" pitchFamily="49" charset="0"/>
              </a:rPr>
              <a:t>(X)</a:t>
            </a:r>
          </a:p>
          <a:p>
            <a:pPr marL="0" indent="0">
              <a:lnSpc>
                <a:spcPct val="120000"/>
              </a:lnSpc>
              <a:spcBef>
                <a:spcPts val="600"/>
              </a:spcBef>
              <a:buNone/>
            </a:pPr>
            <a:r>
              <a:rPr lang="en-US" b="1" dirty="0">
                <a:solidFill>
                  <a:srgbClr val="795E26"/>
                </a:solidFill>
                <a:effectLst/>
                <a:latin typeface="Courier New" panose="02070309020205020404" pitchFamily="49" charset="0"/>
              </a:rPr>
              <a:t>print</a:t>
            </a:r>
            <a:r>
              <a:rPr lang="en-US" b="1" dirty="0">
                <a:solidFill>
                  <a:srgbClr val="000000"/>
                </a:solidFill>
                <a:effectLst/>
                <a:latin typeface="Courier New" panose="02070309020205020404" pitchFamily="49" charset="0"/>
              </a:rPr>
              <a:t>(</a:t>
            </a:r>
            <a:r>
              <a:rPr lang="en-US" b="1" dirty="0">
                <a:solidFill>
                  <a:srgbClr val="A31515"/>
                </a:solidFill>
                <a:effectLst/>
                <a:latin typeface="Courier New" panose="02070309020205020404" pitchFamily="49" charset="0"/>
              </a:rPr>
              <a:t>"Predictions:"</a:t>
            </a:r>
            <a:r>
              <a:rPr lang="en-US" b="1" dirty="0">
                <a:solidFill>
                  <a:srgbClr val="000000"/>
                </a:solidFill>
                <a:effectLst/>
                <a:latin typeface="Courier New" panose="02070309020205020404" pitchFamily="49" charset="0"/>
              </a:rPr>
              <a:t>, prediction)</a:t>
            </a:r>
          </a:p>
          <a:p>
            <a:pPr>
              <a:lnSpc>
                <a:spcPct val="120000"/>
              </a:lnSpc>
              <a:spcBef>
                <a:spcPts val="600"/>
              </a:spcBef>
            </a:pPr>
            <a:endParaRPr lang="en-US" b="1" dirty="0"/>
          </a:p>
        </p:txBody>
      </p:sp>
      <p:sp>
        <p:nvSpPr>
          <p:cNvPr id="4" name="TextBox 3">
            <a:extLst>
              <a:ext uri="{FF2B5EF4-FFF2-40B4-BE49-F238E27FC236}">
                <a16:creationId xmlns:a16="http://schemas.microsoft.com/office/drawing/2014/main" id="{F66949F1-BF3E-9D3B-4FE8-CC86D498208F}"/>
              </a:ext>
            </a:extLst>
          </p:cNvPr>
          <p:cNvSpPr txBox="1"/>
          <p:nvPr/>
        </p:nvSpPr>
        <p:spPr>
          <a:xfrm>
            <a:off x="7055707" y="1706007"/>
            <a:ext cx="4738817" cy="1477328"/>
          </a:xfrm>
          <a:prstGeom prst="rect">
            <a:avLst/>
          </a:prstGeom>
          <a:noFill/>
        </p:spPr>
        <p:txBody>
          <a:bodyPr wrap="square" rtlCol="0">
            <a:spAutoFit/>
          </a:bodyPr>
          <a:lstStyle/>
          <a:p>
            <a:r>
              <a:rPr lang="en-US" dirty="0"/>
              <a:t>Explanation:</a:t>
            </a:r>
          </a:p>
          <a:p>
            <a:pPr marL="285750" indent="-285750">
              <a:buFont typeface="Arial" panose="020B0604020202020204" pitchFamily="34" charset="0"/>
              <a:buChar char="•"/>
            </a:pPr>
            <a:r>
              <a:rPr lang="en-US" dirty="0"/>
              <a:t>Uses </a:t>
            </a:r>
            <a:r>
              <a:rPr lang="en-US" dirty="0" err="1"/>
              <a:t>Keras</a:t>
            </a:r>
            <a:r>
              <a:rPr lang="en-US" dirty="0"/>
              <a:t> to create a simple XOR classifier.</a:t>
            </a:r>
          </a:p>
          <a:p>
            <a:pPr marL="285750" indent="-285750">
              <a:buFont typeface="Arial" panose="020B0604020202020204" pitchFamily="34" charset="0"/>
              <a:buChar char="•"/>
            </a:pPr>
            <a:r>
              <a:rPr lang="en-US" dirty="0" err="1"/>
              <a:t>ReLU</a:t>
            </a:r>
            <a:r>
              <a:rPr lang="en-US" dirty="0"/>
              <a:t> for hidden layer, sigmoid for binary classification.</a:t>
            </a:r>
          </a:p>
          <a:p>
            <a:pPr marL="285750" indent="-285750">
              <a:buFont typeface="Arial" panose="020B0604020202020204" pitchFamily="34" charset="0"/>
              <a:buChar char="•"/>
            </a:pPr>
            <a:r>
              <a:rPr lang="en-US" dirty="0"/>
              <a:t>Trains for 100 epochs to find best weights.</a:t>
            </a:r>
          </a:p>
        </p:txBody>
      </p:sp>
    </p:spTree>
    <p:extLst>
      <p:ext uri="{BB962C8B-B14F-4D97-AF65-F5344CB8AC3E}">
        <p14:creationId xmlns:p14="http://schemas.microsoft.com/office/powerpoint/2010/main" val="1898826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7581</TotalTime>
  <Words>2427</Words>
  <Application>Microsoft Office PowerPoint</Application>
  <PresentationFormat>Widescreen</PresentationFormat>
  <Paragraphs>293</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Calibri</vt:lpstr>
      <vt:lpstr>Calibri Light</vt:lpstr>
      <vt:lpstr>Courier New</vt:lpstr>
      <vt:lpstr>Office Theme</vt:lpstr>
      <vt:lpstr>307307 Introduction Neural Networks</vt:lpstr>
      <vt:lpstr>What is a Neural Network?</vt:lpstr>
      <vt:lpstr>Inspiration from the Human Brain</vt:lpstr>
      <vt:lpstr>Structure of a Neural Network</vt:lpstr>
      <vt:lpstr>How Neural Networks Learn</vt:lpstr>
      <vt:lpstr>Types of Neural Networks</vt:lpstr>
      <vt:lpstr>Applications of Neural Networks</vt:lpstr>
      <vt:lpstr>Challenges &amp; Limitations</vt:lpstr>
      <vt:lpstr>Future of Neural Networks</vt:lpstr>
      <vt:lpstr>How Does Neural Networks Work?</vt:lpstr>
      <vt:lpstr>Neural Networks Intuition</vt:lpstr>
      <vt:lpstr>How can a neural network find the value of a?</vt:lpstr>
      <vt:lpstr>Calculate the Error</vt:lpstr>
      <vt:lpstr> Minimize Error </vt:lpstr>
      <vt:lpstr>The Derivates Method إيجاد الحل باستخدام الاشتقاق أو معدل تغير الاقتران</vt:lpstr>
      <vt:lpstr>The Derivates Method</vt:lpstr>
      <vt:lpstr>The Derivates Method</vt:lpstr>
      <vt:lpstr>The Derivates Method</vt:lpstr>
      <vt:lpstr>The Derivates Method</vt:lpstr>
      <vt:lpstr>The Derivates Method</vt:lpstr>
      <vt:lpstr>The Derivates Method</vt:lpstr>
      <vt:lpstr>Code Examples</vt:lpstr>
      <vt:lpstr>A Simple "Neuron" in Python</vt:lpstr>
      <vt:lpstr>The Perceptron – Sample as Previous only with a Step Function</vt:lpstr>
      <vt:lpstr>A Simple Neural Network (No Libraries)</vt:lpstr>
      <vt:lpstr>Building a Neural Network using TensorFlow/Keras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1251</cp:revision>
  <dcterms:created xsi:type="dcterms:W3CDTF">2023-03-26T11:17:23Z</dcterms:created>
  <dcterms:modified xsi:type="dcterms:W3CDTF">2025-03-18T05:46:47Z</dcterms:modified>
</cp:coreProperties>
</file>