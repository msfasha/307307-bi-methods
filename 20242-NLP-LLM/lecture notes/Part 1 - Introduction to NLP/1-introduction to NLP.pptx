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455" r:id="rId2"/>
    <p:sldId id="520" r:id="rId3"/>
    <p:sldId id="521" r:id="rId4"/>
    <p:sldId id="530" r:id="rId5"/>
    <p:sldId id="531" r:id="rId6"/>
    <p:sldId id="525" r:id="rId7"/>
    <p:sldId id="49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E7373-BC78-49F1-9262-209B991CDE28}" v="31" dt="2025-03-15T11:49:33.0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8" autoAdjust="0"/>
    <p:restoredTop sz="94660"/>
  </p:normalViewPr>
  <p:slideViewPr>
    <p:cSldViewPr snapToGrid="0">
      <p:cViewPr varScale="1">
        <p:scale>
          <a:sx n="146" d="100"/>
          <a:sy n="146" d="100"/>
        </p:scale>
        <p:origin x="126" y="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del">
        <pc:chgData name="Mohammed Fasha" userId="cc64f42d-a1a6-4f08-b97b-0c37f877119f" providerId="ADAL" clId="{1BAE7373-BC78-49F1-9262-209B991CDE28}" dt="2025-03-13T04:04:55.107" v="2" actId="47"/>
        <pc:sldMkLst>
          <pc:docMk/>
          <pc:sldMk cId="89912501" sldId="274"/>
        </pc:sldMkLst>
      </pc:sldChg>
      <pc:sldChg chg="del">
        <pc:chgData name="Mohammed Fasha" userId="cc64f42d-a1a6-4f08-b97b-0c37f877119f" providerId="ADAL" clId="{1BAE7373-BC78-49F1-9262-209B991CDE28}" dt="2025-03-13T04:04:55.107" v="2" actId="47"/>
        <pc:sldMkLst>
          <pc:docMk/>
          <pc:sldMk cId="1847087325" sldId="283"/>
        </pc:sldMkLst>
      </pc:sldChg>
      <pc:sldChg chg="del">
        <pc:chgData name="Mohammed Fasha" userId="cc64f42d-a1a6-4f08-b97b-0c37f877119f" providerId="ADAL" clId="{1BAE7373-BC78-49F1-9262-209B991CDE28}" dt="2025-03-13T04:04:55.107" v="2" actId="47"/>
        <pc:sldMkLst>
          <pc:docMk/>
          <pc:sldMk cId="771290671" sldId="284"/>
        </pc:sldMkLst>
      </pc:sldChg>
      <pc:sldChg chg="del">
        <pc:chgData name="Mohammed Fasha" userId="cc64f42d-a1a6-4f08-b97b-0c37f877119f" providerId="ADAL" clId="{1BAE7373-BC78-49F1-9262-209B991CDE28}" dt="2025-03-13T04:04:55.107" v="2" actId="47"/>
        <pc:sldMkLst>
          <pc:docMk/>
          <pc:sldMk cId="1234327519" sldId="287"/>
        </pc:sldMkLst>
      </pc:sldChg>
      <pc:sldChg chg="del">
        <pc:chgData name="Mohammed Fasha" userId="cc64f42d-a1a6-4f08-b97b-0c37f877119f" providerId="ADAL" clId="{1BAE7373-BC78-49F1-9262-209B991CDE28}" dt="2025-03-13T04:04:55.107" v="2" actId="47"/>
        <pc:sldMkLst>
          <pc:docMk/>
          <pc:sldMk cId="3304405524" sldId="292"/>
        </pc:sldMkLst>
      </pc:sldChg>
      <pc:sldChg chg="del">
        <pc:chgData name="Mohammed Fasha" userId="cc64f42d-a1a6-4f08-b97b-0c37f877119f" providerId="ADAL" clId="{1BAE7373-BC78-49F1-9262-209B991CDE28}" dt="2025-03-13T04:04:55.107" v="2" actId="47"/>
        <pc:sldMkLst>
          <pc:docMk/>
          <pc:sldMk cId="1217643332" sldId="294"/>
        </pc:sldMkLst>
      </pc:sldChg>
      <pc:sldChg chg="del">
        <pc:chgData name="Mohammed Fasha" userId="cc64f42d-a1a6-4f08-b97b-0c37f877119f" providerId="ADAL" clId="{1BAE7373-BC78-49F1-9262-209B991CDE28}" dt="2025-03-13T04:04:55.107" v="2" actId="47"/>
        <pc:sldMkLst>
          <pc:docMk/>
          <pc:sldMk cId="3526654973" sldId="295"/>
        </pc:sldMkLst>
      </pc:sldChg>
      <pc:sldChg chg="del">
        <pc:chgData name="Mohammed Fasha" userId="cc64f42d-a1a6-4f08-b97b-0c37f877119f" providerId="ADAL" clId="{1BAE7373-BC78-49F1-9262-209B991CDE28}" dt="2025-03-13T04:04:55.107" v="2" actId="47"/>
        <pc:sldMkLst>
          <pc:docMk/>
          <pc:sldMk cId="0" sldId="300"/>
        </pc:sldMkLst>
      </pc:sldChg>
      <pc:sldChg chg="del">
        <pc:chgData name="Mohammed Fasha" userId="cc64f42d-a1a6-4f08-b97b-0c37f877119f" providerId="ADAL" clId="{1BAE7373-BC78-49F1-9262-209B991CDE28}" dt="2025-03-13T04:04:55.107" v="2" actId="47"/>
        <pc:sldMkLst>
          <pc:docMk/>
          <pc:sldMk cId="0" sldId="301"/>
        </pc:sldMkLst>
      </pc:sldChg>
      <pc:sldChg chg="del">
        <pc:chgData name="Mohammed Fasha" userId="cc64f42d-a1a6-4f08-b97b-0c37f877119f" providerId="ADAL" clId="{1BAE7373-BC78-49F1-9262-209B991CDE28}" dt="2025-03-13T04:04:55.107" v="2" actId="47"/>
        <pc:sldMkLst>
          <pc:docMk/>
          <pc:sldMk cId="0" sldId="304"/>
        </pc:sldMkLst>
      </pc:sldChg>
      <pc:sldChg chg="del">
        <pc:chgData name="Mohammed Fasha" userId="cc64f42d-a1a6-4f08-b97b-0c37f877119f" providerId="ADAL" clId="{1BAE7373-BC78-49F1-9262-209B991CDE28}" dt="2025-03-13T04:04:55.107" v="2" actId="47"/>
        <pc:sldMkLst>
          <pc:docMk/>
          <pc:sldMk cId="0" sldId="314"/>
        </pc:sldMkLst>
      </pc:sldChg>
      <pc:sldChg chg="del">
        <pc:chgData name="Mohammed Fasha" userId="cc64f42d-a1a6-4f08-b97b-0c37f877119f" providerId="ADAL" clId="{1BAE7373-BC78-49F1-9262-209B991CDE28}" dt="2025-03-13T04:04:55.107" v="2" actId="47"/>
        <pc:sldMkLst>
          <pc:docMk/>
          <pc:sldMk cId="2362708721" sldId="321"/>
        </pc:sldMkLst>
      </pc:sldChg>
      <pc:sldChg chg="del">
        <pc:chgData name="Mohammed Fasha" userId="cc64f42d-a1a6-4f08-b97b-0c37f877119f" providerId="ADAL" clId="{1BAE7373-BC78-49F1-9262-209B991CDE28}" dt="2025-03-13T04:04:55.107" v="2" actId="47"/>
        <pc:sldMkLst>
          <pc:docMk/>
          <pc:sldMk cId="1477953107" sldId="324"/>
        </pc:sldMkLst>
      </pc:sldChg>
      <pc:sldChg chg="del">
        <pc:chgData name="Mohammed Fasha" userId="cc64f42d-a1a6-4f08-b97b-0c37f877119f" providerId="ADAL" clId="{1BAE7373-BC78-49F1-9262-209B991CDE28}" dt="2025-03-13T04:04:55.107" v="2" actId="47"/>
        <pc:sldMkLst>
          <pc:docMk/>
          <pc:sldMk cId="1624740157" sldId="346"/>
        </pc:sldMkLst>
      </pc:sldChg>
      <pc:sldChg chg="del">
        <pc:chgData name="Mohammed Fasha" userId="cc64f42d-a1a6-4f08-b97b-0c37f877119f" providerId="ADAL" clId="{1BAE7373-BC78-49F1-9262-209B991CDE28}" dt="2025-03-13T04:04:55.107" v="2" actId="47"/>
        <pc:sldMkLst>
          <pc:docMk/>
          <pc:sldMk cId="1093295885" sldId="365"/>
        </pc:sldMkLst>
      </pc:sldChg>
      <pc:sldChg chg="del">
        <pc:chgData name="Mohammed Fasha" userId="cc64f42d-a1a6-4f08-b97b-0c37f877119f" providerId="ADAL" clId="{1BAE7373-BC78-49F1-9262-209B991CDE28}" dt="2025-03-13T04:04:55.107" v="2" actId="47"/>
        <pc:sldMkLst>
          <pc:docMk/>
          <pc:sldMk cId="3638528156" sldId="366"/>
        </pc:sldMkLst>
      </pc:sldChg>
      <pc:sldChg chg="del">
        <pc:chgData name="Mohammed Fasha" userId="cc64f42d-a1a6-4f08-b97b-0c37f877119f" providerId="ADAL" clId="{1BAE7373-BC78-49F1-9262-209B991CDE28}" dt="2025-03-13T04:04:55.107" v="2" actId="47"/>
        <pc:sldMkLst>
          <pc:docMk/>
          <pc:sldMk cId="2714000580" sldId="367"/>
        </pc:sldMkLst>
      </pc:sldChg>
      <pc:sldChg chg="del">
        <pc:chgData name="Mohammed Fasha" userId="cc64f42d-a1a6-4f08-b97b-0c37f877119f" providerId="ADAL" clId="{1BAE7373-BC78-49F1-9262-209B991CDE28}" dt="2025-03-13T04:04:55.107" v="2" actId="47"/>
        <pc:sldMkLst>
          <pc:docMk/>
          <pc:sldMk cId="4103125789" sldId="368"/>
        </pc:sldMkLst>
      </pc:sldChg>
      <pc:sldChg chg="del">
        <pc:chgData name="Mohammed Fasha" userId="cc64f42d-a1a6-4f08-b97b-0c37f877119f" providerId="ADAL" clId="{1BAE7373-BC78-49F1-9262-209B991CDE28}" dt="2025-03-13T04:04:55.107" v="2" actId="47"/>
        <pc:sldMkLst>
          <pc:docMk/>
          <pc:sldMk cId="3243173744" sldId="369"/>
        </pc:sldMkLst>
      </pc:sldChg>
      <pc:sldChg chg="del">
        <pc:chgData name="Mohammed Fasha" userId="cc64f42d-a1a6-4f08-b97b-0c37f877119f" providerId="ADAL" clId="{1BAE7373-BC78-49F1-9262-209B991CDE28}" dt="2025-03-13T04:04:55.107" v="2" actId="47"/>
        <pc:sldMkLst>
          <pc:docMk/>
          <pc:sldMk cId="533099717" sldId="370"/>
        </pc:sldMkLst>
      </pc:sldChg>
      <pc:sldChg chg="del">
        <pc:chgData name="Mohammed Fasha" userId="cc64f42d-a1a6-4f08-b97b-0c37f877119f" providerId="ADAL" clId="{1BAE7373-BC78-49F1-9262-209B991CDE28}" dt="2025-03-13T04:04:55.107" v="2" actId="47"/>
        <pc:sldMkLst>
          <pc:docMk/>
          <pc:sldMk cId="403304745" sldId="371"/>
        </pc:sldMkLst>
      </pc:sldChg>
      <pc:sldChg chg="del">
        <pc:chgData name="Mohammed Fasha" userId="cc64f42d-a1a6-4f08-b97b-0c37f877119f" providerId="ADAL" clId="{1BAE7373-BC78-49F1-9262-209B991CDE28}" dt="2025-03-13T04:04:55.107" v="2" actId="47"/>
        <pc:sldMkLst>
          <pc:docMk/>
          <pc:sldMk cId="1274929313" sldId="372"/>
        </pc:sldMkLst>
      </pc:sldChg>
      <pc:sldChg chg="del">
        <pc:chgData name="Mohammed Fasha" userId="cc64f42d-a1a6-4f08-b97b-0c37f877119f" providerId="ADAL" clId="{1BAE7373-BC78-49F1-9262-209B991CDE28}" dt="2025-03-13T04:04:55.107" v="2" actId="47"/>
        <pc:sldMkLst>
          <pc:docMk/>
          <pc:sldMk cId="3412111298" sldId="376"/>
        </pc:sldMkLst>
      </pc:sldChg>
      <pc:sldChg chg="del">
        <pc:chgData name="Mohammed Fasha" userId="cc64f42d-a1a6-4f08-b97b-0c37f877119f" providerId="ADAL" clId="{1BAE7373-BC78-49F1-9262-209B991CDE28}" dt="2025-03-13T04:04:55.107" v="2" actId="47"/>
        <pc:sldMkLst>
          <pc:docMk/>
          <pc:sldMk cId="3601872685" sldId="382"/>
        </pc:sldMkLst>
      </pc:sldChg>
      <pc:sldChg chg="del">
        <pc:chgData name="Mohammed Fasha" userId="cc64f42d-a1a6-4f08-b97b-0c37f877119f" providerId="ADAL" clId="{1BAE7373-BC78-49F1-9262-209B991CDE28}" dt="2025-03-13T04:04:55.107" v="2" actId="47"/>
        <pc:sldMkLst>
          <pc:docMk/>
          <pc:sldMk cId="215899539" sldId="384"/>
        </pc:sldMkLst>
      </pc:sldChg>
      <pc:sldChg chg="del">
        <pc:chgData name="Mohammed Fasha" userId="cc64f42d-a1a6-4f08-b97b-0c37f877119f" providerId="ADAL" clId="{1BAE7373-BC78-49F1-9262-209B991CDE28}" dt="2025-03-13T04:04:55.107" v="2" actId="47"/>
        <pc:sldMkLst>
          <pc:docMk/>
          <pc:sldMk cId="2001631854" sldId="390"/>
        </pc:sldMkLst>
      </pc:sldChg>
      <pc:sldChg chg="del">
        <pc:chgData name="Mohammed Fasha" userId="cc64f42d-a1a6-4f08-b97b-0c37f877119f" providerId="ADAL" clId="{1BAE7373-BC78-49F1-9262-209B991CDE28}" dt="2025-03-13T04:04:55.107" v="2" actId="47"/>
        <pc:sldMkLst>
          <pc:docMk/>
          <pc:sldMk cId="2976191511" sldId="393"/>
        </pc:sldMkLst>
      </pc:sldChg>
      <pc:sldChg chg="del">
        <pc:chgData name="Mohammed Fasha" userId="cc64f42d-a1a6-4f08-b97b-0c37f877119f" providerId="ADAL" clId="{1BAE7373-BC78-49F1-9262-209B991CDE28}" dt="2025-03-13T04:04:55.107" v="2" actId="47"/>
        <pc:sldMkLst>
          <pc:docMk/>
          <pc:sldMk cId="3942416368" sldId="394"/>
        </pc:sldMkLst>
      </pc:sldChg>
      <pc:sldChg chg="del">
        <pc:chgData name="Mohammed Fasha" userId="cc64f42d-a1a6-4f08-b97b-0c37f877119f" providerId="ADAL" clId="{1BAE7373-BC78-49F1-9262-209B991CDE28}" dt="2025-03-13T04:04:55.107" v="2" actId="47"/>
        <pc:sldMkLst>
          <pc:docMk/>
          <pc:sldMk cId="2455239288" sldId="398"/>
        </pc:sldMkLst>
      </pc:sldChg>
      <pc:sldChg chg="del">
        <pc:chgData name="Mohammed Fasha" userId="cc64f42d-a1a6-4f08-b97b-0c37f877119f" providerId="ADAL" clId="{1BAE7373-BC78-49F1-9262-209B991CDE28}" dt="2025-03-13T04:04:55.107" v="2" actId="47"/>
        <pc:sldMkLst>
          <pc:docMk/>
          <pc:sldMk cId="322630100" sldId="401"/>
        </pc:sldMkLst>
      </pc:sldChg>
      <pc:sldChg chg="del">
        <pc:chgData name="Mohammed Fasha" userId="cc64f42d-a1a6-4f08-b97b-0c37f877119f" providerId="ADAL" clId="{1BAE7373-BC78-49F1-9262-209B991CDE28}" dt="2025-03-13T04:04:55.107" v="2" actId="47"/>
        <pc:sldMkLst>
          <pc:docMk/>
          <pc:sldMk cId="2446723419" sldId="402"/>
        </pc:sldMkLst>
      </pc:sldChg>
      <pc:sldChg chg="del">
        <pc:chgData name="Mohammed Fasha" userId="cc64f42d-a1a6-4f08-b97b-0c37f877119f" providerId="ADAL" clId="{1BAE7373-BC78-49F1-9262-209B991CDE28}" dt="2025-03-13T04:04:55.107" v="2" actId="47"/>
        <pc:sldMkLst>
          <pc:docMk/>
          <pc:sldMk cId="2708838154" sldId="405"/>
        </pc:sldMkLst>
      </pc:sldChg>
      <pc:sldChg chg="del">
        <pc:chgData name="Mohammed Fasha" userId="cc64f42d-a1a6-4f08-b97b-0c37f877119f" providerId="ADAL" clId="{1BAE7373-BC78-49F1-9262-209B991CDE28}" dt="2025-03-13T04:04:55.107" v="2" actId="47"/>
        <pc:sldMkLst>
          <pc:docMk/>
          <pc:sldMk cId="711859222" sldId="406"/>
        </pc:sldMkLst>
      </pc:sldChg>
      <pc:sldChg chg="del">
        <pc:chgData name="Mohammed Fasha" userId="cc64f42d-a1a6-4f08-b97b-0c37f877119f" providerId="ADAL" clId="{1BAE7373-BC78-49F1-9262-209B991CDE28}" dt="2025-03-13T04:04:55.107" v="2" actId="47"/>
        <pc:sldMkLst>
          <pc:docMk/>
          <pc:sldMk cId="430192280" sldId="409"/>
        </pc:sldMkLst>
      </pc:sldChg>
      <pc:sldChg chg="del">
        <pc:chgData name="Mohammed Fasha" userId="cc64f42d-a1a6-4f08-b97b-0c37f877119f" providerId="ADAL" clId="{1BAE7373-BC78-49F1-9262-209B991CDE28}" dt="2025-03-13T04:04:55.107" v="2" actId="47"/>
        <pc:sldMkLst>
          <pc:docMk/>
          <pc:sldMk cId="1261728788" sldId="410"/>
        </pc:sldMkLst>
      </pc:sldChg>
      <pc:sldChg chg="del">
        <pc:chgData name="Mohammed Fasha" userId="cc64f42d-a1a6-4f08-b97b-0c37f877119f" providerId="ADAL" clId="{1BAE7373-BC78-49F1-9262-209B991CDE28}" dt="2025-03-13T04:04:55.107" v="2" actId="47"/>
        <pc:sldMkLst>
          <pc:docMk/>
          <pc:sldMk cId="465427976" sldId="414"/>
        </pc:sldMkLst>
      </pc:sldChg>
      <pc:sldChg chg="del">
        <pc:chgData name="Mohammed Fasha" userId="cc64f42d-a1a6-4f08-b97b-0c37f877119f" providerId="ADAL" clId="{1BAE7373-BC78-49F1-9262-209B991CDE28}" dt="2025-03-13T04:04:55.107" v="2" actId="47"/>
        <pc:sldMkLst>
          <pc:docMk/>
          <pc:sldMk cId="4222832899" sldId="419"/>
        </pc:sldMkLst>
      </pc:sldChg>
      <pc:sldChg chg="del">
        <pc:chgData name="Mohammed Fasha" userId="cc64f42d-a1a6-4f08-b97b-0c37f877119f" providerId="ADAL" clId="{1BAE7373-BC78-49F1-9262-209B991CDE28}" dt="2025-03-13T04:04:55.107" v="2" actId="47"/>
        <pc:sldMkLst>
          <pc:docMk/>
          <pc:sldMk cId="3168225218" sldId="422"/>
        </pc:sldMkLst>
      </pc:sldChg>
      <pc:sldChg chg="del">
        <pc:chgData name="Mohammed Fasha" userId="cc64f42d-a1a6-4f08-b97b-0c37f877119f" providerId="ADAL" clId="{1BAE7373-BC78-49F1-9262-209B991CDE28}" dt="2025-03-13T04:04:55.107" v="2" actId="47"/>
        <pc:sldMkLst>
          <pc:docMk/>
          <pc:sldMk cId="2310344807" sldId="423"/>
        </pc:sldMkLst>
      </pc:sldChg>
      <pc:sldChg chg="del">
        <pc:chgData name="Mohammed Fasha" userId="cc64f42d-a1a6-4f08-b97b-0c37f877119f" providerId="ADAL" clId="{1BAE7373-BC78-49F1-9262-209B991CDE28}" dt="2025-03-13T04:04:55.107" v="2" actId="47"/>
        <pc:sldMkLst>
          <pc:docMk/>
          <pc:sldMk cId="707737036" sldId="425"/>
        </pc:sldMkLst>
      </pc:sldChg>
      <pc:sldChg chg="del">
        <pc:chgData name="Mohammed Fasha" userId="cc64f42d-a1a6-4f08-b97b-0c37f877119f" providerId="ADAL" clId="{1BAE7373-BC78-49F1-9262-209B991CDE28}" dt="2025-03-13T04:04:55.107" v="2" actId="47"/>
        <pc:sldMkLst>
          <pc:docMk/>
          <pc:sldMk cId="232656594" sldId="429"/>
        </pc:sldMkLst>
      </pc:sldChg>
      <pc:sldChg chg="del">
        <pc:chgData name="Mohammed Fasha" userId="cc64f42d-a1a6-4f08-b97b-0c37f877119f" providerId="ADAL" clId="{1BAE7373-BC78-49F1-9262-209B991CDE28}" dt="2025-03-13T04:04:55.107" v="2" actId="47"/>
        <pc:sldMkLst>
          <pc:docMk/>
          <pc:sldMk cId="404333880" sldId="433"/>
        </pc:sldMkLst>
      </pc:sldChg>
      <pc:sldChg chg="del">
        <pc:chgData name="Mohammed Fasha" userId="cc64f42d-a1a6-4f08-b97b-0c37f877119f" providerId="ADAL" clId="{1BAE7373-BC78-49F1-9262-209B991CDE28}" dt="2025-03-13T04:04:55.107" v="2" actId="47"/>
        <pc:sldMkLst>
          <pc:docMk/>
          <pc:sldMk cId="2523349106" sldId="442"/>
        </pc:sldMkLst>
      </pc:sldChg>
      <pc:sldChg chg="del">
        <pc:chgData name="Mohammed Fasha" userId="cc64f42d-a1a6-4f08-b97b-0c37f877119f" providerId="ADAL" clId="{1BAE7373-BC78-49F1-9262-209B991CDE28}" dt="2025-03-13T04:04:55.107" v="2" actId="47"/>
        <pc:sldMkLst>
          <pc:docMk/>
          <pc:sldMk cId="2515022167" sldId="443"/>
        </pc:sldMkLst>
      </pc:sldChg>
      <pc:sldChg chg="del">
        <pc:chgData name="Mohammed Fasha" userId="cc64f42d-a1a6-4f08-b97b-0c37f877119f" providerId="ADAL" clId="{1BAE7373-BC78-49F1-9262-209B991CDE28}" dt="2025-03-13T04:04:55.107" v="2" actId="47"/>
        <pc:sldMkLst>
          <pc:docMk/>
          <pc:sldMk cId="1977389857" sldId="445"/>
        </pc:sldMkLst>
      </pc:sldChg>
      <pc:sldChg chg="del">
        <pc:chgData name="Mohammed Fasha" userId="cc64f42d-a1a6-4f08-b97b-0c37f877119f" providerId="ADAL" clId="{1BAE7373-BC78-49F1-9262-209B991CDE28}" dt="2025-03-13T04:04:55.107" v="2" actId="47"/>
        <pc:sldMkLst>
          <pc:docMk/>
          <pc:sldMk cId="2140515002" sldId="446"/>
        </pc:sldMkLst>
      </pc:sldChg>
      <pc:sldChg chg="del">
        <pc:chgData name="Mohammed Fasha" userId="cc64f42d-a1a6-4f08-b97b-0c37f877119f" providerId="ADAL" clId="{1BAE7373-BC78-49F1-9262-209B991CDE28}" dt="2025-03-13T04:04:55.107" v="2" actId="47"/>
        <pc:sldMkLst>
          <pc:docMk/>
          <pc:sldMk cId="1932795151" sldId="448"/>
        </pc:sldMkLst>
      </pc:sldChg>
      <pc:sldChg chg="del">
        <pc:chgData name="Mohammed Fasha" userId="cc64f42d-a1a6-4f08-b97b-0c37f877119f" providerId="ADAL" clId="{1BAE7373-BC78-49F1-9262-209B991CDE28}" dt="2025-03-13T04:04:55.107" v="2" actId="47"/>
        <pc:sldMkLst>
          <pc:docMk/>
          <pc:sldMk cId="1837964685" sldId="451"/>
        </pc:sldMkLst>
      </pc:sldChg>
      <pc:sldChg chg="del">
        <pc:chgData name="Mohammed Fasha" userId="cc64f42d-a1a6-4f08-b97b-0c37f877119f" providerId="ADAL" clId="{1BAE7373-BC78-49F1-9262-209B991CDE28}" dt="2025-03-13T04:04:55.107" v="2" actId="47"/>
        <pc:sldMkLst>
          <pc:docMk/>
          <pc:sldMk cId="1229244997" sldId="452"/>
        </pc:sldMkLst>
      </pc:sldChg>
      <pc:sldChg chg="del">
        <pc:chgData name="Mohammed Fasha" userId="cc64f42d-a1a6-4f08-b97b-0c37f877119f" providerId="ADAL" clId="{1BAE7373-BC78-49F1-9262-209B991CDE28}" dt="2025-03-13T04:04:55.107" v="2" actId="47"/>
        <pc:sldMkLst>
          <pc:docMk/>
          <pc:sldMk cId="1789205401" sldId="453"/>
        </pc:sldMkLst>
      </pc:sldChg>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del">
        <pc:chgData name="Mohammed Fasha" userId="cc64f42d-a1a6-4f08-b97b-0c37f877119f" providerId="ADAL" clId="{1BAE7373-BC78-49F1-9262-209B991CDE28}" dt="2025-03-13T04:04:55.107" v="2" actId="47"/>
        <pc:sldMkLst>
          <pc:docMk/>
          <pc:sldMk cId="2921402285" sldId="457"/>
        </pc:sldMkLst>
      </pc:sldChg>
      <pc:sldChg chg="del">
        <pc:chgData name="Mohammed Fasha" userId="cc64f42d-a1a6-4f08-b97b-0c37f877119f" providerId="ADAL" clId="{1BAE7373-BC78-49F1-9262-209B991CDE28}" dt="2025-03-13T04:04:55.107" v="2" actId="47"/>
        <pc:sldMkLst>
          <pc:docMk/>
          <pc:sldMk cId="1912979039" sldId="458"/>
        </pc:sldMkLst>
      </pc:sldChg>
      <pc:sldChg chg="del">
        <pc:chgData name="Mohammed Fasha" userId="cc64f42d-a1a6-4f08-b97b-0c37f877119f" providerId="ADAL" clId="{1BAE7373-BC78-49F1-9262-209B991CDE28}" dt="2025-03-13T04:04:55.107" v="2" actId="47"/>
        <pc:sldMkLst>
          <pc:docMk/>
          <pc:sldMk cId="484589733" sldId="459"/>
        </pc:sldMkLst>
      </pc:sldChg>
      <pc:sldChg chg="del">
        <pc:chgData name="Mohammed Fasha" userId="cc64f42d-a1a6-4f08-b97b-0c37f877119f" providerId="ADAL" clId="{1BAE7373-BC78-49F1-9262-209B991CDE28}" dt="2025-03-13T04:04:55.107" v="2" actId="47"/>
        <pc:sldMkLst>
          <pc:docMk/>
          <pc:sldMk cId="1770736122" sldId="460"/>
        </pc:sldMkLst>
      </pc:sldChg>
      <pc:sldChg chg="del">
        <pc:chgData name="Mohammed Fasha" userId="cc64f42d-a1a6-4f08-b97b-0c37f877119f" providerId="ADAL" clId="{1BAE7373-BC78-49F1-9262-209B991CDE28}" dt="2025-03-13T04:04:55.107" v="2" actId="47"/>
        <pc:sldMkLst>
          <pc:docMk/>
          <pc:sldMk cId="2965647848" sldId="463"/>
        </pc:sldMkLst>
      </pc:sldChg>
      <pc:sldChg chg="del">
        <pc:chgData name="Mohammed Fasha" userId="cc64f42d-a1a6-4f08-b97b-0c37f877119f" providerId="ADAL" clId="{1BAE7373-BC78-49F1-9262-209B991CDE28}" dt="2025-03-13T04:04:55.107" v="2" actId="47"/>
        <pc:sldMkLst>
          <pc:docMk/>
          <pc:sldMk cId="109379533" sldId="464"/>
        </pc:sldMkLst>
      </pc:sldChg>
      <pc:sldChg chg="del">
        <pc:chgData name="Mohammed Fasha" userId="cc64f42d-a1a6-4f08-b97b-0c37f877119f" providerId="ADAL" clId="{1BAE7373-BC78-49F1-9262-209B991CDE28}" dt="2025-03-13T04:04:55.107" v="2" actId="47"/>
        <pc:sldMkLst>
          <pc:docMk/>
          <pc:sldMk cId="719424402" sldId="467"/>
        </pc:sldMkLst>
      </pc:sldChg>
      <pc:sldChg chg="del">
        <pc:chgData name="Mohammed Fasha" userId="cc64f42d-a1a6-4f08-b97b-0c37f877119f" providerId="ADAL" clId="{1BAE7373-BC78-49F1-9262-209B991CDE28}" dt="2025-03-13T04:04:55.107" v="2" actId="47"/>
        <pc:sldMkLst>
          <pc:docMk/>
          <pc:sldMk cId="3168600941" sldId="471"/>
        </pc:sldMkLst>
      </pc:sldChg>
      <pc:sldChg chg="del">
        <pc:chgData name="Mohammed Fasha" userId="cc64f42d-a1a6-4f08-b97b-0c37f877119f" providerId="ADAL" clId="{1BAE7373-BC78-49F1-9262-209B991CDE28}" dt="2025-03-13T04:04:55.107" v="2" actId="47"/>
        <pc:sldMkLst>
          <pc:docMk/>
          <pc:sldMk cId="2302099845" sldId="472"/>
        </pc:sldMkLst>
      </pc:sldChg>
      <pc:sldChg chg="del">
        <pc:chgData name="Mohammed Fasha" userId="cc64f42d-a1a6-4f08-b97b-0c37f877119f" providerId="ADAL" clId="{1BAE7373-BC78-49F1-9262-209B991CDE28}" dt="2025-03-13T04:04:55.107" v="2" actId="47"/>
        <pc:sldMkLst>
          <pc:docMk/>
          <pc:sldMk cId="118211851" sldId="473"/>
        </pc:sldMkLst>
      </pc:sldChg>
      <pc:sldChg chg="del">
        <pc:chgData name="Mohammed Fasha" userId="cc64f42d-a1a6-4f08-b97b-0c37f877119f" providerId="ADAL" clId="{1BAE7373-BC78-49F1-9262-209B991CDE28}" dt="2025-03-13T04:04:55.107" v="2" actId="47"/>
        <pc:sldMkLst>
          <pc:docMk/>
          <pc:sldMk cId="1150689950" sldId="474"/>
        </pc:sldMkLst>
      </pc:sldChg>
      <pc:sldChg chg="del">
        <pc:chgData name="Mohammed Fasha" userId="cc64f42d-a1a6-4f08-b97b-0c37f877119f" providerId="ADAL" clId="{1BAE7373-BC78-49F1-9262-209B991CDE28}" dt="2025-03-13T04:04:55.107" v="2" actId="47"/>
        <pc:sldMkLst>
          <pc:docMk/>
          <pc:sldMk cId="942593251" sldId="475"/>
        </pc:sldMkLst>
      </pc:sldChg>
      <pc:sldChg chg="del">
        <pc:chgData name="Mohammed Fasha" userId="cc64f42d-a1a6-4f08-b97b-0c37f877119f" providerId="ADAL" clId="{1BAE7373-BC78-49F1-9262-209B991CDE28}" dt="2025-03-13T04:04:55.107" v="2" actId="47"/>
        <pc:sldMkLst>
          <pc:docMk/>
          <pc:sldMk cId="94366255" sldId="476"/>
        </pc:sldMkLst>
      </pc:sldChg>
      <pc:sldChg chg="del">
        <pc:chgData name="Mohammed Fasha" userId="cc64f42d-a1a6-4f08-b97b-0c37f877119f" providerId="ADAL" clId="{1BAE7373-BC78-49F1-9262-209B991CDE28}" dt="2025-03-13T04:04:55.107" v="2" actId="47"/>
        <pc:sldMkLst>
          <pc:docMk/>
          <pc:sldMk cId="3109107256" sldId="477"/>
        </pc:sldMkLst>
      </pc:sldChg>
      <pc:sldChg chg="del">
        <pc:chgData name="Mohammed Fasha" userId="cc64f42d-a1a6-4f08-b97b-0c37f877119f" providerId="ADAL" clId="{1BAE7373-BC78-49F1-9262-209B991CDE28}" dt="2025-03-13T04:04:55.107" v="2" actId="47"/>
        <pc:sldMkLst>
          <pc:docMk/>
          <pc:sldMk cId="408884363" sldId="483"/>
        </pc:sldMkLst>
      </pc:sldChg>
      <pc:sldChg chg="del">
        <pc:chgData name="Mohammed Fasha" userId="cc64f42d-a1a6-4f08-b97b-0c37f877119f" providerId="ADAL" clId="{1BAE7373-BC78-49F1-9262-209B991CDE28}" dt="2025-03-13T04:04:55.107" v="2" actId="47"/>
        <pc:sldMkLst>
          <pc:docMk/>
          <pc:sldMk cId="994101439" sldId="484"/>
        </pc:sldMkLst>
      </pc:sldChg>
      <pc:sldChg chg="del">
        <pc:chgData name="Mohammed Fasha" userId="cc64f42d-a1a6-4f08-b97b-0c37f877119f" providerId="ADAL" clId="{1BAE7373-BC78-49F1-9262-209B991CDE28}" dt="2025-03-13T04:04:55.107" v="2" actId="47"/>
        <pc:sldMkLst>
          <pc:docMk/>
          <pc:sldMk cId="1440183149" sldId="485"/>
        </pc:sldMkLst>
      </pc:sldChg>
      <pc:sldChg chg="del">
        <pc:chgData name="Mohammed Fasha" userId="cc64f42d-a1a6-4f08-b97b-0c37f877119f" providerId="ADAL" clId="{1BAE7373-BC78-49F1-9262-209B991CDE28}" dt="2025-03-13T04:04:55.107" v="2" actId="47"/>
        <pc:sldMkLst>
          <pc:docMk/>
          <pc:sldMk cId="3841714060" sldId="486"/>
        </pc:sldMkLst>
      </pc:sldChg>
      <pc:sldChg chg="del">
        <pc:chgData name="Mohammed Fasha" userId="cc64f42d-a1a6-4f08-b97b-0c37f877119f" providerId="ADAL" clId="{1BAE7373-BC78-49F1-9262-209B991CDE28}" dt="2025-03-13T04:04:55.107" v="2" actId="47"/>
        <pc:sldMkLst>
          <pc:docMk/>
          <pc:sldMk cId="833725597" sldId="488"/>
        </pc:sldMkLst>
      </pc:sldChg>
      <pc:sldChg chg="del">
        <pc:chgData name="Mohammed Fasha" userId="cc64f42d-a1a6-4f08-b97b-0c37f877119f" providerId="ADAL" clId="{1BAE7373-BC78-49F1-9262-209B991CDE28}" dt="2025-03-13T04:04:55.107" v="2" actId="47"/>
        <pc:sldMkLst>
          <pc:docMk/>
          <pc:sldMk cId="4123470834" sldId="489"/>
        </pc:sldMkLst>
      </pc:sldChg>
      <pc:sldChg chg="del">
        <pc:chgData name="Mohammed Fasha" userId="cc64f42d-a1a6-4f08-b97b-0c37f877119f" providerId="ADAL" clId="{1BAE7373-BC78-49F1-9262-209B991CDE28}" dt="2025-03-13T04:04:55.107" v="2" actId="47"/>
        <pc:sldMkLst>
          <pc:docMk/>
          <pc:sldMk cId="4022017735" sldId="490"/>
        </pc:sldMkLst>
      </pc:sldChg>
      <pc:sldChg chg="del">
        <pc:chgData name="Mohammed Fasha" userId="cc64f42d-a1a6-4f08-b97b-0c37f877119f" providerId="ADAL" clId="{1BAE7373-BC78-49F1-9262-209B991CDE28}" dt="2025-03-13T04:04:55.107" v="2" actId="47"/>
        <pc:sldMkLst>
          <pc:docMk/>
          <pc:sldMk cId="2225061527" sldId="491"/>
        </pc:sldMkLst>
      </pc:sldChg>
      <pc:sldChg chg="del">
        <pc:chgData name="Mohammed Fasha" userId="cc64f42d-a1a6-4f08-b97b-0c37f877119f" providerId="ADAL" clId="{1BAE7373-BC78-49F1-9262-209B991CDE28}" dt="2025-03-13T04:04:55.107" v="2" actId="47"/>
        <pc:sldMkLst>
          <pc:docMk/>
          <pc:sldMk cId="673932695" sldId="492"/>
        </pc:sldMkLst>
      </pc:sldChg>
      <pc:sldChg chg="del">
        <pc:chgData name="Mohammed Fasha" userId="cc64f42d-a1a6-4f08-b97b-0c37f877119f" providerId="ADAL" clId="{1BAE7373-BC78-49F1-9262-209B991CDE28}" dt="2025-03-13T04:04:55.107" v="2" actId="47"/>
        <pc:sldMkLst>
          <pc:docMk/>
          <pc:sldMk cId="2512069021" sldId="493"/>
        </pc:sldMkLst>
      </pc:sldChg>
      <pc:sldChg chg="del">
        <pc:chgData name="Mohammed Fasha" userId="cc64f42d-a1a6-4f08-b97b-0c37f877119f" providerId="ADAL" clId="{1BAE7373-BC78-49F1-9262-209B991CDE28}" dt="2025-03-13T04:04:55.107" v="2" actId="47"/>
        <pc:sldMkLst>
          <pc:docMk/>
          <pc:sldMk cId="3290660304" sldId="494"/>
        </pc:sldMkLst>
      </pc:sldChg>
      <pc:sldChg chg="del">
        <pc:chgData name="Mohammed Fasha" userId="cc64f42d-a1a6-4f08-b97b-0c37f877119f" providerId="ADAL" clId="{1BAE7373-BC78-49F1-9262-209B991CDE28}" dt="2025-03-13T04:04:55.107" v="2" actId="47"/>
        <pc:sldMkLst>
          <pc:docMk/>
          <pc:sldMk cId="4079654275" sldId="495"/>
        </pc:sldMkLst>
      </pc:sldChg>
      <pc:sldChg chg="del">
        <pc:chgData name="Mohammed Fasha" userId="cc64f42d-a1a6-4f08-b97b-0c37f877119f" providerId="ADAL" clId="{1BAE7373-BC78-49F1-9262-209B991CDE28}" dt="2025-03-13T04:04:55.107" v="2" actId="47"/>
        <pc:sldMkLst>
          <pc:docMk/>
          <pc:sldMk cId="1501311303" sldId="496"/>
        </pc:sldMkLst>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del">
        <pc:chgData name="Mohammed Fasha" userId="cc64f42d-a1a6-4f08-b97b-0c37f877119f" providerId="ADAL" clId="{1BAE7373-BC78-49F1-9262-209B991CDE28}" dt="2025-03-13T04:04:46.913" v="0" actId="47"/>
        <pc:sldMkLst>
          <pc:docMk/>
          <pc:sldMk cId="2557217836" sldId="497"/>
        </pc:sldMkLst>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pChg chg="mod ord">
          <ac:chgData name="Mohammed Fasha" userId="cc64f42d-a1a6-4f08-b97b-0c37f877119f" providerId="ADAL" clId="{1BAE7373-BC78-49F1-9262-209B991CDE28}" dt="2025-03-13T04:12:19.831" v="212" actId="700"/>
          <ac:spMkLst>
            <pc:docMk/>
            <pc:sldMk cId="1069860255" sldId="498"/>
            <ac:spMk id="2" creationId="{3EB79A38-E483-2C48-B58F-0A43622EEF83}"/>
          </ac:spMkLst>
        </pc:spChg>
        <pc:spChg chg="mod ord">
          <ac:chgData name="Mohammed Fasha" userId="cc64f42d-a1a6-4f08-b97b-0c37f877119f" providerId="ADAL" clId="{1BAE7373-BC78-49F1-9262-209B991CDE28}" dt="2025-03-13T04:12:19.831" v="212" actId="700"/>
          <ac:spMkLst>
            <pc:docMk/>
            <pc:sldMk cId="1069860255" sldId="498"/>
            <ac:spMk id="3" creationId="{306865F1-D513-D066-6583-CF84E56B65E3}"/>
          </ac:spMkLst>
        </pc:spChg>
      </pc:sldChg>
      <pc:sldChg chg="addSp modSp add del mod">
        <pc:chgData name="Mohammed Fasha" userId="cc64f42d-a1a6-4f08-b97b-0c37f877119f" providerId="ADAL" clId="{1BAE7373-BC78-49F1-9262-209B991CDE28}" dt="2025-03-15T11:51:40.292" v="882" actId="47"/>
        <pc:sldMkLst>
          <pc:docMk/>
          <pc:sldMk cId="808794033" sldId="499"/>
        </pc:sldMkLst>
        <pc:spChg chg="mod">
          <ac:chgData name="Mohammed Fasha" userId="cc64f42d-a1a6-4f08-b97b-0c37f877119f" providerId="ADAL" clId="{1BAE7373-BC78-49F1-9262-209B991CDE28}" dt="2025-03-13T04:10:59.228" v="157" actId="20577"/>
          <ac:spMkLst>
            <pc:docMk/>
            <pc:sldMk cId="808794033" sldId="499"/>
            <ac:spMk id="2" creationId="{AA041F71-1A5D-34D7-6875-2AB1809D6471}"/>
          </ac:spMkLst>
        </pc:spChg>
        <pc:spChg chg="mod">
          <ac:chgData name="Mohammed Fasha" userId="cc64f42d-a1a6-4f08-b97b-0c37f877119f" providerId="ADAL" clId="{1BAE7373-BC78-49F1-9262-209B991CDE28}" dt="2025-03-13T04:12:00.579" v="205" actId="27636"/>
          <ac:spMkLst>
            <pc:docMk/>
            <pc:sldMk cId="808794033" sldId="499"/>
            <ac:spMk id="3" creationId="{5216FE16-5F04-F6D2-90D3-1692FD39084B}"/>
          </ac:spMkLst>
        </pc:spChg>
        <pc:picChg chg="add mod">
          <ac:chgData name="Mohammed Fasha" userId="cc64f42d-a1a6-4f08-b97b-0c37f877119f" providerId="ADAL" clId="{1BAE7373-BC78-49F1-9262-209B991CDE28}" dt="2025-03-13T04:12:07.800" v="210" actId="1076"/>
          <ac:picMkLst>
            <pc:docMk/>
            <pc:sldMk cId="808794033" sldId="499"/>
            <ac:picMk id="5" creationId="{BAB45DFA-FB74-3664-2D26-94486F6AB43B}"/>
          </ac:picMkLst>
        </pc:picChg>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pChg chg="add mod ord">
          <ac:chgData name="Mohammed Fasha" userId="cc64f42d-a1a6-4f08-b97b-0c37f877119f" providerId="ADAL" clId="{1BAE7373-BC78-49F1-9262-209B991CDE28}" dt="2025-03-13T04:12:33.221" v="234" actId="20577"/>
          <ac:spMkLst>
            <pc:docMk/>
            <pc:sldMk cId="2829698932" sldId="519"/>
            <ac:spMk id="4" creationId="{3AEF5832-2CBD-FEC5-FF6A-5DDF91E0D23C}"/>
          </ac:spMkLst>
        </pc:spChg>
        <pc:spChg chg="add mod ord">
          <ac:chgData name="Mohammed Fasha" userId="cc64f42d-a1a6-4f08-b97b-0c37f877119f" providerId="ADAL" clId="{1BAE7373-BC78-49F1-9262-209B991CDE28}" dt="2025-03-13T04:12:27.325" v="214" actId="700"/>
          <ac:spMkLst>
            <pc:docMk/>
            <pc:sldMk cId="2829698932" sldId="519"/>
            <ac:spMk id="5" creationId="{5A0E9AE2-7E21-798D-35FC-59815E884D5A}"/>
          </ac:spMkLst>
        </pc:spChg>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picChg chg="add mod">
          <ac:chgData name="Mohammed Fasha" userId="cc64f42d-a1a6-4f08-b97b-0c37f877119f" providerId="ADAL" clId="{1BAE7373-BC78-49F1-9262-209B991CDE28}" dt="2025-03-15T11:39:02.758" v="501" actId="1076"/>
          <ac:picMkLst>
            <pc:docMk/>
            <pc:sldMk cId="3509923534" sldId="520"/>
            <ac:picMk id="5" creationId="{77EFD2CD-E234-52A1-28F0-23DD6EDC2473}"/>
          </ac:picMkLst>
        </pc:pic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pChg chg="mod">
          <ac:chgData name="Mohammed Fasha" userId="cc64f42d-a1a6-4f08-b97b-0c37f877119f" providerId="ADAL" clId="{1BAE7373-BC78-49F1-9262-209B991CDE28}" dt="2025-03-15T11:42:32.562" v="612" actId="20577"/>
          <ac:spMkLst>
            <pc:docMk/>
            <pc:sldMk cId="3759274989" sldId="522"/>
            <ac:spMk id="2" creationId="{E253D051-39F0-8A57-DFD9-63EF758AF158}"/>
          </ac:spMkLst>
        </pc:spChg>
        <pc:spChg chg="del">
          <ac:chgData name="Mohammed Fasha" userId="cc64f42d-a1a6-4f08-b97b-0c37f877119f" providerId="ADAL" clId="{1BAE7373-BC78-49F1-9262-209B991CDE28}" dt="2025-03-15T11:42:28.787" v="600" actId="22"/>
          <ac:spMkLst>
            <pc:docMk/>
            <pc:sldMk cId="3759274989" sldId="522"/>
            <ac:spMk id="3" creationId="{3227EDFE-31D7-749E-9308-08659A647FD5}"/>
          </ac:spMkLst>
        </pc:spChg>
        <pc:spChg chg="add mod">
          <ac:chgData name="Mohammed Fasha" userId="cc64f42d-a1a6-4f08-b97b-0c37f877119f" providerId="ADAL" clId="{1BAE7373-BC78-49F1-9262-209B991CDE28}" dt="2025-03-15T11:47:51.528" v="874" actId="21"/>
          <ac:spMkLst>
            <pc:docMk/>
            <pc:sldMk cId="3759274989" sldId="522"/>
            <ac:spMk id="7" creationId="{3B79BF46-A34F-DC0B-44F6-64C8470A5975}"/>
          </ac:spMkLst>
        </pc:spChg>
        <pc:picChg chg="add del mod ord">
          <ac:chgData name="Mohammed Fasha" userId="cc64f42d-a1a6-4f08-b97b-0c37f877119f" providerId="ADAL" clId="{1BAE7373-BC78-49F1-9262-209B991CDE28}" dt="2025-03-15T11:47:51.528" v="874" actId="21"/>
          <ac:picMkLst>
            <pc:docMk/>
            <pc:sldMk cId="3759274989" sldId="522"/>
            <ac:picMk id="5" creationId="{972EC117-3243-1474-E416-CB5338D9C54B}"/>
          </ac:picMkLst>
        </pc:picChg>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pChg chg="mod">
          <ac:chgData name="Mohammed Fasha" userId="cc64f42d-a1a6-4f08-b97b-0c37f877119f" providerId="ADAL" clId="{1BAE7373-BC78-49F1-9262-209B991CDE28}" dt="2025-03-15T11:41:15.400" v="565" actId="27636"/>
          <ac:spMkLst>
            <pc:docMk/>
            <pc:sldMk cId="3584780757" sldId="525"/>
            <ac:spMk id="2" creationId="{02A6A345-9B5F-6DA5-5BF5-0FFAA3A77401}"/>
          </ac:spMkLst>
        </pc:spChg>
        <pc:spChg chg="mod">
          <ac:chgData name="Mohammed Fasha" userId="cc64f42d-a1a6-4f08-b97b-0c37f877119f" providerId="ADAL" clId="{1BAE7373-BC78-49F1-9262-209B991CDE28}" dt="2025-03-15T11:41:53.217" v="599" actId="20577"/>
          <ac:spMkLst>
            <pc:docMk/>
            <pc:sldMk cId="3584780757" sldId="525"/>
            <ac:spMk id="3" creationId="{0BCB2A67-C20C-9900-AC67-01F39CB859F8}"/>
          </ac:spMkLst>
        </pc:spChg>
      </pc:sldChg>
      <pc:sldChg chg="addSp delSp modSp new del">
        <pc:chgData name="Mohammed Fasha" userId="cc64f42d-a1a6-4f08-b97b-0c37f877119f" providerId="ADAL" clId="{1BAE7373-BC78-49F1-9262-209B991CDE28}" dt="2025-03-15T11:51:57" v="904" actId="47"/>
        <pc:sldMkLst>
          <pc:docMk/>
          <pc:sldMk cId="3883453810" sldId="526"/>
        </pc:sldMkLst>
        <pc:spChg chg="add del">
          <ac:chgData name="Mohammed Fasha" userId="cc64f42d-a1a6-4f08-b97b-0c37f877119f" providerId="ADAL" clId="{1BAE7373-BC78-49F1-9262-209B991CDE28}" dt="2025-03-15T11:49:33.004" v="881"/>
          <ac:spMkLst>
            <pc:docMk/>
            <pc:sldMk cId="3883453810" sldId="526"/>
            <ac:spMk id="3" creationId="{5E414730-EAE2-60A5-8C9B-F8E2254BE6B1}"/>
          </ac:spMkLst>
        </pc:spChg>
        <pc:spChg chg="add mod">
          <ac:chgData name="Mohammed Fasha" userId="cc64f42d-a1a6-4f08-b97b-0c37f877119f" providerId="ADAL" clId="{1BAE7373-BC78-49F1-9262-209B991CDE28}" dt="2025-03-15T11:49:33.004" v="881"/>
          <ac:spMkLst>
            <pc:docMk/>
            <pc:sldMk cId="3883453810" sldId="526"/>
            <ac:spMk id="4" creationId="{E1785530-7EE9-07DA-8253-2D44109C6B58}"/>
          </ac:spMkLst>
        </pc:spChg>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pChg chg="mod">
          <ac:chgData name="Mohammed Fasha" userId="cc64f42d-a1a6-4f08-b97b-0c37f877119f" providerId="ADAL" clId="{1BAE7373-BC78-49F1-9262-209B991CDE28}" dt="2025-03-15T11:43:05.775" v="624"/>
          <ac:spMkLst>
            <pc:docMk/>
            <pc:sldMk cId="3894291026" sldId="530"/>
            <ac:spMk id="2" creationId="{04479CCA-D646-F84B-D4A7-D655E366911A}"/>
          </ac:spMkLst>
        </pc:spChg>
        <pc:spChg chg="mod">
          <ac:chgData name="Mohammed Fasha" userId="cc64f42d-a1a6-4f08-b97b-0c37f877119f" providerId="ADAL" clId="{1BAE7373-BC78-49F1-9262-209B991CDE28}" dt="2025-03-15T11:46:09.408" v="792" actId="27636"/>
          <ac:spMkLst>
            <pc:docMk/>
            <pc:sldMk cId="3894291026" sldId="530"/>
            <ac:spMk id="3" creationId="{0CB143BC-3F6E-AD78-02BB-4295E71F41B9}"/>
          </ac:spMkLst>
        </pc:spChg>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del mod ord">
          <ac:chgData name="Mohammed Fasha" userId="cc64f42d-a1a6-4f08-b97b-0c37f877119f" providerId="ADAL" clId="{1BAE7373-BC78-49F1-9262-209B991CDE28}" dt="2025-03-15T11:46:48.828" v="796" actId="700"/>
          <ac:spMkLst>
            <pc:docMk/>
            <pc:sldMk cId="3096298792" sldId="531"/>
            <ac:spMk id="2" creationId="{01509DF9-F86D-6107-E238-B3DE33B216CF}"/>
          </ac:spMkLst>
        </pc:spChg>
        <pc:spChg chg="del mod ord">
          <ac:chgData name="Mohammed Fasha" userId="cc64f42d-a1a6-4f08-b97b-0c37f877119f" providerId="ADAL" clId="{1BAE7373-BC78-49F1-9262-209B991CDE28}" dt="2025-03-15T11:46:48.828" v="796" actId="700"/>
          <ac:spMkLst>
            <pc:docMk/>
            <pc:sldMk cId="3096298792" sldId="531"/>
            <ac:spMk id="3" creationId="{7C6D00BD-B545-76A4-D5E1-C202BF652959}"/>
          </ac:spMkLst>
        </pc:spChg>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3/15/2025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2"/>
          <a:stretch>
            <a:fillRect/>
          </a:stretch>
        </p:blipFill>
        <p:spPr>
          <a:xfrm>
            <a:off x="3370364" y="3605386"/>
            <a:ext cx="5451271" cy="2455091"/>
          </a:xfrm>
          <a:prstGeom prst="rect">
            <a:avLst/>
          </a:prstGeom>
        </p:spPr>
      </p:pic>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7379</TotalTime>
  <Words>865</Words>
  <Application>Microsoft Office PowerPoint</Application>
  <PresentationFormat>Widescreen</PresentationFormat>
  <Paragraphs>65</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Calibri Light</vt:lpstr>
      <vt:lpstr>Consolas</vt:lpstr>
      <vt:lpstr>TimesNewRomanPS-ItalicMT</vt:lpstr>
      <vt:lpstr>Office Theme</vt:lpstr>
      <vt:lpstr>307307 Introduction to Natural Language Processing</vt:lpstr>
      <vt:lpstr>What is Natural Language Processing?</vt:lpstr>
      <vt:lpstr>Why is NLP Challenging?</vt:lpstr>
      <vt:lpstr>Common NLP Applications</vt:lpstr>
      <vt:lpstr>Fundamental NLP Techniques</vt:lpstr>
      <vt:lpstr>Tokenization</vt:lpstr>
      <vt:lpstr>NLTK (Natural Language Toolkit)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2025-03-15T11:52:06Z</dcterms:modified>
</cp:coreProperties>
</file>