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455" r:id="rId2"/>
    <p:sldId id="520" r:id="rId3"/>
    <p:sldId id="521" r:id="rId4"/>
    <p:sldId id="530" r:id="rId5"/>
    <p:sldId id="531" r:id="rId6"/>
    <p:sldId id="497" r:id="rId7"/>
    <p:sldId id="525" r:id="rId8"/>
    <p:sldId id="532" r:id="rId9"/>
    <p:sldId id="533" r:id="rId10"/>
    <p:sldId id="534" r:id="rId11"/>
    <p:sldId id="535" r:id="rId12"/>
    <p:sldId id="536" r:id="rId13"/>
    <p:sldId id="537" r:id="rId14"/>
    <p:sldId id="538" r:id="rId15"/>
    <p:sldId id="539" r:id="rId16"/>
    <p:sldId id="542" r:id="rId17"/>
    <p:sldId id="540" r:id="rId18"/>
    <p:sldId id="543" r:id="rId19"/>
    <p:sldId id="544" r:id="rId20"/>
    <p:sldId id="545" r:id="rId21"/>
    <p:sldId id="546" r:id="rId22"/>
    <p:sldId id="551" r:id="rId23"/>
    <p:sldId id="550" r:id="rId24"/>
    <p:sldId id="552" r:id="rId25"/>
    <p:sldId id="553" r:id="rId26"/>
    <p:sldId id="554" r:id="rId27"/>
    <p:sldId id="555" r:id="rId28"/>
    <p:sldId id="549" r:id="rId29"/>
    <p:sldId id="547" r:id="rId30"/>
    <p:sldId id="54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AE7373-BC78-49F1-9262-209B991CDE28}" v="31" dt="2025-03-15T11:49:33.004"/>
    <p1510:client id="{534F862C-5423-415F-8625-CCE86B4944CE}" v="38" dt="2025-03-15T15:11:24.9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94660"/>
  </p:normalViewPr>
  <p:slideViewPr>
    <p:cSldViewPr snapToGrid="0">
      <p:cViewPr varScale="1">
        <p:scale>
          <a:sx n="146" d="100"/>
          <a:sy n="146" d="100"/>
        </p:scale>
        <p:origin x="126"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1BAE7373-BC78-49F1-9262-209B991CDE28}"/>
    <pc:docChg chg="undo redo custSel addSld delSld modSld sldOrd">
      <pc:chgData name="Mohammed Fasha" userId="cc64f42d-a1a6-4f08-b97b-0c37f877119f" providerId="ADAL" clId="{1BAE7373-BC78-49F1-9262-209B991CDE28}" dt="2025-03-15T11:52:00.762" v="910" actId="47"/>
      <pc:docMkLst>
        <pc:docMk/>
      </pc:docMkLst>
      <pc:sldChg chg="del">
        <pc:chgData name="Mohammed Fasha" userId="cc64f42d-a1a6-4f08-b97b-0c37f877119f" providerId="ADAL" clId="{1BAE7373-BC78-49F1-9262-209B991CDE28}" dt="2025-03-13T04:04:55.107" v="2" actId="47"/>
        <pc:sldMkLst>
          <pc:docMk/>
          <pc:sldMk cId="89912501" sldId="274"/>
        </pc:sldMkLst>
      </pc:sldChg>
      <pc:sldChg chg="del">
        <pc:chgData name="Mohammed Fasha" userId="cc64f42d-a1a6-4f08-b97b-0c37f877119f" providerId="ADAL" clId="{1BAE7373-BC78-49F1-9262-209B991CDE28}" dt="2025-03-13T04:04:55.107" v="2" actId="47"/>
        <pc:sldMkLst>
          <pc:docMk/>
          <pc:sldMk cId="1847087325" sldId="283"/>
        </pc:sldMkLst>
      </pc:sldChg>
      <pc:sldChg chg="del">
        <pc:chgData name="Mohammed Fasha" userId="cc64f42d-a1a6-4f08-b97b-0c37f877119f" providerId="ADAL" clId="{1BAE7373-BC78-49F1-9262-209B991CDE28}" dt="2025-03-13T04:04:55.107" v="2" actId="47"/>
        <pc:sldMkLst>
          <pc:docMk/>
          <pc:sldMk cId="771290671" sldId="284"/>
        </pc:sldMkLst>
      </pc:sldChg>
      <pc:sldChg chg="del">
        <pc:chgData name="Mohammed Fasha" userId="cc64f42d-a1a6-4f08-b97b-0c37f877119f" providerId="ADAL" clId="{1BAE7373-BC78-49F1-9262-209B991CDE28}" dt="2025-03-13T04:04:55.107" v="2" actId="47"/>
        <pc:sldMkLst>
          <pc:docMk/>
          <pc:sldMk cId="1234327519" sldId="287"/>
        </pc:sldMkLst>
      </pc:sldChg>
      <pc:sldChg chg="del">
        <pc:chgData name="Mohammed Fasha" userId="cc64f42d-a1a6-4f08-b97b-0c37f877119f" providerId="ADAL" clId="{1BAE7373-BC78-49F1-9262-209B991CDE28}" dt="2025-03-13T04:04:55.107" v="2" actId="47"/>
        <pc:sldMkLst>
          <pc:docMk/>
          <pc:sldMk cId="3304405524" sldId="292"/>
        </pc:sldMkLst>
      </pc:sldChg>
      <pc:sldChg chg="del">
        <pc:chgData name="Mohammed Fasha" userId="cc64f42d-a1a6-4f08-b97b-0c37f877119f" providerId="ADAL" clId="{1BAE7373-BC78-49F1-9262-209B991CDE28}" dt="2025-03-13T04:04:55.107" v="2" actId="47"/>
        <pc:sldMkLst>
          <pc:docMk/>
          <pc:sldMk cId="1217643332" sldId="294"/>
        </pc:sldMkLst>
      </pc:sldChg>
      <pc:sldChg chg="del">
        <pc:chgData name="Mohammed Fasha" userId="cc64f42d-a1a6-4f08-b97b-0c37f877119f" providerId="ADAL" clId="{1BAE7373-BC78-49F1-9262-209B991CDE28}" dt="2025-03-13T04:04:55.107" v="2" actId="47"/>
        <pc:sldMkLst>
          <pc:docMk/>
          <pc:sldMk cId="3526654973" sldId="295"/>
        </pc:sldMkLst>
      </pc:sldChg>
      <pc:sldChg chg="del">
        <pc:chgData name="Mohammed Fasha" userId="cc64f42d-a1a6-4f08-b97b-0c37f877119f" providerId="ADAL" clId="{1BAE7373-BC78-49F1-9262-209B991CDE28}" dt="2025-03-13T04:04:55.107" v="2" actId="47"/>
        <pc:sldMkLst>
          <pc:docMk/>
          <pc:sldMk cId="0" sldId="300"/>
        </pc:sldMkLst>
      </pc:sldChg>
      <pc:sldChg chg="del">
        <pc:chgData name="Mohammed Fasha" userId="cc64f42d-a1a6-4f08-b97b-0c37f877119f" providerId="ADAL" clId="{1BAE7373-BC78-49F1-9262-209B991CDE28}" dt="2025-03-13T04:04:55.107" v="2" actId="47"/>
        <pc:sldMkLst>
          <pc:docMk/>
          <pc:sldMk cId="0" sldId="301"/>
        </pc:sldMkLst>
      </pc:sldChg>
      <pc:sldChg chg="del">
        <pc:chgData name="Mohammed Fasha" userId="cc64f42d-a1a6-4f08-b97b-0c37f877119f" providerId="ADAL" clId="{1BAE7373-BC78-49F1-9262-209B991CDE28}" dt="2025-03-13T04:04:55.107" v="2" actId="47"/>
        <pc:sldMkLst>
          <pc:docMk/>
          <pc:sldMk cId="0" sldId="304"/>
        </pc:sldMkLst>
      </pc:sldChg>
      <pc:sldChg chg="del">
        <pc:chgData name="Mohammed Fasha" userId="cc64f42d-a1a6-4f08-b97b-0c37f877119f" providerId="ADAL" clId="{1BAE7373-BC78-49F1-9262-209B991CDE28}" dt="2025-03-13T04:04:55.107" v="2" actId="47"/>
        <pc:sldMkLst>
          <pc:docMk/>
          <pc:sldMk cId="0" sldId="314"/>
        </pc:sldMkLst>
      </pc:sldChg>
      <pc:sldChg chg="del">
        <pc:chgData name="Mohammed Fasha" userId="cc64f42d-a1a6-4f08-b97b-0c37f877119f" providerId="ADAL" clId="{1BAE7373-BC78-49F1-9262-209B991CDE28}" dt="2025-03-13T04:04:55.107" v="2" actId="47"/>
        <pc:sldMkLst>
          <pc:docMk/>
          <pc:sldMk cId="2362708721" sldId="321"/>
        </pc:sldMkLst>
      </pc:sldChg>
      <pc:sldChg chg="del">
        <pc:chgData name="Mohammed Fasha" userId="cc64f42d-a1a6-4f08-b97b-0c37f877119f" providerId="ADAL" clId="{1BAE7373-BC78-49F1-9262-209B991CDE28}" dt="2025-03-13T04:04:55.107" v="2" actId="47"/>
        <pc:sldMkLst>
          <pc:docMk/>
          <pc:sldMk cId="1477953107" sldId="324"/>
        </pc:sldMkLst>
      </pc:sldChg>
      <pc:sldChg chg="del">
        <pc:chgData name="Mohammed Fasha" userId="cc64f42d-a1a6-4f08-b97b-0c37f877119f" providerId="ADAL" clId="{1BAE7373-BC78-49F1-9262-209B991CDE28}" dt="2025-03-13T04:04:55.107" v="2" actId="47"/>
        <pc:sldMkLst>
          <pc:docMk/>
          <pc:sldMk cId="1624740157" sldId="346"/>
        </pc:sldMkLst>
      </pc:sldChg>
      <pc:sldChg chg="del">
        <pc:chgData name="Mohammed Fasha" userId="cc64f42d-a1a6-4f08-b97b-0c37f877119f" providerId="ADAL" clId="{1BAE7373-BC78-49F1-9262-209B991CDE28}" dt="2025-03-13T04:04:55.107" v="2" actId="47"/>
        <pc:sldMkLst>
          <pc:docMk/>
          <pc:sldMk cId="1093295885" sldId="365"/>
        </pc:sldMkLst>
      </pc:sldChg>
      <pc:sldChg chg="del">
        <pc:chgData name="Mohammed Fasha" userId="cc64f42d-a1a6-4f08-b97b-0c37f877119f" providerId="ADAL" clId="{1BAE7373-BC78-49F1-9262-209B991CDE28}" dt="2025-03-13T04:04:55.107" v="2" actId="47"/>
        <pc:sldMkLst>
          <pc:docMk/>
          <pc:sldMk cId="3638528156" sldId="366"/>
        </pc:sldMkLst>
      </pc:sldChg>
      <pc:sldChg chg="del">
        <pc:chgData name="Mohammed Fasha" userId="cc64f42d-a1a6-4f08-b97b-0c37f877119f" providerId="ADAL" clId="{1BAE7373-BC78-49F1-9262-209B991CDE28}" dt="2025-03-13T04:04:55.107" v="2" actId="47"/>
        <pc:sldMkLst>
          <pc:docMk/>
          <pc:sldMk cId="2714000580" sldId="367"/>
        </pc:sldMkLst>
      </pc:sldChg>
      <pc:sldChg chg="del">
        <pc:chgData name="Mohammed Fasha" userId="cc64f42d-a1a6-4f08-b97b-0c37f877119f" providerId="ADAL" clId="{1BAE7373-BC78-49F1-9262-209B991CDE28}" dt="2025-03-13T04:04:55.107" v="2" actId="47"/>
        <pc:sldMkLst>
          <pc:docMk/>
          <pc:sldMk cId="4103125789" sldId="368"/>
        </pc:sldMkLst>
      </pc:sldChg>
      <pc:sldChg chg="del">
        <pc:chgData name="Mohammed Fasha" userId="cc64f42d-a1a6-4f08-b97b-0c37f877119f" providerId="ADAL" clId="{1BAE7373-BC78-49F1-9262-209B991CDE28}" dt="2025-03-13T04:04:55.107" v="2" actId="47"/>
        <pc:sldMkLst>
          <pc:docMk/>
          <pc:sldMk cId="3243173744" sldId="369"/>
        </pc:sldMkLst>
      </pc:sldChg>
      <pc:sldChg chg="del">
        <pc:chgData name="Mohammed Fasha" userId="cc64f42d-a1a6-4f08-b97b-0c37f877119f" providerId="ADAL" clId="{1BAE7373-BC78-49F1-9262-209B991CDE28}" dt="2025-03-13T04:04:55.107" v="2" actId="47"/>
        <pc:sldMkLst>
          <pc:docMk/>
          <pc:sldMk cId="533099717" sldId="370"/>
        </pc:sldMkLst>
      </pc:sldChg>
      <pc:sldChg chg="del">
        <pc:chgData name="Mohammed Fasha" userId="cc64f42d-a1a6-4f08-b97b-0c37f877119f" providerId="ADAL" clId="{1BAE7373-BC78-49F1-9262-209B991CDE28}" dt="2025-03-13T04:04:55.107" v="2" actId="47"/>
        <pc:sldMkLst>
          <pc:docMk/>
          <pc:sldMk cId="403304745" sldId="371"/>
        </pc:sldMkLst>
      </pc:sldChg>
      <pc:sldChg chg="del">
        <pc:chgData name="Mohammed Fasha" userId="cc64f42d-a1a6-4f08-b97b-0c37f877119f" providerId="ADAL" clId="{1BAE7373-BC78-49F1-9262-209B991CDE28}" dt="2025-03-13T04:04:55.107" v="2" actId="47"/>
        <pc:sldMkLst>
          <pc:docMk/>
          <pc:sldMk cId="1274929313" sldId="372"/>
        </pc:sldMkLst>
      </pc:sldChg>
      <pc:sldChg chg="del">
        <pc:chgData name="Mohammed Fasha" userId="cc64f42d-a1a6-4f08-b97b-0c37f877119f" providerId="ADAL" clId="{1BAE7373-BC78-49F1-9262-209B991CDE28}" dt="2025-03-13T04:04:55.107" v="2" actId="47"/>
        <pc:sldMkLst>
          <pc:docMk/>
          <pc:sldMk cId="3412111298" sldId="376"/>
        </pc:sldMkLst>
      </pc:sldChg>
      <pc:sldChg chg="del">
        <pc:chgData name="Mohammed Fasha" userId="cc64f42d-a1a6-4f08-b97b-0c37f877119f" providerId="ADAL" clId="{1BAE7373-BC78-49F1-9262-209B991CDE28}" dt="2025-03-13T04:04:55.107" v="2" actId="47"/>
        <pc:sldMkLst>
          <pc:docMk/>
          <pc:sldMk cId="3601872685" sldId="382"/>
        </pc:sldMkLst>
      </pc:sldChg>
      <pc:sldChg chg="del">
        <pc:chgData name="Mohammed Fasha" userId="cc64f42d-a1a6-4f08-b97b-0c37f877119f" providerId="ADAL" clId="{1BAE7373-BC78-49F1-9262-209B991CDE28}" dt="2025-03-13T04:04:55.107" v="2" actId="47"/>
        <pc:sldMkLst>
          <pc:docMk/>
          <pc:sldMk cId="215899539" sldId="384"/>
        </pc:sldMkLst>
      </pc:sldChg>
      <pc:sldChg chg="del">
        <pc:chgData name="Mohammed Fasha" userId="cc64f42d-a1a6-4f08-b97b-0c37f877119f" providerId="ADAL" clId="{1BAE7373-BC78-49F1-9262-209B991CDE28}" dt="2025-03-13T04:04:55.107" v="2" actId="47"/>
        <pc:sldMkLst>
          <pc:docMk/>
          <pc:sldMk cId="2001631854" sldId="390"/>
        </pc:sldMkLst>
      </pc:sldChg>
      <pc:sldChg chg="del">
        <pc:chgData name="Mohammed Fasha" userId="cc64f42d-a1a6-4f08-b97b-0c37f877119f" providerId="ADAL" clId="{1BAE7373-BC78-49F1-9262-209B991CDE28}" dt="2025-03-13T04:04:55.107" v="2" actId="47"/>
        <pc:sldMkLst>
          <pc:docMk/>
          <pc:sldMk cId="2976191511" sldId="393"/>
        </pc:sldMkLst>
      </pc:sldChg>
      <pc:sldChg chg="del">
        <pc:chgData name="Mohammed Fasha" userId="cc64f42d-a1a6-4f08-b97b-0c37f877119f" providerId="ADAL" clId="{1BAE7373-BC78-49F1-9262-209B991CDE28}" dt="2025-03-13T04:04:55.107" v="2" actId="47"/>
        <pc:sldMkLst>
          <pc:docMk/>
          <pc:sldMk cId="3942416368" sldId="394"/>
        </pc:sldMkLst>
      </pc:sldChg>
      <pc:sldChg chg="del">
        <pc:chgData name="Mohammed Fasha" userId="cc64f42d-a1a6-4f08-b97b-0c37f877119f" providerId="ADAL" clId="{1BAE7373-BC78-49F1-9262-209B991CDE28}" dt="2025-03-13T04:04:55.107" v="2" actId="47"/>
        <pc:sldMkLst>
          <pc:docMk/>
          <pc:sldMk cId="2455239288" sldId="398"/>
        </pc:sldMkLst>
      </pc:sldChg>
      <pc:sldChg chg="del">
        <pc:chgData name="Mohammed Fasha" userId="cc64f42d-a1a6-4f08-b97b-0c37f877119f" providerId="ADAL" clId="{1BAE7373-BC78-49F1-9262-209B991CDE28}" dt="2025-03-13T04:04:55.107" v="2" actId="47"/>
        <pc:sldMkLst>
          <pc:docMk/>
          <pc:sldMk cId="322630100" sldId="401"/>
        </pc:sldMkLst>
      </pc:sldChg>
      <pc:sldChg chg="del">
        <pc:chgData name="Mohammed Fasha" userId="cc64f42d-a1a6-4f08-b97b-0c37f877119f" providerId="ADAL" clId="{1BAE7373-BC78-49F1-9262-209B991CDE28}" dt="2025-03-13T04:04:55.107" v="2" actId="47"/>
        <pc:sldMkLst>
          <pc:docMk/>
          <pc:sldMk cId="2446723419" sldId="402"/>
        </pc:sldMkLst>
      </pc:sldChg>
      <pc:sldChg chg="del">
        <pc:chgData name="Mohammed Fasha" userId="cc64f42d-a1a6-4f08-b97b-0c37f877119f" providerId="ADAL" clId="{1BAE7373-BC78-49F1-9262-209B991CDE28}" dt="2025-03-13T04:04:55.107" v="2" actId="47"/>
        <pc:sldMkLst>
          <pc:docMk/>
          <pc:sldMk cId="2708838154" sldId="405"/>
        </pc:sldMkLst>
      </pc:sldChg>
      <pc:sldChg chg="del">
        <pc:chgData name="Mohammed Fasha" userId="cc64f42d-a1a6-4f08-b97b-0c37f877119f" providerId="ADAL" clId="{1BAE7373-BC78-49F1-9262-209B991CDE28}" dt="2025-03-13T04:04:55.107" v="2" actId="47"/>
        <pc:sldMkLst>
          <pc:docMk/>
          <pc:sldMk cId="711859222" sldId="406"/>
        </pc:sldMkLst>
      </pc:sldChg>
      <pc:sldChg chg="del">
        <pc:chgData name="Mohammed Fasha" userId="cc64f42d-a1a6-4f08-b97b-0c37f877119f" providerId="ADAL" clId="{1BAE7373-BC78-49F1-9262-209B991CDE28}" dt="2025-03-13T04:04:55.107" v="2" actId="47"/>
        <pc:sldMkLst>
          <pc:docMk/>
          <pc:sldMk cId="430192280" sldId="409"/>
        </pc:sldMkLst>
      </pc:sldChg>
      <pc:sldChg chg="del">
        <pc:chgData name="Mohammed Fasha" userId="cc64f42d-a1a6-4f08-b97b-0c37f877119f" providerId="ADAL" clId="{1BAE7373-BC78-49F1-9262-209B991CDE28}" dt="2025-03-13T04:04:55.107" v="2" actId="47"/>
        <pc:sldMkLst>
          <pc:docMk/>
          <pc:sldMk cId="1261728788" sldId="410"/>
        </pc:sldMkLst>
      </pc:sldChg>
      <pc:sldChg chg="del">
        <pc:chgData name="Mohammed Fasha" userId="cc64f42d-a1a6-4f08-b97b-0c37f877119f" providerId="ADAL" clId="{1BAE7373-BC78-49F1-9262-209B991CDE28}" dt="2025-03-13T04:04:55.107" v="2" actId="47"/>
        <pc:sldMkLst>
          <pc:docMk/>
          <pc:sldMk cId="465427976" sldId="414"/>
        </pc:sldMkLst>
      </pc:sldChg>
      <pc:sldChg chg="del">
        <pc:chgData name="Mohammed Fasha" userId="cc64f42d-a1a6-4f08-b97b-0c37f877119f" providerId="ADAL" clId="{1BAE7373-BC78-49F1-9262-209B991CDE28}" dt="2025-03-13T04:04:55.107" v="2" actId="47"/>
        <pc:sldMkLst>
          <pc:docMk/>
          <pc:sldMk cId="4222832899" sldId="419"/>
        </pc:sldMkLst>
      </pc:sldChg>
      <pc:sldChg chg="del">
        <pc:chgData name="Mohammed Fasha" userId="cc64f42d-a1a6-4f08-b97b-0c37f877119f" providerId="ADAL" clId="{1BAE7373-BC78-49F1-9262-209B991CDE28}" dt="2025-03-13T04:04:55.107" v="2" actId="47"/>
        <pc:sldMkLst>
          <pc:docMk/>
          <pc:sldMk cId="3168225218" sldId="422"/>
        </pc:sldMkLst>
      </pc:sldChg>
      <pc:sldChg chg="del">
        <pc:chgData name="Mohammed Fasha" userId="cc64f42d-a1a6-4f08-b97b-0c37f877119f" providerId="ADAL" clId="{1BAE7373-BC78-49F1-9262-209B991CDE28}" dt="2025-03-13T04:04:55.107" v="2" actId="47"/>
        <pc:sldMkLst>
          <pc:docMk/>
          <pc:sldMk cId="2310344807" sldId="423"/>
        </pc:sldMkLst>
      </pc:sldChg>
      <pc:sldChg chg="del">
        <pc:chgData name="Mohammed Fasha" userId="cc64f42d-a1a6-4f08-b97b-0c37f877119f" providerId="ADAL" clId="{1BAE7373-BC78-49F1-9262-209B991CDE28}" dt="2025-03-13T04:04:55.107" v="2" actId="47"/>
        <pc:sldMkLst>
          <pc:docMk/>
          <pc:sldMk cId="707737036" sldId="425"/>
        </pc:sldMkLst>
      </pc:sldChg>
      <pc:sldChg chg="del">
        <pc:chgData name="Mohammed Fasha" userId="cc64f42d-a1a6-4f08-b97b-0c37f877119f" providerId="ADAL" clId="{1BAE7373-BC78-49F1-9262-209B991CDE28}" dt="2025-03-13T04:04:55.107" v="2" actId="47"/>
        <pc:sldMkLst>
          <pc:docMk/>
          <pc:sldMk cId="232656594" sldId="429"/>
        </pc:sldMkLst>
      </pc:sldChg>
      <pc:sldChg chg="del">
        <pc:chgData name="Mohammed Fasha" userId="cc64f42d-a1a6-4f08-b97b-0c37f877119f" providerId="ADAL" clId="{1BAE7373-BC78-49F1-9262-209B991CDE28}" dt="2025-03-13T04:04:55.107" v="2" actId="47"/>
        <pc:sldMkLst>
          <pc:docMk/>
          <pc:sldMk cId="404333880" sldId="433"/>
        </pc:sldMkLst>
      </pc:sldChg>
      <pc:sldChg chg="del">
        <pc:chgData name="Mohammed Fasha" userId="cc64f42d-a1a6-4f08-b97b-0c37f877119f" providerId="ADAL" clId="{1BAE7373-BC78-49F1-9262-209B991CDE28}" dt="2025-03-13T04:04:55.107" v="2" actId="47"/>
        <pc:sldMkLst>
          <pc:docMk/>
          <pc:sldMk cId="2523349106" sldId="442"/>
        </pc:sldMkLst>
      </pc:sldChg>
      <pc:sldChg chg="del">
        <pc:chgData name="Mohammed Fasha" userId="cc64f42d-a1a6-4f08-b97b-0c37f877119f" providerId="ADAL" clId="{1BAE7373-BC78-49F1-9262-209B991CDE28}" dt="2025-03-13T04:04:55.107" v="2" actId="47"/>
        <pc:sldMkLst>
          <pc:docMk/>
          <pc:sldMk cId="2515022167" sldId="443"/>
        </pc:sldMkLst>
      </pc:sldChg>
      <pc:sldChg chg="del">
        <pc:chgData name="Mohammed Fasha" userId="cc64f42d-a1a6-4f08-b97b-0c37f877119f" providerId="ADAL" clId="{1BAE7373-BC78-49F1-9262-209B991CDE28}" dt="2025-03-13T04:04:55.107" v="2" actId="47"/>
        <pc:sldMkLst>
          <pc:docMk/>
          <pc:sldMk cId="1977389857" sldId="445"/>
        </pc:sldMkLst>
      </pc:sldChg>
      <pc:sldChg chg="del">
        <pc:chgData name="Mohammed Fasha" userId="cc64f42d-a1a6-4f08-b97b-0c37f877119f" providerId="ADAL" clId="{1BAE7373-BC78-49F1-9262-209B991CDE28}" dt="2025-03-13T04:04:55.107" v="2" actId="47"/>
        <pc:sldMkLst>
          <pc:docMk/>
          <pc:sldMk cId="2140515002" sldId="446"/>
        </pc:sldMkLst>
      </pc:sldChg>
      <pc:sldChg chg="del">
        <pc:chgData name="Mohammed Fasha" userId="cc64f42d-a1a6-4f08-b97b-0c37f877119f" providerId="ADAL" clId="{1BAE7373-BC78-49F1-9262-209B991CDE28}" dt="2025-03-13T04:04:55.107" v="2" actId="47"/>
        <pc:sldMkLst>
          <pc:docMk/>
          <pc:sldMk cId="1932795151" sldId="448"/>
        </pc:sldMkLst>
      </pc:sldChg>
      <pc:sldChg chg="del">
        <pc:chgData name="Mohammed Fasha" userId="cc64f42d-a1a6-4f08-b97b-0c37f877119f" providerId="ADAL" clId="{1BAE7373-BC78-49F1-9262-209B991CDE28}" dt="2025-03-13T04:04:55.107" v="2" actId="47"/>
        <pc:sldMkLst>
          <pc:docMk/>
          <pc:sldMk cId="1837964685" sldId="451"/>
        </pc:sldMkLst>
      </pc:sldChg>
      <pc:sldChg chg="del">
        <pc:chgData name="Mohammed Fasha" userId="cc64f42d-a1a6-4f08-b97b-0c37f877119f" providerId="ADAL" clId="{1BAE7373-BC78-49F1-9262-209B991CDE28}" dt="2025-03-13T04:04:55.107" v="2" actId="47"/>
        <pc:sldMkLst>
          <pc:docMk/>
          <pc:sldMk cId="1229244997" sldId="452"/>
        </pc:sldMkLst>
      </pc:sldChg>
      <pc:sldChg chg="del">
        <pc:chgData name="Mohammed Fasha" userId="cc64f42d-a1a6-4f08-b97b-0c37f877119f" providerId="ADAL" clId="{1BAE7373-BC78-49F1-9262-209B991CDE28}" dt="2025-03-13T04:04:55.107" v="2" actId="47"/>
        <pc:sldMkLst>
          <pc:docMk/>
          <pc:sldMk cId="1789205401" sldId="453"/>
        </pc:sldMkLst>
      </pc:sldChg>
      <pc:sldChg chg="modSp mod">
        <pc:chgData name="Mohammed Fasha" userId="cc64f42d-a1a6-4f08-b97b-0c37f877119f" providerId="ADAL" clId="{1BAE7373-BC78-49F1-9262-209B991CDE28}" dt="2025-03-13T04:05:10.584" v="53" actId="20577"/>
        <pc:sldMkLst>
          <pc:docMk/>
          <pc:sldMk cId="1489447582" sldId="455"/>
        </pc:sldMkLst>
        <pc:spChg chg="mod">
          <ac:chgData name="Mohammed Fasha" userId="cc64f42d-a1a6-4f08-b97b-0c37f877119f" providerId="ADAL" clId="{1BAE7373-BC78-49F1-9262-209B991CDE28}" dt="2025-03-13T04:05:10.584" v="53" actId="20577"/>
          <ac:spMkLst>
            <pc:docMk/>
            <pc:sldMk cId="1489447582" sldId="455"/>
            <ac:spMk id="8" creationId="{107CF054-390C-DCFC-C9A6-9E95C859A175}"/>
          </ac:spMkLst>
        </pc:spChg>
      </pc:sldChg>
      <pc:sldChg chg="del">
        <pc:chgData name="Mohammed Fasha" userId="cc64f42d-a1a6-4f08-b97b-0c37f877119f" providerId="ADAL" clId="{1BAE7373-BC78-49F1-9262-209B991CDE28}" dt="2025-03-13T04:04:55.107" v="2" actId="47"/>
        <pc:sldMkLst>
          <pc:docMk/>
          <pc:sldMk cId="2921402285" sldId="457"/>
        </pc:sldMkLst>
      </pc:sldChg>
      <pc:sldChg chg="del">
        <pc:chgData name="Mohammed Fasha" userId="cc64f42d-a1a6-4f08-b97b-0c37f877119f" providerId="ADAL" clId="{1BAE7373-BC78-49F1-9262-209B991CDE28}" dt="2025-03-13T04:04:55.107" v="2" actId="47"/>
        <pc:sldMkLst>
          <pc:docMk/>
          <pc:sldMk cId="1912979039" sldId="458"/>
        </pc:sldMkLst>
      </pc:sldChg>
      <pc:sldChg chg="del">
        <pc:chgData name="Mohammed Fasha" userId="cc64f42d-a1a6-4f08-b97b-0c37f877119f" providerId="ADAL" clId="{1BAE7373-BC78-49F1-9262-209B991CDE28}" dt="2025-03-13T04:04:55.107" v="2" actId="47"/>
        <pc:sldMkLst>
          <pc:docMk/>
          <pc:sldMk cId="484589733" sldId="459"/>
        </pc:sldMkLst>
      </pc:sldChg>
      <pc:sldChg chg="del">
        <pc:chgData name="Mohammed Fasha" userId="cc64f42d-a1a6-4f08-b97b-0c37f877119f" providerId="ADAL" clId="{1BAE7373-BC78-49F1-9262-209B991CDE28}" dt="2025-03-13T04:04:55.107" v="2" actId="47"/>
        <pc:sldMkLst>
          <pc:docMk/>
          <pc:sldMk cId="1770736122" sldId="460"/>
        </pc:sldMkLst>
      </pc:sldChg>
      <pc:sldChg chg="del">
        <pc:chgData name="Mohammed Fasha" userId="cc64f42d-a1a6-4f08-b97b-0c37f877119f" providerId="ADAL" clId="{1BAE7373-BC78-49F1-9262-209B991CDE28}" dt="2025-03-13T04:04:55.107" v="2" actId="47"/>
        <pc:sldMkLst>
          <pc:docMk/>
          <pc:sldMk cId="2965647848" sldId="463"/>
        </pc:sldMkLst>
      </pc:sldChg>
      <pc:sldChg chg="del">
        <pc:chgData name="Mohammed Fasha" userId="cc64f42d-a1a6-4f08-b97b-0c37f877119f" providerId="ADAL" clId="{1BAE7373-BC78-49F1-9262-209B991CDE28}" dt="2025-03-13T04:04:55.107" v="2" actId="47"/>
        <pc:sldMkLst>
          <pc:docMk/>
          <pc:sldMk cId="109379533" sldId="464"/>
        </pc:sldMkLst>
      </pc:sldChg>
      <pc:sldChg chg="del">
        <pc:chgData name="Mohammed Fasha" userId="cc64f42d-a1a6-4f08-b97b-0c37f877119f" providerId="ADAL" clId="{1BAE7373-BC78-49F1-9262-209B991CDE28}" dt="2025-03-13T04:04:55.107" v="2" actId="47"/>
        <pc:sldMkLst>
          <pc:docMk/>
          <pc:sldMk cId="719424402" sldId="467"/>
        </pc:sldMkLst>
      </pc:sldChg>
      <pc:sldChg chg="del">
        <pc:chgData name="Mohammed Fasha" userId="cc64f42d-a1a6-4f08-b97b-0c37f877119f" providerId="ADAL" clId="{1BAE7373-BC78-49F1-9262-209B991CDE28}" dt="2025-03-13T04:04:55.107" v="2" actId="47"/>
        <pc:sldMkLst>
          <pc:docMk/>
          <pc:sldMk cId="3168600941" sldId="471"/>
        </pc:sldMkLst>
      </pc:sldChg>
      <pc:sldChg chg="del">
        <pc:chgData name="Mohammed Fasha" userId="cc64f42d-a1a6-4f08-b97b-0c37f877119f" providerId="ADAL" clId="{1BAE7373-BC78-49F1-9262-209B991CDE28}" dt="2025-03-13T04:04:55.107" v="2" actId="47"/>
        <pc:sldMkLst>
          <pc:docMk/>
          <pc:sldMk cId="2302099845" sldId="472"/>
        </pc:sldMkLst>
      </pc:sldChg>
      <pc:sldChg chg="del">
        <pc:chgData name="Mohammed Fasha" userId="cc64f42d-a1a6-4f08-b97b-0c37f877119f" providerId="ADAL" clId="{1BAE7373-BC78-49F1-9262-209B991CDE28}" dt="2025-03-13T04:04:55.107" v="2" actId="47"/>
        <pc:sldMkLst>
          <pc:docMk/>
          <pc:sldMk cId="118211851" sldId="473"/>
        </pc:sldMkLst>
      </pc:sldChg>
      <pc:sldChg chg="del">
        <pc:chgData name="Mohammed Fasha" userId="cc64f42d-a1a6-4f08-b97b-0c37f877119f" providerId="ADAL" clId="{1BAE7373-BC78-49F1-9262-209B991CDE28}" dt="2025-03-13T04:04:55.107" v="2" actId="47"/>
        <pc:sldMkLst>
          <pc:docMk/>
          <pc:sldMk cId="1150689950" sldId="474"/>
        </pc:sldMkLst>
      </pc:sldChg>
      <pc:sldChg chg="del">
        <pc:chgData name="Mohammed Fasha" userId="cc64f42d-a1a6-4f08-b97b-0c37f877119f" providerId="ADAL" clId="{1BAE7373-BC78-49F1-9262-209B991CDE28}" dt="2025-03-13T04:04:55.107" v="2" actId="47"/>
        <pc:sldMkLst>
          <pc:docMk/>
          <pc:sldMk cId="942593251" sldId="475"/>
        </pc:sldMkLst>
      </pc:sldChg>
      <pc:sldChg chg="del">
        <pc:chgData name="Mohammed Fasha" userId="cc64f42d-a1a6-4f08-b97b-0c37f877119f" providerId="ADAL" clId="{1BAE7373-BC78-49F1-9262-209B991CDE28}" dt="2025-03-13T04:04:55.107" v="2" actId="47"/>
        <pc:sldMkLst>
          <pc:docMk/>
          <pc:sldMk cId="94366255" sldId="476"/>
        </pc:sldMkLst>
      </pc:sldChg>
      <pc:sldChg chg="del">
        <pc:chgData name="Mohammed Fasha" userId="cc64f42d-a1a6-4f08-b97b-0c37f877119f" providerId="ADAL" clId="{1BAE7373-BC78-49F1-9262-209B991CDE28}" dt="2025-03-13T04:04:55.107" v="2" actId="47"/>
        <pc:sldMkLst>
          <pc:docMk/>
          <pc:sldMk cId="3109107256" sldId="477"/>
        </pc:sldMkLst>
      </pc:sldChg>
      <pc:sldChg chg="del">
        <pc:chgData name="Mohammed Fasha" userId="cc64f42d-a1a6-4f08-b97b-0c37f877119f" providerId="ADAL" clId="{1BAE7373-BC78-49F1-9262-209B991CDE28}" dt="2025-03-13T04:04:55.107" v="2" actId="47"/>
        <pc:sldMkLst>
          <pc:docMk/>
          <pc:sldMk cId="408884363" sldId="483"/>
        </pc:sldMkLst>
      </pc:sldChg>
      <pc:sldChg chg="del">
        <pc:chgData name="Mohammed Fasha" userId="cc64f42d-a1a6-4f08-b97b-0c37f877119f" providerId="ADAL" clId="{1BAE7373-BC78-49F1-9262-209B991CDE28}" dt="2025-03-13T04:04:55.107" v="2" actId="47"/>
        <pc:sldMkLst>
          <pc:docMk/>
          <pc:sldMk cId="994101439" sldId="484"/>
        </pc:sldMkLst>
      </pc:sldChg>
      <pc:sldChg chg="del">
        <pc:chgData name="Mohammed Fasha" userId="cc64f42d-a1a6-4f08-b97b-0c37f877119f" providerId="ADAL" clId="{1BAE7373-BC78-49F1-9262-209B991CDE28}" dt="2025-03-13T04:04:55.107" v="2" actId="47"/>
        <pc:sldMkLst>
          <pc:docMk/>
          <pc:sldMk cId="1440183149" sldId="485"/>
        </pc:sldMkLst>
      </pc:sldChg>
      <pc:sldChg chg="del">
        <pc:chgData name="Mohammed Fasha" userId="cc64f42d-a1a6-4f08-b97b-0c37f877119f" providerId="ADAL" clId="{1BAE7373-BC78-49F1-9262-209B991CDE28}" dt="2025-03-13T04:04:55.107" v="2" actId="47"/>
        <pc:sldMkLst>
          <pc:docMk/>
          <pc:sldMk cId="3841714060" sldId="486"/>
        </pc:sldMkLst>
      </pc:sldChg>
      <pc:sldChg chg="del">
        <pc:chgData name="Mohammed Fasha" userId="cc64f42d-a1a6-4f08-b97b-0c37f877119f" providerId="ADAL" clId="{1BAE7373-BC78-49F1-9262-209B991CDE28}" dt="2025-03-13T04:04:55.107" v="2" actId="47"/>
        <pc:sldMkLst>
          <pc:docMk/>
          <pc:sldMk cId="833725597" sldId="488"/>
        </pc:sldMkLst>
      </pc:sldChg>
      <pc:sldChg chg="del">
        <pc:chgData name="Mohammed Fasha" userId="cc64f42d-a1a6-4f08-b97b-0c37f877119f" providerId="ADAL" clId="{1BAE7373-BC78-49F1-9262-209B991CDE28}" dt="2025-03-13T04:04:55.107" v="2" actId="47"/>
        <pc:sldMkLst>
          <pc:docMk/>
          <pc:sldMk cId="4123470834" sldId="489"/>
        </pc:sldMkLst>
      </pc:sldChg>
      <pc:sldChg chg="del">
        <pc:chgData name="Mohammed Fasha" userId="cc64f42d-a1a6-4f08-b97b-0c37f877119f" providerId="ADAL" clId="{1BAE7373-BC78-49F1-9262-209B991CDE28}" dt="2025-03-13T04:04:55.107" v="2" actId="47"/>
        <pc:sldMkLst>
          <pc:docMk/>
          <pc:sldMk cId="4022017735" sldId="490"/>
        </pc:sldMkLst>
      </pc:sldChg>
      <pc:sldChg chg="del">
        <pc:chgData name="Mohammed Fasha" userId="cc64f42d-a1a6-4f08-b97b-0c37f877119f" providerId="ADAL" clId="{1BAE7373-BC78-49F1-9262-209B991CDE28}" dt="2025-03-13T04:04:55.107" v="2" actId="47"/>
        <pc:sldMkLst>
          <pc:docMk/>
          <pc:sldMk cId="2225061527" sldId="491"/>
        </pc:sldMkLst>
      </pc:sldChg>
      <pc:sldChg chg="del">
        <pc:chgData name="Mohammed Fasha" userId="cc64f42d-a1a6-4f08-b97b-0c37f877119f" providerId="ADAL" clId="{1BAE7373-BC78-49F1-9262-209B991CDE28}" dt="2025-03-13T04:04:55.107" v="2" actId="47"/>
        <pc:sldMkLst>
          <pc:docMk/>
          <pc:sldMk cId="673932695" sldId="492"/>
        </pc:sldMkLst>
      </pc:sldChg>
      <pc:sldChg chg="del">
        <pc:chgData name="Mohammed Fasha" userId="cc64f42d-a1a6-4f08-b97b-0c37f877119f" providerId="ADAL" clId="{1BAE7373-BC78-49F1-9262-209B991CDE28}" dt="2025-03-13T04:04:55.107" v="2" actId="47"/>
        <pc:sldMkLst>
          <pc:docMk/>
          <pc:sldMk cId="2512069021" sldId="493"/>
        </pc:sldMkLst>
      </pc:sldChg>
      <pc:sldChg chg="del">
        <pc:chgData name="Mohammed Fasha" userId="cc64f42d-a1a6-4f08-b97b-0c37f877119f" providerId="ADAL" clId="{1BAE7373-BC78-49F1-9262-209B991CDE28}" dt="2025-03-13T04:04:55.107" v="2" actId="47"/>
        <pc:sldMkLst>
          <pc:docMk/>
          <pc:sldMk cId="3290660304" sldId="494"/>
        </pc:sldMkLst>
      </pc:sldChg>
      <pc:sldChg chg="del">
        <pc:chgData name="Mohammed Fasha" userId="cc64f42d-a1a6-4f08-b97b-0c37f877119f" providerId="ADAL" clId="{1BAE7373-BC78-49F1-9262-209B991CDE28}" dt="2025-03-13T04:04:55.107" v="2" actId="47"/>
        <pc:sldMkLst>
          <pc:docMk/>
          <pc:sldMk cId="4079654275" sldId="495"/>
        </pc:sldMkLst>
      </pc:sldChg>
      <pc:sldChg chg="del">
        <pc:chgData name="Mohammed Fasha" userId="cc64f42d-a1a6-4f08-b97b-0c37f877119f" providerId="ADAL" clId="{1BAE7373-BC78-49F1-9262-209B991CDE28}" dt="2025-03-13T04:04:55.107" v="2" actId="47"/>
        <pc:sldMkLst>
          <pc:docMk/>
          <pc:sldMk cId="1501311303" sldId="496"/>
        </pc:sldMkLst>
      </pc:sldChg>
      <pc:sldChg chg="modSp new mod">
        <pc:chgData name="Mohammed Fasha" userId="cc64f42d-a1a6-4f08-b97b-0c37f877119f" providerId="ADAL" clId="{1BAE7373-BC78-49F1-9262-209B991CDE28}" dt="2025-03-13T04:10:14.044" v="122" actId="6549"/>
        <pc:sldMkLst>
          <pc:docMk/>
          <pc:sldMk cId="2022598249" sldId="497"/>
        </pc:sldMkLst>
        <pc:spChg chg="mod">
          <ac:chgData name="Mohammed Fasha" userId="cc64f42d-a1a6-4f08-b97b-0c37f877119f" providerId="ADAL" clId="{1BAE7373-BC78-49F1-9262-209B991CDE28}" dt="2025-03-13T04:09:06.644" v="84" actId="207"/>
          <ac:spMkLst>
            <pc:docMk/>
            <pc:sldMk cId="2022598249" sldId="497"/>
            <ac:spMk id="2" creationId="{E474E9DA-5B05-F88D-33A2-F0B0838F2B5F}"/>
          </ac:spMkLst>
        </pc:spChg>
        <pc:spChg chg="mod">
          <ac:chgData name="Mohammed Fasha" userId="cc64f42d-a1a6-4f08-b97b-0c37f877119f" providerId="ADAL" clId="{1BAE7373-BC78-49F1-9262-209B991CDE28}" dt="2025-03-13T04:10:14.044" v="122" actId="6549"/>
          <ac:spMkLst>
            <pc:docMk/>
            <pc:sldMk cId="2022598249" sldId="497"/>
            <ac:spMk id="3" creationId="{A5195869-3520-9DAA-D835-4CA6C4C9E68B}"/>
          </ac:spMkLst>
        </pc:spChg>
      </pc:sldChg>
      <pc:sldChg chg="del">
        <pc:chgData name="Mohammed Fasha" userId="cc64f42d-a1a6-4f08-b97b-0c37f877119f" providerId="ADAL" clId="{1BAE7373-BC78-49F1-9262-209B991CDE28}" dt="2025-03-13T04:04:46.913" v="0" actId="47"/>
        <pc:sldMkLst>
          <pc:docMk/>
          <pc:sldMk cId="2557217836" sldId="497"/>
        </pc:sldMkLst>
      </pc:sldChg>
      <pc:sldChg chg="modSp add del mod modClrScheme chgLayout">
        <pc:chgData name="Mohammed Fasha" userId="cc64f42d-a1a6-4f08-b97b-0c37f877119f" providerId="ADAL" clId="{1BAE7373-BC78-49F1-9262-209B991CDE28}" dt="2025-03-15T11:51:52.430" v="903" actId="47"/>
        <pc:sldMkLst>
          <pc:docMk/>
          <pc:sldMk cId="1069860255" sldId="498"/>
        </pc:sldMkLst>
      </pc:sldChg>
      <pc:sldChg chg="addSp modSp add del mod">
        <pc:chgData name="Mohammed Fasha" userId="cc64f42d-a1a6-4f08-b97b-0c37f877119f" providerId="ADAL" clId="{1BAE7373-BC78-49F1-9262-209B991CDE28}" dt="2025-03-15T11:51:40.292" v="882" actId="47"/>
        <pc:sldMkLst>
          <pc:docMk/>
          <pc:sldMk cId="808794033" sldId="499"/>
        </pc:sldMkLst>
      </pc:sldChg>
      <pc:sldChg chg="add del">
        <pc:chgData name="Mohammed Fasha" userId="cc64f42d-a1a6-4f08-b97b-0c37f877119f" providerId="ADAL" clId="{1BAE7373-BC78-49F1-9262-209B991CDE28}" dt="2025-03-15T11:51:40.936" v="883" actId="47"/>
        <pc:sldMkLst>
          <pc:docMk/>
          <pc:sldMk cId="1222037191" sldId="500"/>
        </pc:sldMkLst>
      </pc:sldChg>
      <pc:sldChg chg="add del">
        <pc:chgData name="Mohammed Fasha" userId="cc64f42d-a1a6-4f08-b97b-0c37f877119f" providerId="ADAL" clId="{1BAE7373-BC78-49F1-9262-209B991CDE28}" dt="2025-03-15T11:51:41.901" v="884" actId="47"/>
        <pc:sldMkLst>
          <pc:docMk/>
          <pc:sldMk cId="857394022" sldId="501"/>
        </pc:sldMkLst>
      </pc:sldChg>
      <pc:sldChg chg="add del">
        <pc:chgData name="Mohammed Fasha" userId="cc64f42d-a1a6-4f08-b97b-0c37f877119f" providerId="ADAL" clId="{1BAE7373-BC78-49F1-9262-209B991CDE28}" dt="2025-03-15T11:51:42.058" v="885" actId="47"/>
        <pc:sldMkLst>
          <pc:docMk/>
          <pc:sldMk cId="1290001230" sldId="502"/>
        </pc:sldMkLst>
      </pc:sldChg>
      <pc:sldChg chg="add del">
        <pc:chgData name="Mohammed Fasha" userId="cc64f42d-a1a6-4f08-b97b-0c37f877119f" providerId="ADAL" clId="{1BAE7373-BC78-49F1-9262-209B991CDE28}" dt="2025-03-15T11:51:42.231" v="886" actId="47"/>
        <pc:sldMkLst>
          <pc:docMk/>
          <pc:sldMk cId="1880244627" sldId="503"/>
        </pc:sldMkLst>
      </pc:sldChg>
      <pc:sldChg chg="add del">
        <pc:chgData name="Mohammed Fasha" userId="cc64f42d-a1a6-4f08-b97b-0c37f877119f" providerId="ADAL" clId="{1BAE7373-BC78-49F1-9262-209B991CDE28}" dt="2025-03-15T11:51:43.135" v="887" actId="47"/>
        <pc:sldMkLst>
          <pc:docMk/>
          <pc:sldMk cId="14264792" sldId="504"/>
        </pc:sldMkLst>
      </pc:sldChg>
      <pc:sldChg chg="add del">
        <pc:chgData name="Mohammed Fasha" userId="cc64f42d-a1a6-4f08-b97b-0c37f877119f" providerId="ADAL" clId="{1BAE7373-BC78-49F1-9262-209B991CDE28}" dt="2025-03-15T11:51:43.291" v="888" actId="47"/>
        <pc:sldMkLst>
          <pc:docMk/>
          <pc:sldMk cId="1313527025" sldId="505"/>
        </pc:sldMkLst>
      </pc:sldChg>
      <pc:sldChg chg="add del">
        <pc:chgData name="Mohammed Fasha" userId="cc64f42d-a1a6-4f08-b97b-0c37f877119f" providerId="ADAL" clId="{1BAE7373-BC78-49F1-9262-209B991CDE28}" dt="2025-03-15T11:51:44.477" v="889" actId="47"/>
        <pc:sldMkLst>
          <pc:docMk/>
          <pc:sldMk cId="1033311027" sldId="506"/>
        </pc:sldMkLst>
      </pc:sldChg>
      <pc:sldChg chg="add del">
        <pc:chgData name="Mohammed Fasha" userId="cc64f42d-a1a6-4f08-b97b-0c37f877119f" providerId="ADAL" clId="{1BAE7373-BC78-49F1-9262-209B991CDE28}" dt="2025-03-15T11:51:44.634" v="890" actId="47"/>
        <pc:sldMkLst>
          <pc:docMk/>
          <pc:sldMk cId="1936933421" sldId="507"/>
        </pc:sldMkLst>
      </pc:sldChg>
      <pc:sldChg chg="add del">
        <pc:chgData name="Mohammed Fasha" userId="cc64f42d-a1a6-4f08-b97b-0c37f877119f" providerId="ADAL" clId="{1BAE7373-BC78-49F1-9262-209B991CDE28}" dt="2025-03-15T11:51:45.845" v="891" actId="47"/>
        <pc:sldMkLst>
          <pc:docMk/>
          <pc:sldMk cId="1634562995" sldId="508"/>
        </pc:sldMkLst>
      </pc:sldChg>
      <pc:sldChg chg="add del">
        <pc:chgData name="Mohammed Fasha" userId="cc64f42d-a1a6-4f08-b97b-0c37f877119f" providerId="ADAL" clId="{1BAE7373-BC78-49F1-9262-209B991CDE28}" dt="2025-03-15T11:51:46.008" v="892" actId="47"/>
        <pc:sldMkLst>
          <pc:docMk/>
          <pc:sldMk cId="1060241704" sldId="509"/>
        </pc:sldMkLst>
      </pc:sldChg>
      <pc:sldChg chg="add del">
        <pc:chgData name="Mohammed Fasha" userId="cc64f42d-a1a6-4f08-b97b-0c37f877119f" providerId="ADAL" clId="{1BAE7373-BC78-49F1-9262-209B991CDE28}" dt="2025-03-15T11:51:46.168" v="893" actId="47"/>
        <pc:sldMkLst>
          <pc:docMk/>
          <pc:sldMk cId="1837881519" sldId="510"/>
        </pc:sldMkLst>
      </pc:sldChg>
      <pc:sldChg chg="add del">
        <pc:chgData name="Mohammed Fasha" userId="cc64f42d-a1a6-4f08-b97b-0c37f877119f" providerId="ADAL" clId="{1BAE7373-BC78-49F1-9262-209B991CDE28}" dt="2025-03-15T11:51:47.150" v="894" actId="47"/>
        <pc:sldMkLst>
          <pc:docMk/>
          <pc:sldMk cId="3389893482" sldId="511"/>
        </pc:sldMkLst>
      </pc:sldChg>
      <pc:sldChg chg="add del">
        <pc:chgData name="Mohammed Fasha" userId="cc64f42d-a1a6-4f08-b97b-0c37f877119f" providerId="ADAL" clId="{1BAE7373-BC78-49F1-9262-209B991CDE28}" dt="2025-03-15T11:51:47.315" v="895" actId="47"/>
        <pc:sldMkLst>
          <pc:docMk/>
          <pc:sldMk cId="3114818070" sldId="512"/>
        </pc:sldMkLst>
      </pc:sldChg>
      <pc:sldChg chg="add del">
        <pc:chgData name="Mohammed Fasha" userId="cc64f42d-a1a6-4f08-b97b-0c37f877119f" providerId="ADAL" clId="{1BAE7373-BC78-49F1-9262-209B991CDE28}" dt="2025-03-15T11:51:47.506" v="896" actId="47"/>
        <pc:sldMkLst>
          <pc:docMk/>
          <pc:sldMk cId="896186770" sldId="513"/>
        </pc:sldMkLst>
      </pc:sldChg>
      <pc:sldChg chg="add del">
        <pc:chgData name="Mohammed Fasha" userId="cc64f42d-a1a6-4f08-b97b-0c37f877119f" providerId="ADAL" clId="{1BAE7373-BC78-49F1-9262-209B991CDE28}" dt="2025-03-15T11:51:49.324" v="897" actId="47"/>
        <pc:sldMkLst>
          <pc:docMk/>
          <pc:sldMk cId="889666672" sldId="514"/>
        </pc:sldMkLst>
      </pc:sldChg>
      <pc:sldChg chg="add del">
        <pc:chgData name="Mohammed Fasha" userId="cc64f42d-a1a6-4f08-b97b-0c37f877119f" providerId="ADAL" clId="{1BAE7373-BC78-49F1-9262-209B991CDE28}" dt="2025-03-15T11:51:49.481" v="898" actId="47"/>
        <pc:sldMkLst>
          <pc:docMk/>
          <pc:sldMk cId="3300467340" sldId="515"/>
        </pc:sldMkLst>
      </pc:sldChg>
      <pc:sldChg chg="add del">
        <pc:chgData name="Mohammed Fasha" userId="cc64f42d-a1a6-4f08-b97b-0c37f877119f" providerId="ADAL" clId="{1BAE7373-BC78-49F1-9262-209B991CDE28}" dt="2025-03-15T11:51:49.646" v="899" actId="47"/>
        <pc:sldMkLst>
          <pc:docMk/>
          <pc:sldMk cId="3151833208" sldId="516"/>
        </pc:sldMkLst>
      </pc:sldChg>
      <pc:sldChg chg="add del">
        <pc:chgData name="Mohammed Fasha" userId="cc64f42d-a1a6-4f08-b97b-0c37f877119f" providerId="ADAL" clId="{1BAE7373-BC78-49F1-9262-209B991CDE28}" dt="2025-03-15T11:51:50.100" v="900" actId="47"/>
        <pc:sldMkLst>
          <pc:docMk/>
          <pc:sldMk cId="548966014" sldId="517"/>
        </pc:sldMkLst>
      </pc:sldChg>
      <pc:sldChg chg="add del">
        <pc:chgData name="Mohammed Fasha" userId="cc64f42d-a1a6-4f08-b97b-0c37f877119f" providerId="ADAL" clId="{1BAE7373-BC78-49F1-9262-209B991CDE28}" dt="2025-03-15T11:51:50.838" v="901" actId="47"/>
        <pc:sldMkLst>
          <pc:docMk/>
          <pc:sldMk cId="1395976649" sldId="518"/>
        </pc:sldMkLst>
      </pc:sldChg>
      <pc:sldChg chg="addSp delSp modSp new del mod modClrScheme chgLayout">
        <pc:chgData name="Mohammed Fasha" userId="cc64f42d-a1a6-4f08-b97b-0c37f877119f" providerId="ADAL" clId="{1BAE7373-BC78-49F1-9262-209B991CDE28}" dt="2025-03-15T11:51:52.129" v="902" actId="47"/>
        <pc:sldMkLst>
          <pc:docMk/>
          <pc:sldMk cId="2829698932" sldId="519"/>
        </pc:sldMkLst>
      </pc:sldChg>
      <pc:sldChg chg="addSp modSp new mod">
        <pc:chgData name="Mohammed Fasha" userId="cc64f42d-a1a6-4f08-b97b-0c37f877119f" providerId="ADAL" clId="{1BAE7373-BC78-49F1-9262-209B991CDE28}" dt="2025-03-15T11:39:43.172" v="547" actId="1076"/>
        <pc:sldMkLst>
          <pc:docMk/>
          <pc:sldMk cId="3509923534" sldId="520"/>
        </pc:sldMkLst>
        <pc:spChg chg="mod">
          <ac:chgData name="Mohammed Fasha" userId="cc64f42d-a1a6-4f08-b97b-0c37f877119f" providerId="ADAL" clId="{1BAE7373-BC78-49F1-9262-209B991CDE28}" dt="2025-03-15T11:22:32.357" v="280" actId="20577"/>
          <ac:spMkLst>
            <pc:docMk/>
            <pc:sldMk cId="3509923534" sldId="520"/>
            <ac:spMk id="2" creationId="{A9BC6EFF-9D34-1B5E-FD93-E8EDD3A4D112}"/>
          </ac:spMkLst>
        </pc:spChg>
        <pc:spChg chg="mod">
          <ac:chgData name="Mohammed Fasha" userId="cc64f42d-a1a6-4f08-b97b-0c37f877119f" providerId="ADAL" clId="{1BAE7373-BC78-49F1-9262-209B991CDE28}" dt="2025-03-15T11:22:23.355" v="243" actId="12"/>
          <ac:spMkLst>
            <pc:docMk/>
            <pc:sldMk cId="3509923534" sldId="520"/>
            <ac:spMk id="3" creationId="{4DF4F3B0-B589-3689-1962-7F670A0D4924}"/>
          </ac:spMkLst>
        </pc:spChg>
        <pc:spChg chg="add mod">
          <ac:chgData name="Mohammed Fasha" userId="cc64f42d-a1a6-4f08-b97b-0c37f877119f" providerId="ADAL" clId="{1BAE7373-BC78-49F1-9262-209B991CDE28}" dt="2025-03-15T11:39:43.172" v="547" actId="1076"/>
          <ac:spMkLst>
            <pc:docMk/>
            <pc:sldMk cId="3509923534" sldId="520"/>
            <ac:spMk id="7" creationId="{AC1598C3-9401-C3A8-98D7-6C942E90F478}"/>
          </ac:spMkLst>
        </pc:spChg>
        <pc:picChg chg="add mod">
          <ac:chgData name="Mohammed Fasha" userId="cc64f42d-a1a6-4f08-b97b-0c37f877119f" providerId="ADAL" clId="{1BAE7373-BC78-49F1-9262-209B991CDE28}" dt="2025-03-15T11:39:02.758" v="501" actId="1076"/>
          <ac:picMkLst>
            <pc:docMk/>
            <pc:sldMk cId="3509923534" sldId="520"/>
            <ac:picMk id="5" creationId="{77EFD2CD-E234-52A1-28F0-23DD6EDC2473}"/>
          </ac:picMkLst>
        </pc:picChg>
      </pc:sldChg>
      <pc:sldChg chg="modSp new mod ord">
        <pc:chgData name="Mohammed Fasha" userId="cc64f42d-a1a6-4f08-b97b-0c37f877119f" providerId="ADAL" clId="{1BAE7373-BC78-49F1-9262-209B991CDE28}" dt="2025-03-15T11:40:49.537" v="550"/>
        <pc:sldMkLst>
          <pc:docMk/>
          <pc:sldMk cId="3581711231" sldId="521"/>
        </pc:sldMkLst>
        <pc:spChg chg="mod">
          <ac:chgData name="Mohammed Fasha" userId="cc64f42d-a1a6-4f08-b97b-0c37f877119f" providerId="ADAL" clId="{1BAE7373-BC78-49F1-9262-209B991CDE28}" dt="2025-03-15T11:23:00.240" v="309" actId="20577"/>
          <ac:spMkLst>
            <pc:docMk/>
            <pc:sldMk cId="3581711231" sldId="521"/>
            <ac:spMk id="2" creationId="{C42AB93C-A03E-1E2E-6361-CC316BDA668E}"/>
          </ac:spMkLst>
        </pc:spChg>
        <pc:spChg chg="mod">
          <ac:chgData name="Mohammed Fasha" userId="cc64f42d-a1a6-4f08-b97b-0c37f877119f" providerId="ADAL" clId="{1BAE7373-BC78-49F1-9262-209B991CDE28}" dt="2025-03-15T11:27:53.084" v="496" actId="14100"/>
          <ac:spMkLst>
            <pc:docMk/>
            <pc:sldMk cId="3581711231" sldId="521"/>
            <ac:spMk id="3" creationId="{2064DFA4-415B-78E0-2D28-2B7DB6158806}"/>
          </ac:spMkLst>
        </pc:spChg>
      </pc:sldChg>
      <pc:sldChg chg="addSp delSp modSp add del mod">
        <pc:chgData name="Mohammed Fasha" userId="cc64f42d-a1a6-4f08-b97b-0c37f877119f" providerId="ADAL" clId="{1BAE7373-BC78-49F1-9262-209B991CDE28}" dt="2025-03-15T11:51:59.039" v="908" actId="47"/>
        <pc:sldMkLst>
          <pc:docMk/>
          <pc:sldMk cId="3759274989" sldId="522"/>
        </pc:sldMkLst>
        <pc:spChg chg="mod">
          <ac:chgData name="Mohammed Fasha" userId="cc64f42d-a1a6-4f08-b97b-0c37f877119f" providerId="ADAL" clId="{1BAE7373-BC78-49F1-9262-209B991CDE28}" dt="2025-03-15T11:42:32.562" v="612" actId="20577"/>
          <ac:spMkLst>
            <pc:docMk/>
            <pc:sldMk cId="3759274989" sldId="522"/>
            <ac:spMk id="2" creationId="{E253D051-39F0-8A57-DFD9-63EF758AF158}"/>
          </ac:spMkLst>
        </pc:spChg>
        <pc:spChg chg="del">
          <ac:chgData name="Mohammed Fasha" userId="cc64f42d-a1a6-4f08-b97b-0c37f877119f" providerId="ADAL" clId="{1BAE7373-BC78-49F1-9262-209B991CDE28}" dt="2025-03-15T11:42:28.787" v="600" actId="22"/>
          <ac:spMkLst>
            <pc:docMk/>
            <pc:sldMk cId="3759274989" sldId="522"/>
            <ac:spMk id="3" creationId="{3227EDFE-31D7-749E-9308-08659A647FD5}"/>
          </ac:spMkLst>
        </pc:spChg>
        <pc:spChg chg="add mod">
          <ac:chgData name="Mohammed Fasha" userId="cc64f42d-a1a6-4f08-b97b-0c37f877119f" providerId="ADAL" clId="{1BAE7373-BC78-49F1-9262-209B991CDE28}" dt="2025-03-15T11:47:51.528" v="874" actId="21"/>
          <ac:spMkLst>
            <pc:docMk/>
            <pc:sldMk cId="3759274989" sldId="522"/>
            <ac:spMk id="7" creationId="{3B79BF46-A34F-DC0B-44F6-64C8470A5975}"/>
          </ac:spMkLst>
        </pc:spChg>
        <pc:picChg chg="add del mod ord">
          <ac:chgData name="Mohammed Fasha" userId="cc64f42d-a1a6-4f08-b97b-0c37f877119f" providerId="ADAL" clId="{1BAE7373-BC78-49F1-9262-209B991CDE28}" dt="2025-03-15T11:47:51.528" v="874" actId="21"/>
          <ac:picMkLst>
            <pc:docMk/>
            <pc:sldMk cId="3759274989" sldId="522"/>
            <ac:picMk id="5" creationId="{972EC117-3243-1474-E416-CB5338D9C54B}"/>
          </ac:picMkLst>
        </pc:picChg>
      </pc:sldChg>
      <pc:sldChg chg="add del">
        <pc:chgData name="Mohammed Fasha" userId="cc64f42d-a1a6-4f08-b97b-0c37f877119f" providerId="ADAL" clId="{1BAE7373-BC78-49F1-9262-209B991CDE28}" dt="2025-03-15T11:51:59.683" v="909" actId="47"/>
        <pc:sldMkLst>
          <pc:docMk/>
          <pc:sldMk cId="3131046011" sldId="523"/>
        </pc:sldMkLst>
      </pc:sldChg>
      <pc:sldChg chg="add del">
        <pc:chgData name="Mohammed Fasha" userId="cc64f42d-a1a6-4f08-b97b-0c37f877119f" providerId="ADAL" clId="{1BAE7373-BC78-49F1-9262-209B991CDE28}" dt="2025-03-15T11:52:00.762" v="910" actId="47"/>
        <pc:sldMkLst>
          <pc:docMk/>
          <pc:sldMk cId="2247196505" sldId="524"/>
        </pc:sldMkLst>
      </pc:sldChg>
      <pc:sldChg chg="addSp modSp new mod">
        <pc:chgData name="Mohammed Fasha" userId="cc64f42d-a1a6-4f08-b97b-0c37f877119f" providerId="ADAL" clId="{1BAE7373-BC78-49F1-9262-209B991CDE28}" dt="2025-03-15T11:48:03.959" v="879" actId="1076"/>
        <pc:sldMkLst>
          <pc:docMk/>
          <pc:sldMk cId="107150565" sldId="525"/>
        </pc:sldMkLst>
        <pc:spChg chg="mod">
          <ac:chgData name="Mohammed Fasha" userId="cc64f42d-a1a6-4f08-b97b-0c37f877119f" providerId="ADAL" clId="{1BAE7373-BC78-49F1-9262-209B991CDE28}" dt="2025-03-15T11:47:24.805" v="848" actId="20577"/>
          <ac:spMkLst>
            <pc:docMk/>
            <pc:sldMk cId="107150565" sldId="525"/>
            <ac:spMk id="2" creationId="{337D0A49-E958-51C8-0391-9AFA20F36B28}"/>
          </ac:spMkLst>
        </pc:spChg>
        <pc:spChg chg="mod">
          <ac:chgData name="Mohammed Fasha" userId="cc64f42d-a1a6-4f08-b97b-0c37f877119f" providerId="ADAL" clId="{1BAE7373-BC78-49F1-9262-209B991CDE28}" dt="2025-03-15T11:47:41.164" v="873" actId="12"/>
          <ac:spMkLst>
            <pc:docMk/>
            <pc:sldMk cId="107150565" sldId="525"/>
            <ac:spMk id="3" creationId="{9EE8CF05-119B-E254-30AF-92B4C11270E8}"/>
          </ac:spMkLst>
        </pc:spChg>
        <pc:picChg chg="add mod">
          <ac:chgData name="Mohammed Fasha" userId="cc64f42d-a1a6-4f08-b97b-0c37f877119f" providerId="ADAL" clId="{1BAE7373-BC78-49F1-9262-209B991CDE28}" dt="2025-03-15T11:48:03.959" v="879" actId="1076"/>
          <ac:picMkLst>
            <pc:docMk/>
            <pc:sldMk cId="107150565" sldId="525"/>
            <ac:picMk id="5" creationId="{972EC117-3243-1474-E416-CB5338D9C54B}"/>
          </ac:picMkLst>
        </pc:picChg>
      </pc:sldChg>
      <pc:sldChg chg="modSp new del mod">
        <pc:chgData name="Mohammed Fasha" userId="cc64f42d-a1a6-4f08-b97b-0c37f877119f" providerId="ADAL" clId="{1BAE7373-BC78-49F1-9262-209B991CDE28}" dt="2025-03-15T11:42:53.130" v="613" actId="47"/>
        <pc:sldMkLst>
          <pc:docMk/>
          <pc:sldMk cId="3584780757" sldId="525"/>
        </pc:sldMkLst>
        <pc:spChg chg="mod">
          <ac:chgData name="Mohammed Fasha" userId="cc64f42d-a1a6-4f08-b97b-0c37f877119f" providerId="ADAL" clId="{1BAE7373-BC78-49F1-9262-209B991CDE28}" dt="2025-03-15T11:41:15.400" v="565" actId="27636"/>
          <ac:spMkLst>
            <pc:docMk/>
            <pc:sldMk cId="3584780757" sldId="525"/>
            <ac:spMk id="2" creationId="{02A6A345-9B5F-6DA5-5BF5-0FFAA3A77401}"/>
          </ac:spMkLst>
        </pc:spChg>
        <pc:spChg chg="mod">
          <ac:chgData name="Mohammed Fasha" userId="cc64f42d-a1a6-4f08-b97b-0c37f877119f" providerId="ADAL" clId="{1BAE7373-BC78-49F1-9262-209B991CDE28}" dt="2025-03-15T11:41:53.217" v="599" actId="20577"/>
          <ac:spMkLst>
            <pc:docMk/>
            <pc:sldMk cId="3584780757" sldId="525"/>
            <ac:spMk id="3" creationId="{0BCB2A67-C20C-9900-AC67-01F39CB859F8}"/>
          </ac:spMkLst>
        </pc:spChg>
      </pc:sldChg>
      <pc:sldChg chg="addSp delSp modSp new del">
        <pc:chgData name="Mohammed Fasha" userId="cc64f42d-a1a6-4f08-b97b-0c37f877119f" providerId="ADAL" clId="{1BAE7373-BC78-49F1-9262-209B991CDE28}" dt="2025-03-15T11:51:57" v="904" actId="47"/>
        <pc:sldMkLst>
          <pc:docMk/>
          <pc:sldMk cId="3883453810" sldId="526"/>
        </pc:sldMkLst>
        <pc:spChg chg="add del">
          <ac:chgData name="Mohammed Fasha" userId="cc64f42d-a1a6-4f08-b97b-0c37f877119f" providerId="ADAL" clId="{1BAE7373-BC78-49F1-9262-209B991CDE28}" dt="2025-03-15T11:49:33.004" v="881"/>
          <ac:spMkLst>
            <pc:docMk/>
            <pc:sldMk cId="3883453810" sldId="526"/>
            <ac:spMk id="3" creationId="{5E414730-EAE2-60A5-8C9B-F8E2254BE6B1}"/>
          </ac:spMkLst>
        </pc:spChg>
        <pc:spChg chg="add mod">
          <ac:chgData name="Mohammed Fasha" userId="cc64f42d-a1a6-4f08-b97b-0c37f877119f" providerId="ADAL" clId="{1BAE7373-BC78-49F1-9262-209B991CDE28}" dt="2025-03-15T11:49:33.004" v="881"/>
          <ac:spMkLst>
            <pc:docMk/>
            <pc:sldMk cId="3883453810" sldId="526"/>
            <ac:spMk id="4" creationId="{E1785530-7EE9-07DA-8253-2D44109C6B58}"/>
          </ac:spMkLst>
        </pc:spChg>
      </pc:sldChg>
      <pc:sldChg chg="new del">
        <pc:chgData name="Mohammed Fasha" userId="cc64f42d-a1a6-4f08-b97b-0c37f877119f" providerId="ADAL" clId="{1BAE7373-BC78-49F1-9262-209B991CDE28}" dt="2025-03-15T11:51:57.276" v="905" actId="47"/>
        <pc:sldMkLst>
          <pc:docMk/>
          <pc:sldMk cId="4283168436" sldId="527"/>
        </pc:sldMkLst>
      </pc:sldChg>
      <pc:sldChg chg="new del">
        <pc:chgData name="Mohammed Fasha" userId="cc64f42d-a1a6-4f08-b97b-0c37f877119f" providerId="ADAL" clId="{1BAE7373-BC78-49F1-9262-209B991CDE28}" dt="2025-03-15T11:51:57.963" v="906" actId="47"/>
        <pc:sldMkLst>
          <pc:docMk/>
          <pc:sldMk cId="2486890084" sldId="528"/>
        </pc:sldMkLst>
      </pc:sldChg>
      <pc:sldChg chg="new del">
        <pc:chgData name="Mohammed Fasha" userId="cc64f42d-a1a6-4f08-b97b-0c37f877119f" providerId="ADAL" clId="{1BAE7373-BC78-49F1-9262-209B991CDE28}" dt="2025-03-15T11:51:58.385" v="907" actId="47"/>
        <pc:sldMkLst>
          <pc:docMk/>
          <pc:sldMk cId="2702302048" sldId="529"/>
        </pc:sldMkLst>
      </pc:sldChg>
      <pc:sldChg chg="add">
        <pc:chgData name="Mohammed Fasha" userId="cc64f42d-a1a6-4f08-b97b-0c37f877119f" providerId="ADAL" clId="{1BAE7373-BC78-49F1-9262-209B991CDE28}" dt="2025-03-15T11:46:15.216" v="794"/>
        <pc:sldMkLst>
          <pc:docMk/>
          <pc:sldMk cId="3860041620" sldId="530"/>
        </pc:sldMkLst>
      </pc:sldChg>
      <pc:sldChg chg="modSp new del mod">
        <pc:chgData name="Mohammed Fasha" userId="cc64f42d-a1a6-4f08-b97b-0c37f877119f" providerId="ADAL" clId="{1BAE7373-BC78-49F1-9262-209B991CDE28}" dt="2025-03-15T11:46:12.937" v="793" actId="2696"/>
        <pc:sldMkLst>
          <pc:docMk/>
          <pc:sldMk cId="3894291026" sldId="530"/>
        </pc:sldMkLst>
        <pc:spChg chg="mod">
          <ac:chgData name="Mohammed Fasha" userId="cc64f42d-a1a6-4f08-b97b-0c37f877119f" providerId="ADAL" clId="{1BAE7373-BC78-49F1-9262-209B991CDE28}" dt="2025-03-15T11:43:05.775" v="624"/>
          <ac:spMkLst>
            <pc:docMk/>
            <pc:sldMk cId="3894291026" sldId="530"/>
            <ac:spMk id="2" creationId="{04479CCA-D646-F84B-D4A7-D655E366911A}"/>
          </ac:spMkLst>
        </pc:spChg>
        <pc:spChg chg="mod">
          <ac:chgData name="Mohammed Fasha" userId="cc64f42d-a1a6-4f08-b97b-0c37f877119f" providerId="ADAL" clId="{1BAE7373-BC78-49F1-9262-209B991CDE28}" dt="2025-03-15T11:46:09.408" v="792" actId="27636"/>
          <ac:spMkLst>
            <pc:docMk/>
            <pc:sldMk cId="3894291026" sldId="530"/>
            <ac:spMk id="3" creationId="{0CB143BC-3F6E-AD78-02BB-4295E71F41B9}"/>
          </ac:spMkLst>
        </pc:spChg>
      </pc:sldChg>
      <pc:sldChg chg="addSp delSp modSp new mod modClrScheme chgLayout">
        <pc:chgData name="Mohammed Fasha" userId="cc64f42d-a1a6-4f08-b97b-0c37f877119f" providerId="ADAL" clId="{1BAE7373-BC78-49F1-9262-209B991CDE28}" dt="2025-03-15T11:47:02.304" v="823" actId="313"/>
        <pc:sldMkLst>
          <pc:docMk/>
          <pc:sldMk cId="3096298792" sldId="531"/>
        </pc:sldMkLst>
        <pc:spChg chg="del mod ord">
          <ac:chgData name="Mohammed Fasha" userId="cc64f42d-a1a6-4f08-b97b-0c37f877119f" providerId="ADAL" clId="{1BAE7373-BC78-49F1-9262-209B991CDE28}" dt="2025-03-15T11:46:48.828" v="796" actId="700"/>
          <ac:spMkLst>
            <pc:docMk/>
            <pc:sldMk cId="3096298792" sldId="531"/>
            <ac:spMk id="2" creationId="{01509DF9-F86D-6107-E238-B3DE33B216CF}"/>
          </ac:spMkLst>
        </pc:spChg>
        <pc:spChg chg="del mod ord">
          <ac:chgData name="Mohammed Fasha" userId="cc64f42d-a1a6-4f08-b97b-0c37f877119f" providerId="ADAL" clId="{1BAE7373-BC78-49F1-9262-209B991CDE28}" dt="2025-03-15T11:46:48.828" v="796" actId="700"/>
          <ac:spMkLst>
            <pc:docMk/>
            <pc:sldMk cId="3096298792" sldId="531"/>
            <ac:spMk id="3" creationId="{7C6D00BD-B545-76A4-D5E1-C202BF652959}"/>
          </ac:spMkLst>
        </pc:spChg>
        <pc:spChg chg="add mod ord">
          <ac:chgData name="Mohammed Fasha" userId="cc64f42d-a1a6-4f08-b97b-0c37f877119f" providerId="ADAL" clId="{1BAE7373-BC78-49F1-9262-209B991CDE28}" dt="2025-03-15T11:47:02.304" v="823" actId="313"/>
          <ac:spMkLst>
            <pc:docMk/>
            <pc:sldMk cId="3096298792" sldId="531"/>
            <ac:spMk id="4" creationId="{24B187BF-C026-788D-5ABE-FE99FABDF181}"/>
          </ac:spMkLst>
        </pc:spChg>
        <pc:spChg chg="add mod ord">
          <ac:chgData name="Mohammed Fasha" userId="cc64f42d-a1a6-4f08-b97b-0c37f877119f" providerId="ADAL" clId="{1BAE7373-BC78-49F1-9262-209B991CDE28}" dt="2025-03-15T11:46:48.828" v="796" actId="700"/>
          <ac:spMkLst>
            <pc:docMk/>
            <pc:sldMk cId="3096298792" sldId="531"/>
            <ac:spMk id="5" creationId="{BA6EBE55-64EA-80A9-4365-8C5A0D523DC4}"/>
          </ac:spMkLst>
        </pc:spChg>
      </pc:sld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docChgLst>
    <pc:chgData name="Mohammed Fasha" userId="cc64f42d-a1a6-4f08-b97b-0c37f877119f" providerId="ADAL" clId="{534F862C-5423-415F-8625-CCE86B4944CE}"/>
    <pc:docChg chg="undo redo custSel addSld delSld modSld sldOrd">
      <pc:chgData name="Mohammed Fasha" userId="cc64f42d-a1a6-4f08-b97b-0c37f877119f" providerId="ADAL" clId="{534F862C-5423-415F-8625-CCE86B4944CE}" dt="2025-03-15T15:25:49.352" v="1061" actId="20577"/>
      <pc:docMkLst>
        <pc:docMk/>
      </pc:docMkLst>
      <pc:sldChg chg="modSp mod">
        <pc:chgData name="Mohammed Fasha" userId="cc64f42d-a1a6-4f08-b97b-0c37f877119f" providerId="ADAL" clId="{534F862C-5423-415F-8625-CCE86B4944CE}" dt="2025-03-15T15:25:49.352" v="1061" actId="20577"/>
        <pc:sldMkLst>
          <pc:docMk/>
          <pc:sldMk cId="1489447582" sldId="455"/>
        </pc:sldMkLst>
        <pc:spChg chg="mod">
          <ac:chgData name="Mohammed Fasha" userId="cc64f42d-a1a6-4f08-b97b-0c37f877119f" providerId="ADAL" clId="{534F862C-5423-415F-8625-CCE86B4944CE}" dt="2025-03-15T15:25:49.352" v="1061" actId="20577"/>
          <ac:spMkLst>
            <pc:docMk/>
            <pc:sldMk cId="1489447582" sldId="455"/>
            <ac:spMk id="8" creationId="{107CF054-390C-DCFC-C9A6-9E95C859A175}"/>
          </ac:spMkLst>
        </pc:spChg>
      </pc:sldChg>
      <pc:sldChg chg="ord">
        <pc:chgData name="Mohammed Fasha" userId="cc64f42d-a1a6-4f08-b97b-0c37f877119f" providerId="ADAL" clId="{534F862C-5423-415F-8625-CCE86B4944CE}" dt="2025-03-15T14:27:50.277" v="74"/>
        <pc:sldMkLst>
          <pc:docMk/>
          <pc:sldMk cId="2022598249" sldId="497"/>
        </pc:sldMkLst>
      </pc:sldChg>
      <pc:sldChg chg="addSp delSp modSp new mod">
        <pc:chgData name="Mohammed Fasha" userId="cc64f42d-a1a6-4f08-b97b-0c37f877119f" providerId="ADAL" clId="{534F862C-5423-415F-8625-CCE86B4944CE}" dt="2025-03-15T14:27:40.922" v="72" actId="14100"/>
        <pc:sldMkLst>
          <pc:docMk/>
          <pc:sldMk cId="3162735116" sldId="532"/>
        </pc:sldMkLst>
        <pc:spChg chg="mod">
          <ac:chgData name="Mohammed Fasha" userId="cc64f42d-a1a6-4f08-b97b-0c37f877119f" providerId="ADAL" clId="{534F862C-5423-415F-8625-CCE86B4944CE}" dt="2025-03-15T14:27:09.727" v="56" actId="27636"/>
          <ac:spMkLst>
            <pc:docMk/>
            <pc:sldMk cId="3162735116" sldId="532"/>
            <ac:spMk id="2" creationId="{D5521587-682C-AB8B-AEEC-95AEEF6B44B7}"/>
          </ac:spMkLst>
        </pc:spChg>
        <pc:spChg chg="del">
          <ac:chgData name="Mohammed Fasha" userId="cc64f42d-a1a6-4f08-b97b-0c37f877119f" providerId="ADAL" clId="{534F862C-5423-415F-8625-CCE86B4944CE}" dt="2025-03-15T14:23:06.170" v="1" actId="22"/>
          <ac:spMkLst>
            <pc:docMk/>
            <pc:sldMk cId="3162735116" sldId="532"/>
            <ac:spMk id="3" creationId="{33C7F717-C97D-B20F-0911-218CE6BD0FB0}"/>
          </ac:spMkLst>
        </pc:spChg>
        <pc:spChg chg="add mod">
          <ac:chgData name="Mohammed Fasha" userId="cc64f42d-a1a6-4f08-b97b-0c37f877119f" providerId="ADAL" clId="{534F862C-5423-415F-8625-CCE86B4944CE}" dt="2025-03-15T14:27:40.922" v="72" actId="14100"/>
          <ac:spMkLst>
            <pc:docMk/>
            <pc:sldMk cId="3162735116" sldId="532"/>
            <ac:spMk id="6" creationId="{1B5F427B-5A38-BC23-AAF5-9DB0E6087E63}"/>
          </ac:spMkLst>
        </pc:spChg>
        <pc:spChg chg="add del mod">
          <ac:chgData name="Mohammed Fasha" userId="cc64f42d-a1a6-4f08-b97b-0c37f877119f" providerId="ADAL" clId="{534F862C-5423-415F-8625-CCE86B4944CE}" dt="2025-03-15T14:26:06.740" v="8" actId="21"/>
          <ac:spMkLst>
            <pc:docMk/>
            <pc:sldMk cId="3162735116" sldId="532"/>
            <ac:spMk id="8" creationId="{577566B2-6E28-62B2-7E1B-940DA5F6919E}"/>
          </ac:spMkLst>
        </pc:spChg>
        <pc:spChg chg="add del mod">
          <ac:chgData name="Mohammed Fasha" userId="cc64f42d-a1a6-4f08-b97b-0c37f877119f" providerId="ADAL" clId="{534F862C-5423-415F-8625-CCE86B4944CE}" dt="2025-03-15T14:27:11.912" v="57" actId="478"/>
          <ac:spMkLst>
            <pc:docMk/>
            <pc:sldMk cId="3162735116" sldId="532"/>
            <ac:spMk id="9" creationId="{577566B2-6E28-62B2-7E1B-940DA5F6919E}"/>
          </ac:spMkLst>
        </pc:spChg>
        <pc:spChg chg="add mod">
          <ac:chgData name="Mohammed Fasha" userId="cc64f42d-a1a6-4f08-b97b-0c37f877119f" providerId="ADAL" clId="{534F862C-5423-415F-8625-CCE86B4944CE}" dt="2025-03-15T14:27:37.699" v="71" actId="20577"/>
          <ac:spMkLst>
            <pc:docMk/>
            <pc:sldMk cId="3162735116" sldId="532"/>
            <ac:spMk id="11" creationId="{6E835F34-494B-6B04-2CA4-3234ED3663B0}"/>
          </ac:spMkLst>
        </pc:spChg>
        <pc:picChg chg="add del mod ord">
          <ac:chgData name="Mohammed Fasha" userId="cc64f42d-a1a6-4f08-b97b-0c37f877119f" providerId="ADAL" clId="{534F862C-5423-415F-8625-CCE86B4944CE}" dt="2025-03-15T14:25:50.177" v="5" actId="21"/>
          <ac:picMkLst>
            <pc:docMk/>
            <pc:sldMk cId="3162735116" sldId="532"/>
            <ac:picMk id="5" creationId="{9A11A22B-FA32-48C5-6632-77444B35CD79}"/>
          </ac:picMkLst>
        </pc:picChg>
      </pc:sldChg>
      <pc:sldChg chg="addSp modSp new mod">
        <pc:chgData name="Mohammed Fasha" userId="cc64f42d-a1a6-4f08-b97b-0c37f877119f" providerId="ADAL" clId="{534F862C-5423-415F-8625-CCE86B4944CE}" dt="2025-03-15T14:30:46.915" v="123" actId="1076"/>
        <pc:sldMkLst>
          <pc:docMk/>
          <pc:sldMk cId="601496234" sldId="533"/>
        </pc:sldMkLst>
        <pc:spChg chg="mod">
          <ac:chgData name="Mohammed Fasha" userId="cc64f42d-a1a6-4f08-b97b-0c37f877119f" providerId="ADAL" clId="{534F862C-5423-415F-8625-CCE86B4944CE}" dt="2025-03-15T14:28:30.115" v="90"/>
          <ac:spMkLst>
            <pc:docMk/>
            <pc:sldMk cId="601496234" sldId="533"/>
            <ac:spMk id="2" creationId="{91029C9F-0A38-A846-9AF9-7AA426997374}"/>
          </ac:spMkLst>
        </pc:spChg>
        <pc:spChg chg="mod">
          <ac:chgData name="Mohammed Fasha" userId="cc64f42d-a1a6-4f08-b97b-0c37f877119f" providerId="ADAL" clId="{534F862C-5423-415F-8625-CCE86B4944CE}" dt="2025-03-15T14:28:54.709" v="100" actId="14100"/>
          <ac:spMkLst>
            <pc:docMk/>
            <pc:sldMk cId="601496234" sldId="533"/>
            <ac:spMk id="3" creationId="{A33A7CDC-7FBB-C0C1-952D-4A7F6B5C8037}"/>
          </ac:spMkLst>
        </pc:spChg>
        <pc:spChg chg="add mod">
          <ac:chgData name="Mohammed Fasha" userId="cc64f42d-a1a6-4f08-b97b-0c37f877119f" providerId="ADAL" clId="{534F862C-5423-415F-8625-CCE86B4944CE}" dt="2025-03-15T14:30:36.436" v="122"/>
          <ac:spMkLst>
            <pc:docMk/>
            <pc:sldMk cId="601496234" sldId="533"/>
            <ac:spMk id="4" creationId="{DF4240B0-0DC1-0861-78F7-C2EDD932B078}"/>
          </ac:spMkLst>
        </pc:spChg>
        <pc:spChg chg="add mod">
          <ac:chgData name="Mohammed Fasha" userId="cc64f42d-a1a6-4f08-b97b-0c37f877119f" providerId="ADAL" clId="{534F862C-5423-415F-8625-CCE86B4944CE}" dt="2025-03-15T14:29:18.297" v="106"/>
          <ac:spMkLst>
            <pc:docMk/>
            <pc:sldMk cId="601496234" sldId="533"/>
            <ac:spMk id="10" creationId="{7EE1220D-D716-7F86-5BC9-0B91FEB47507}"/>
          </ac:spMkLst>
        </pc:spChg>
        <pc:spChg chg="add mod">
          <ac:chgData name="Mohammed Fasha" userId="cc64f42d-a1a6-4f08-b97b-0c37f877119f" providerId="ADAL" clId="{534F862C-5423-415F-8625-CCE86B4944CE}" dt="2025-03-15T14:29:18.297" v="106"/>
          <ac:spMkLst>
            <pc:docMk/>
            <pc:sldMk cId="601496234" sldId="533"/>
            <ac:spMk id="16" creationId="{5B63002A-F9E8-0660-A055-B9AD53833449}"/>
          </ac:spMkLst>
        </pc:spChg>
        <pc:spChg chg="add mod">
          <ac:chgData name="Mohammed Fasha" userId="cc64f42d-a1a6-4f08-b97b-0c37f877119f" providerId="ADAL" clId="{534F862C-5423-415F-8625-CCE86B4944CE}" dt="2025-03-15T14:29:18.297" v="106"/>
          <ac:spMkLst>
            <pc:docMk/>
            <pc:sldMk cId="601496234" sldId="533"/>
            <ac:spMk id="17" creationId="{D4ADB129-A5A1-89E6-A58F-C4AFAE7C7125}"/>
          </ac:spMkLst>
        </pc:spChg>
        <pc:spChg chg="add mod">
          <ac:chgData name="Mohammed Fasha" userId="cc64f42d-a1a6-4f08-b97b-0c37f877119f" providerId="ADAL" clId="{534F862C-5423-415F-8625-CCE86B4944CE}" dt="2025-03-15T14:29:18.297" v="106"/>
          <ac:spMkLst>
            <pc:docMk/>
            <pc:sldMk cId="601496234" sldId="533"/>
            <ac:spMk id="19" creationId="{8DB7A457-0770-AE39-4F13-B958A47C3A5C}"/>
          </ac:spMkLst>
        </pc:spChg>
        <pc:spChg chg="add mod">
          <ac:chgData name="Mohammed Fasha" userId="cc64f42d-a1a6-4f08-b97b-0c37f877119f" providerId="ADAL" clId="{534F862C-5423-415F-8625-CCE86B4944CE}" dt="2025-03-15T14:29:18.297" v="106"/>
          <ac:spMkLst>
            <pc:docMk/>
            <pc:sldMk cId="601496234" sldId="533"/>
            <ac:spMk id="20" creationId="{E0852B58-9879-C59F-6F9F-418CED728AB5}"/>
          </ac:spMkLst>
        </pc:spChg>
        <pc:spChg chg="add mod">
          <ac:chgData name="Mohammed Fasha" userId="cc64f42d-a1a6-4f08-b97b-0c37f877119f" providerId="ADAL" clId="{534F862C-5423-415F-8625-CCE86B4944CE}" dt="2025-03-15T14:29:18.297" v="106"/>
          <ac:spMkLst>
            <pc:docMk/>
            <pc:sldMk cId="601496234" sldId="533"/>
            <ac:spMk id="28" creationId="{F9078D4F-389A-54C9-1473-2A48C429425B}"/>
          </ac:spMkLst>
        </pc:spChg>
        <pc:spChg chg="add mod">
          <ac:chgData name="Mohammed Fasha" userId="cc64f42d-a1a6-4f08-b97b-0c37f877119f" providerId="ADAL" clId="{534F862C-5423-415F-8625-CCE86B4944CE}" dt="2025-03-15T14:29:18.297" v="106"/>
          <ac:spMkLst>
            <pc:docMk/>
            <pc:sldMk cId="601496234" sldId="533"/>
            <ac:spMk id="30" creationId="{04FEF3EC-BE86-BB6F-01FE-998C3897E005}"/>
          </ac:spMkLst>
        </pc:spChg>
        <pc:spChg chg="add mod">
          <ac:chgData name="Mohammed Fasha" userId="cc64f42d-a1a6-4f08-b97b-0c37f877119f" providerId="ADAL" clId="{534F862C-5423-415F-8625-CCE86B4944CE}" dt="2025-03-15T14:29:18.297" v="106"/>
          <ac:spMkLst>
            <pc:docMk/>
            <pc:sldMk cId="601496234" sldId="533"/>
            <ac:spMk id="31" creationId="{E0DC89A6-B18C-8FD8-C625-DA2229BDAC7B}"/>
          </ac:spMkLst>
        </pc:spChg>
        <pc:spChg chg="add mod">
          <ac:chgData name="Mohammed Fasha" userId="cc64f42d-a1a6-4f08-b97b-0c37f877119f" providerId="ADAL" clId="{534F862C-5423-415F-8625-CCE86B4944CE}" dt="2025-03-15T14:29:18.297" v="106"/>
          <ac:spMkLst>
            <pc:docMk/>
            <pc:sldMk cId="601496234" sldId="533"/>
            <ac:spMk id="34" creationId="{0F2D6C20-C2D4-6F20-8A7D-76D1546FC055}"/>
          </ac:spMkLst>
        </pc:spChg>
        <pc:spChg chg="add mod">
          <ac:chgData name="Mohammed Fasha" userId="cc64f42d-a1a6-4f08-b97b-0c37f877119f" providerId="ADAL" clId="{534F862C-5423-415F-8625-CCE86B4944CE}" dt="2025-03-15T14:29:18.297" v="106"/>
          <ac:spMkLst>
            <pc:docMk/>
            <pc:sldMk cId="601496234" sldId="533"/>
            <ac:spMk id="42" creationId="{162D6671-B2B6-2E81-CA45-8A629481AADD}"/>
          </ac:spMkLst>
        </pc:spChg>
        <pc:spChg chg="add mod">
          <ac:chgData name="Mohammed Fasha" userId="cc64f42d-a1a6-4f08-b97b-0c37f877119f" providerId="ADAL" clId="{534F862C-5423-415F-8625-CCE86B4944CE}" dt="2025-03-15T14:29:20.874" v="108"/>
          <ac:spMkLst>
            <pc:docMk/>
            <pc:sldMk cId="601496234" sldId="533"/>
            <ac:spMk id="45" creationId="{E621DC3A-CF3E-DC53-3A06-58A6CB3C083D}"/>
          </ac:spMkLst>
        </pc:spChg>
        <pc:spChg chg="add mod">
          <ac:chgData name="Mohammed Fasha" userId="cc64f42d-a1a6-4f08-b97b-0c37f877119f" providerId="ADAL" clId="{534F862C-5423-415F-8625-CCE86B4944CE}" dt="2025-03-15T14:29:20.874" v="108"/>
          <ac:spMkLst>
            <pc:docMk/>
            <pc:sldMk cId="601496234" sldId="533"/>
            <ac:spMk id="47" creationId="{13E94B4C-17FA-B886-BBD5-13D592903ACF}"/>
          </ac:spMkLst>
        </pc:spChg>
        <pc:spChg chg="add mod">
          <ac:chgData name="Mohammed Fasha" userId="cc64f42d-a1a6-4f08-b97b-0c37f877119f" providerId="ADAL" clId="{534F862C-5423-415F-8625-CCE86B4944CE}" dt="2025-03-15T14:29:20.102" v="107"/>
          <ac:spMkLst>
            <pc:docMk/>
            <pc:sldMk cId="601496234" sldId="533"/>
            <ac:spMk id="55" creationId="{2EA6E4B7-6D6E-D0E1-BA70-20ADFBAD1C8E}"/>
          </ac:spMkLst>
        </pc:spChg>
        <pc:spChg chg="mod">
          <ac:chgData name="Mohammed Fasha" userId="cc64f42d-a1a6-4f08-b97b-0c37f877119f" providerId="ADAL" clId="{534F862C-5423-415F-8625-CCE86B4944CE}" dt="2025-03-15T14:29:20.874" v="108"/>
          <ac:spMkLst>
            <pc:docMk/>
            <pc:sldMk cId="601496234" sldId="533"/>
            <ac:spMk id="58" creationId="{E458161B-793A-6FB1-F623-AE3838034FAB}"/>
          </ac:spMkLst>
        </pc:spChg>
        <pc:spChg chg="add mod">
          <ac:chgData name="Mohammed Fasha" userId="cc64f42d-a1a6-4f08-b97b-0c37f877119f" providerId="ADAL" clId="{534F862C-5423-415F-8625-CCE86B4944CE}" dt="2025-03-15T14:29:20.874" v="108"/>
          <ac:spMkLst>
            <pc:docMk/>
            <pc:sldMk cId="601496234" sldId="533"/>
            <ac:spMk id="59" creationId="{2D5D3F9E-4D2B-F626-A097-629008C9D61E}"/>
          </ac:spMkLst>
        </pc:spChg>
        <pc:spChg chg="add mod">
          <ac:chgData name="Mohammed Fasha" userId="cc64f42d-a1a6-4f08-b97b-0c37f877119f" providerId="ADAL" clId="{534F862C-5423-415F-8625-CCE86B4944CE}" dt="2025-03-15T14:29:20.874" v="108"/>
          <ac:spMkLst>
            <pc:docMk/>
            <pc:sldMk cId="601496234" sldId="533"/>
            <ac:spMk id="1026" creationId="{33D0D62F-7D3D-A491-086F-46F43B677A9D}"/>
          </ac:spMkLst>
        </pc:spChg>
        <pc:spChg chg="add mod">
          <ac:chgData name="Mohammed Fasha" userId="cc64f42d-a1a6-4f08-b97b-0c37f877119f" providerId="ADAL" clId="{534F862C-5423-415F-8625-CCE86B4944CE}" dt="2025-03-15T14:29:20.874" v="108"/>
          <ac:spMkLst>
            <pc:docMk/>
            <pc:sldMk cId="601496234" sldId="533"/>
            <ac:spMk id="1028" creationId="{0EC27E3D-0636-0510-0E58-E50233FBA0FB}"/>
          </ac:spMkLst>
        </pc:spChg>
        <pc:spChg chg="add mod">
          <ac:chgData name="Mohammed Fasha" userId="cc64f42d-a1a6-4f08-b97b-0c37f877119f" providerId="ADAL" clId="{534F862C-5423-415F-8625-CCE86B4944CE}" dt="2025-03-15T14:29:20.874" v="108"/>
          <ac:spMkLst>
            <pc:docMk/>
            <pc:sldMk cId="601496234" sldId="533"/>
            <ac:spMk id="1030" creationId="{F1764B5C-0EA3-3C4F-3BBB-68E7B91DC232}"/>
          </ac:spMkLst>
        </pc:spChg>
        <pc:spChg chg="add mod">
          <ac:chgData name="Mohammed Fasha" userId="cc64f42d-a1a6-4f08-b97b-0c37f877119f" providerId="ADAL" clId="{534F862C-5423-415F-8625-CCE86B4944CE}" dt="2025-03-15T14:29:20.874" v="108"/>
          <ac:spMkLst>
            <pc:docMk/>
            <pc:sldMk cId="601496234" sldId="533"/>
            <ac:spMk id="1035" creationId="{4D6F47DA-9A52-A424-28CF-A6127273D3B2}"/>
          </ac:spMkLst>
        </pc:spChg>
        <pc:spChg chg="add mod">
          <ac:chgData name="Mohammed Fasha" userId="cc64f42d-a1a6-4f08-b97b-0c37f877119f" providerId="ADAL" clId="{534F862C-5423-415F-8625-CCE86B4944CE}" dt="2025-03-15T14:29:20.874" v="108"/>
          <ac:spMkLst>
            <pc:docMk/>
            <pc:sldMk cId="601496234" sldId="533"/>
            <ac:spMk id="1037" creationId="{C9D5714F-ADCF-F63A-A509-BFB86EE77A12}"/>
          </ac:spMkLst>
        </pc:spChg>
        <pc:spChg chg="add mod">
          <ac:chgData name="Mohammed Fasha" userId="cc64f42d-a1a6-4f08-b97b-0c37f877119f" providerId="ADAL" clId="{534F862C-5423-415F-8625-CCE86B4944CE}" dt="2025-03-15T14:29:20.874" v="108"/>
          <ac:spMkLst>
            <pc:docMk/>
            <pc:sldMk cId="601496234" sldId="533"/>
            <ac:spMk id="1042" creationId="{6945F5D4-2CD4-5FF0-F9E1-EEF2051AE7CD}"/>
          </ac:spMkLst>
        </pc:spChg>
        <pc:spChg chg="add mod">
          <ac:chgData name="Mohammed Fasha" userId="cc64f42d-a1a6-4f08-b97b-0c37f877119f" providerId="ADAL" clId="{534F862C-5423-415F-8625-CCE86B4944CE}" dt="2025-03-15T14:30:46.915" v="123" actId="1076"/>
          <ac:spMkLst>
            <pc:docMk/>
            <pc:sldMk cId="601496234" sldId="533"/>
            <ac:spMk id="1044" creationId="{75470B80-147E-475F-A4A3-BAFF5796EB38}"/>
          </ac:spMkLst>
        </pc:spChg>
      </pc:sldChg>
      <pc:sldChg chg="addSp modSp add mod">
        <pc:chgData name="Mohammed Fasha" userId="cc64f42d-a1a6-4f08-b97b-0c37f877119f" providerId="ADAL" clId="{534F862C-5423-415F-8625-CCE86B4944CE}" dt="2025-03-15T14:33:08.707" v="170" actId="1076"/>
        <pc:sldMkLst>
          <pc:docMk/>
          <pc:sldMk cId="3351610192" sldId="534"/>
        </pc:sldMkLst>
        <pc:spChg chg="mod">
          <ac:chgData name="Mohammed Fasha" userId="cc64f42d-a1a6-4f08-b97b-0c37f877119f" providerId="ADAL" clId="{534F862C-5423-415F-8625-CCE86B4944CE}" dt="2025-03-15T14:31:30.043" v="143" actId="20577"/>
          <ac:spMkLst>
            <pc:docMk/>
            <pc:sldMk cId="3351610192" sldId="534"/>
            <ac:spMk id="2" creationId="{3FFA6123-CDB4-7E27-3375-92C08E5000BA}"/>
          </ac:spMkLst>
        </pc:spChg>
        <pc:spChg chg="mod">
          <ac:chgData name="Mohammed Fasha" userId="cc64f42d-a1a6-4f08-b97b-0c37f877119f" providerId="ADAL" clId="{534F862C-5423-415F-8625-CCE86B4944CE}" dt="2025-03-15T14:32:00.954" v="153" actId="14100"/>
          <ac:spMkLst>
            <pc:docMk/>
            <pc:sldMk cId="3351610192" sldId="534"/>
            <ac:spMk id="3" creationId="{BED8C89C-D76A-1D92-8860-3D838AB4F186}"/>
          </ac:spMkLst>
        </pc:spChg>
        <pc:spChg chg="add mod">
          <ac:chgData name="Mohammed Fasha" userId="cc64f42d-a1a6-4f08-b97b-0c37f877119f" providerId="ADAL" clId="{534F862C-5423-415F-8625-CCE86B4944CE}" dt="2025-03-15T14:33:04.277" v="169"/>
          <ac:spMkLst>
            <pc:docMk/>
            <pc:sldMk cId="3351610192" sldId="534"/>
            <ac:spMk id="5" creationId="{35B22B7C-080F-A564-15A8-40D9FB2F4406}"/>
          </ac:spMkLst>
        </pc:spChg>
        <pc:spChg chg="add mod">
          <ac:chgData name="Mohammed Fasha" userId="cc64f42d-a1a6-4f08-b97b-0c37f877119f" providerId="ADAL" clId="{534F862C-5423-415F-8625-CCE86B4944CE}" dt="2025-03-15T14:33:08.707" v="170" actId="1076"/>
          <ac:spMkLst>
            <pc:docMk/>
            <pc:sldMk cId="3351610192" sldId="534"/>
            <ac:spMk id="7" creationId="{0A3E680B-D9E3-CA6E-43A7-77F7BEDD827F}"/>
          </ac:spMkLst>
        </pc:spChg>
      </pc:sldChg>
      <pc:sldChg chg="addSp modSp add mod">
        <pc:chgData name="Mohammed Fasha" userId="cc64f42d-a1a6-4f08-b97b-0c37f877119f" providerId="ADAL" clId="{534F862C-5423-415F-8625-CCE86B4944CE}" dt="2025-03-15T14:34:06.997" v="215" actId="1076"/>
        <pc:sldMkLst>
          <pc:docMk/>
          <pc:sldMk cId="3357827608" sldId="535"/>
        </pc:sldMkLst>
        <pc:spChg chg="mod">
          <ac:chgData name="Mohammed Fasha" userId="cc64f42d-a1a6-4f08-b97b-0c37f877119f" providerId="ADAL" clId="{534F862C-5423-415F-8625-CCE86B4944CE}" dt="2025-03-15T14:33:57.292" v="213" actId="20577"/>
          <ac:spMkLst>
            <pc:docMk/>
            <pc:sldMk cId="3357827608" sldId="535"/>
            <ac:spMk id="2" creationId="{989BE917-EDDC-CF40-5295-E6459D450AF1}"/>
          </ac:spMkLst>
        </pc:spChg>
        <pc:spChg chg="mod">
          <ac:chgData name="Mohammed Fasha" userId="cc64f42d-a1a6-4f08-b97b-0c37f877119f" providerId="ADAL" clId="{534F862C-5423-415F-8625-CCE86B4944CE}" dt="2025-03-15T14:34:02.468" v="214" actId="20577"/>
          <ac:spMkLst>
            <pc:docMk/>
            <pc:sldMk cId="3357827608" sldId="535"/>
            <ac:spMk id="3" creationId="{AC179B1D-2E74-63EA-0B58-D09B966076DE}"/>
          </ac:spMkLst>
        </pc:spChg>
        <pc:picChg chg="add mod">
          <ac:chgData name="Mohammed Fasha" userId="cc64f42d-a1a6-4f08-b97b-0c37f877119f" providerId="ADAL" clId="{534F862C-5423-415F-8625-CCE86B4944CE}" dt="2025-03-15T14:34:06.997" v="215" actId="1076"/>
          <ac:picMkLst>
            <pc:docMk/>
            <pc:sldMk cId="3357827608" sldId="535"/>
            <ac:picMk id="5" creationId="{662CCD9F-F91E-63A0-DB12-C0C98E9CC19F}"/>
          </ac:picMkLst>
        </pc:picChg>
      </pc:sldChg>
      <pc:sldChg chg="modSp add mod">
        <pc:chgData name="Mohammed Fasha" userId="cc64f42d-a1a6-4f08-b97b-0c37f877119f" providerId="ADAL" clId="{534F862C-5423-415F-8625-CCE86B4944CE}" dt="2025-03-15T14:35:09.404" v="268" actId="6549"/>
        <pc:sldMkLst>
          <pc:docMk/>
          <pc:sldMk cId="3356275138" sldId="536"/>
        </pc:sldMkLst>
        <pc:spChg chg="mod">
          <ac:chgData name="Mohammed Fasha" userId="cc64f42d-a1a6-4f08-b97b-0c37f877119f" providerId="ADAL" clId="{534F862C-5423-415F-8625-CCE86B4944CE}" dt="2025-03-15T14:34:42.925" v="230" actId="20577"/>
          <ac:spMkLst>
            <pc:docMk/>
            <pc:sldMk cId="3356275138" sldId="536"/>
            <ac:spMk id="2" creationId="{CF7AD4C6-0555-4622-F18C-68D2874A845E}"/>
          </ac:spMkLst>
        </pc:spChg>
        <pc:spChg chg="mod">
          <ac:chgData name="Mohammed Fasha" userId="cc64f42d-a1a6-4f08-b97b-0c37f877119f" providerId="ADAL" clId="{534F862C-5423-415F-8625-CCE86B4944CE}" dt="2025-03-15T14:35:09.404" v="268" actId="6549"/>
          <ac:spMkLst>
            <pc:docMk/>
            <pc:sldMk cId="3356275138" sldId="536"/>
            <ac:spMk id="3" creationId="{12A31F46-3974-4606-C4DF-CECBD7D1F16E}"/>
          </ac:spMkLst>
        </pc:spChg>
      </pc:sldChg>
      <pc:sldChg chg="modSp add mod">
        <pc:chgData name="Mohammed Fasha" userId="cc64f42d-a1a6-4f08-b97b-0c37f877119f" providerId="ADAL" clId="{534F862C-5423-415F-8625-CCE86B4944CE}" dt="2025-03-15T14:38:14.008" v="349" actId="20577"/>
        <pc:sldMkLst>
          <pc:docMk/>
          <pc:sldMk cId="626811451" sldId="537"/>
        </pc:sldMkLst>
        <pc:spChg chg="mod">
          <ac:chgData name="Mohammed Fasha" userId="cc64f42d-a1a6-4f08-b97b-0c37f877119f" providerId="ADAL" clId="{534F862C-5423-415F-8625-CCE86B4944CE}" dt="2025-03-15T14:35:35.706" v="273"/>
          <ac:spMkLst>
            <pc:docMk/>
            <pc:sldMk cId="626811451" sldId="537"/>
            <ac:spMk id="2" creationId="{8B72E584-BFDF-DCB0-E436-EF13954327C0}"/>
          </ac:spMkLst>
        </pc:spChg>
        <pc:spChg chg="mod">
          <ac:chgData name="Mohammed Fasha" userId="cc64f42d-a1a6-4f08-b97b-0c37f877119f" providerId="ADAL" clId="{534F862C-5423-415F-8625-CCE86B4944CE}" dt="2025-03-15T14:38:14.008" v="349" actId="20577"/>
          <ac:spMkLst>
            <pc:docMk/>
            <pc:sldMk cId="626811451" sldId="537"/>
            <ac:spMk id="3" creationId="{77253A4D-68FE-C3BD-B2D4-06ABB4B11C79}"/>
          </ac:spMkLst>
        </pc:spChg>
      </pc:sldChg>
      <pc:sldChg chg="addSp delSp modSp add mod modClrScheme chgLayout">
        <pc:chgData name="Mohammed Fasha" userId="cc64f42d-a1a6-4f08-b97b-0c37f877119f" providerId="ADAL" clId="{534F862C-5423-415F-8625-CCE86B4944CE}" dt="2025-03-15T14:39:54.524" v="469" actId="14100"/>
        <pc:sldMkLst>
          <pc:docMk/>
          <pc:sldMk cId="514683601" sldId="538"/>
        </pc:sldMkLst>
        <pc:spChg chg="del mod ord">
          <ac:chgData name="Mohammed Fasha" userId="cc64f42d-a1a6-4f08-b97b-0c37f877119f" providerId="ADAL" clId="{534F862C-5423-415F-8625-CCE86B4944CE}" dt="2025-03-15T14:38:46.316" v="357" actId="21"/>
          <ac:spMkLst>
            <pc:docMk/>
            <pc:sldMk cId="514683601" sldId="538"/>
            <ac:spMk id="2" creationId="{289D9ADB-119A-DB37-2C2E-16F6F8D32588}"/>
          </ac:spMkLst>
        </pc:spChg>
        <pc:spChg chg="del mod">
          <ac:chgData name="Mohammed Fasha" userId="cc64f42d-a1a6-4f08-b97b-0c37f877119f" providerId="ADAL" clId="{534F862C-5423-415F-8625-CCE86B4944CE}" dt="2025-03-15T14:38:27.015" v="352" actId="21"/>
          <ac:spMkLst>
            <pc:docMk/>
            <pc:sldMk cId="514683601" sldId="538"/>
            <ac:spMk id="3" creationId="{FD1D5DF3-59AE-3311-56F9-A6C7E34DB12F}"/>
          </ac:spMkLst>
        </pc:spChg>
        <pc:spChg chg="add mod">
          <ac:chgData name="Mohammed Fasha" userId="cc64f42d-a1a6-4f08-b97b-0c37f877119f" providerId="ADAL" clId="{534F862C-5423-415F-8625-CCE86B4944CE}" dt="2025-03-15T14:39:54.524" v="469" actId="14100"/>
          <ac:spMkLst>
            <pc:docMk/>
            <pc:sldMk cId="514683601" sldId="538"/>
            <ac:spMk id="5" creationId="{D5706353-12D3-6E82-C709-F6F9EA9D7B29}"/>
          </ac:spMkLst>
        </pc:spChg>
        <pc:spChg chg="add mod">
          <ac:chgData name="Mohammed Fasha" userId="cc64f42d-a1a6-4f08-b97b-0c37f877119f" providerId="ADAL" clId="{534F862C-5423-415F-8625-CCE86B4944CE}" dt="2025-03-15T14:39:51.071" v="468" actId="14100"/>
          <ac:spMkLst>
            <pc:docMk/>
            <pc:sldMk cId="514683601" sldId="538"/>
            <ac:spMk id="7" creationId="{D235BB42-7EA4-B34D-96F0-1B2C1AB2AA74}"/>
          </ac:spMkLst>
        </pc:spChg>
        <pc:spChg chg="add mod">
          <ac:chgData name="Mohammed Fasha" userId="cc64f42d-a1a6-4f08-b97b-0c37f877119f" providerId="ADAL" clId="{534F862C-5423-415F-8625-CCE86B4944CE}" dt="2025-03-15T14:39:13.006" v="380" actId="2711"/>
          <ac:spMkLst>
            <pc:docMk/>
            <pc:sldMk cId="514683601" sldId="538"/>
            <ac:spMk id="8" creationId="{FB510071-0488-E5B2-7480-5D6BE0C0FEB8}"/>
          </ac:spMkLst>
        </pc:spChg>
        <pc:spChg chg="add mod">
          <ac:chgData name="Mohammed Fasha" userId="cc64f42d-a1a6-4f08-b97b-0c37f877119f" providerId="ADAL" clId="{534F862C-5423-415F-8625-CCE86B4944CE}" dt="2025-03-15T14:39:41.703" v="453" actId="20577"/>
          <ac:spMkLst>
            <pc:docMk/>
            <pc:sldMk cId="514683601" sldId="538"/>
            <ac:spMk id="9" creationId="{75B9AF69-3646-8E91-9453-C8E6CB2B3637}"/>
          </ac:spMkLst>
        </pc:spChg>
      </pc:sldChg>
      <pc:sldChg chg="addSp delSp modSp new mod modClrScheme chgLayout">
        <pc:chgData name="Mohammed Fasha" userId="cc64f42d-a1a6-4f08-b97b-0c37f877119f" providerId="ADAL" clId="{534F862C-5423-415F-8625-CCE86B4944CE}" dt="2025-03-15T15:03:01.459" v="821" actId="27636"/>
        <pc:sldMkLst>
          <pc:docMk/>
          <pc:sldMk cId="2711506933" sldId="539"/>
        </pc:sldMkLst>
        <pc:spChg chg="add del mod">
          <ac:chgData name="Mohammed Fasha" userId="cc64f42d-a1a6-4f08-b97b-0c37f877119f" providerId="ADAL" clId="{534F862C-5423-415F-8625-CCE86B4944CE}" dt="2025-03-15T14:40:32.104" v="480" actId="700"/>
          <ac:spMkLst>
            <pc:docMk/>
            <pc:sldMk cId="2711506933" sldId="539"/>
            <ac:spMk id="2" creationId="{FB22B7A2-F53E-F5FE-FE14-DDD5FDE2EB2E}"/>
          </ac:spMkLst>
        </pc:spChg>
        <pc:spChg chg="add del mod">
          <ac:chgData name="Mohammed Fasha" userId="cc64f42d-a1a6-4f08-b97b-0c37f877119f" providerId="ADAL" clId="{534F862C-5423-415F-8625-CCE86B4944CE}" dt="2025-03-15T14:40:32.104" v="480" actId="700"/>
          <ac:spMkLst>
            <pc:docMk/>
            <pc:sldMk cId="2711506933" sldId="539"/>
            <ac:spMk id="3" creationId="{FF77B555-8C75-4AD4-5F80-16D68DAE56A7}"/>
          </ac:spMkLst>
        </pc:spChg>
        <pc:spChg chg="add mod ord">
          <ac:chgData name="Mohammed Fasha" userId="cc64f42d-a1a6-4f08-b97b-0c37f877119f" providerId="ADAL" clId="{534F862C-5423-415F-8625-CCE86B4944CE}" dt="2025-03-15T15:03:01.459" v="821" actId="27636"/>
          <ac:spMkLst>
            <pc:docMk/>
            <pc:sldMk cId="2711506933" sldId="539"/>
            <ac:spMk id="4" creationId="{F25A1EB7-D40C-B625-AFB4-8394BE551BEA}"/>
          </ac:spMkLst>
        </pc:spChg>
        <pc:spChg chg="add mod ord">
          <ac:chgData name="Mohammed Fasha" userId="cc64f42d-a1a6-4f08-b97b-0c37f877119f" providerId="ADAL" clId="{534F862C-5423-415F-8625-CCE86B4944CE}" dt="2025-03-15T14:43:59.612" v="571" actId="15"/>
          <ac:spMkLst>
            <pc:docMk/>
            <pc:sldMk cId="2711506933" sldId="539"/>
            <ac:spMk id="5" creationId="{2FB81DB4-B6A3-092F-D836-C7A4C6021F60}"/>
          </ac:spMkLst>
        </pc:spChg>
      </pc:sldChg>
      <pc:sldChg chg="addSp delSp modSp add mod">
        <pc:chgData name="Mohammed Fasha" userId="cc64f42d-a1a6-4f08-b97b-0c37f877119f" providerId="ADAL" clId="{534F862C-5423-415F-8625-CCE86B4944CE}" dt="2025-03-15T14:44:27.871" v="584" actId="1076"/>
        <pc:sldMkLst>
          <pc:docMk/>
          <pc:sldMk cId="1314172448" sldId="540"/>
        </pc:sldMkLst>
        <pc:spChg chg="add mod">
          <ac:chgData name="Mohammed Fasha" userId="cc64f42d-a1a6-4f08-b97b-0c37f877119f" providerId="ADAL" clId="{534F862C-5423-415F-8625-CCE86B4944CE}" dt="2025-03-15T14:44:27.871" v="584" actId="1076"/>
          <ac:spMkLst>
            <pc:docMk/>
            <pc:sldMk cId="1314172448" sldId="540"/>
            <ac:spMk id="3" creationId="{1AF4753F-59A7-EED5-D386-B6A6DB20562D}"/>
          </ac:spMkLst>
        </pc:spChg>
        <pc:spChg chg="mod">
          <ac:chgData name="Mohammed Fasha" userId="cc64f42d-a1a6-4f08-b97b-0c37f877119f" providerId="ADAL" clId="{534F862C-5423-415F-8625-CCE86B4944CE}" dt="2025-03-15T14:44:23.537" v="583" actId="20577"/>
          <ac:spMkLst>
            <pc:docMk/>
            <pc:sldMk cId="1314172448" sldId="540"/>
            <ac:spMk id="4" creationId="{4E06737A-DE4A-EA9B-F4E7-17C4DD7C966B}"/>
          </ac:spMkLst>
        </pc:spChg>
        <pc:spChg chg="mod">
          <ac:chgData name="Mohammed Fasha" userId="cc64f42d-a1a6-4f08-b97b-0c37f877119f" providerId="ADAL" clId="{534F862C-5423-415F-8625-CCE86B4944CE}" dt="2025-03-15T14:41:11.196" v="525" actId="27636"/>
          <ac:spMkLst>
            <pc:docMk/>
            <pc:sldMk cId="1314172448" sldId="540"/>
            <ac:spMk id="5" creationId="{B3E2DD2C-FC6F-5E35-7761-75734B27494E}"/>
          </ac:spMkLst>
        </pc:spChg>
        <pc:spChg chg="add del">
          <ac:chgData name="Mohammed Fasha" userId="cc64f42d-a1a6-4f08-b97b-0c37f877119f" providerId="ADAL" clId="{534F862C-5423-415F-8625-CCE86B4944CE}" dt="2025-03-15T14:41:26.005" v="530" actId="22"/>
          <ac:spMkLst>
            <pc:docMk/>
            <pc:sldMk cId="1314172448" sldId="540"/>
            <ac:spMk id="7" creationId="{891D5168-2691-4FBC-9A0F-6DC91B070D6C}"/>
          </ac:spMkLst>
        </pc:spChg>
        <pc:spChg chg="add mod">
          <ac:chgData name="Mohammed Fasha" userId="cc64f42d-a1a6-4f08-b97b-0c37f877119f" providerId="ADAL" clId="{534F862C-5423-415F-8625-CCE86B4944CE}" dt="2025-03-15T14:41:45.163" v="537" actId="20577"/>
          <ac:spMkLst>
            <pc:docMk/>
            <pc:sldMk cId="1314172448" sldId="540"/>
            <ac:spMk id="9" creationId="{963B9F29-7D58-0123-A6FF-C0BD1D88DED2}"/>
          </ac:spMkLst>
        </pc:spChg>
      </pc:sldChg>
      <pc:sldChg chg="add del">
        <pc:chgData name="Mohammed Fasha" userId="cc64f42d-a1a6-4f08-b97b-0c37f877119f" providerId="ADAL" clId="{534F862C-5423-415F-8625-CCE86B4944CE}" dt="2025-03-15T14:40:27.508" v="476" actId="47"/>
        <pc:sldMkLst>
          <pc:docMk/>
          <pc:sldMk cId="4292545263" sldId="540"/>
        </pc:sldMkLst>
      </pc:sldChg>
      <pc:sldChg chg="modSp add del mod">
        <pc:chgData name="Mohammed Fasha" userId="cc64f42d-a1a6-4f08-b97b-0c37f877119f" providerId="ADAL" clId="{534F862C-5423-415F-8625-CCE86B4944CE}" dt="2025-03-15T14:49:28.046" v="638" actId="2696"/>
        <pc:sldMkLst>
          <pc:docMk/>
          <pc:sldMk cId="2326721154" sldId="541"/>
        </pc:sldMkLst>
        <pc:spChg chg="mod">
          <ac:chgData name="Mohammed Fasha" userId="cc64f42d-a1a6-4f08-b97b-0c37f877119f" providerId="ADAL" clId="{534F862C-5423-415F-8625-CCE86B4944CE}" dt="2025-03-15T14:46:17.291" v="594"/>
          <ac:spMkLst>
            <pc:docMk/>
            <pc:sldMk cId="2326721154" sldId="541"/>
            <ac:spMk id="4" creationId="{697DFFFB-15FE-42FE-05CB-E3D34128B84A}"/>
          </ac:spMkLst>
        </pc:spChg>
        <pc:spChg chg="mod">
          <ac:chgData name="Mohammed Fasha" userId="cc64f42d-a1a6-4f08-b97b-0c37f877119f" providerId="ADAL" clId="{534F862C-5423-415F-8625-CCE86B4944CE}" dt="2025-03-15T14:46:41.811" v="620" actId="20577"/>
          <ac:spMkLst>
            <pc:docMk/>
            <pc:sldMk cId="2326721154" sldId="541"/>
            <ac:spMk id="5" creationId="{8BC4FBB5-C91B-A4CC-0D87-060CDEBEF494}"/>
          </ac:spMkLst>
        </pc:spChg>
      </pc:sldChg>
      <pc:sldChg chg="add del">
        <pc:chgData name="Mohammed Fasha" userId="cc64f42d-a1a6-4f08-b97b-0c37f877119f" providerId="ADAL" clId="{534F862C-5423-415F-8625-CCE86B4944CE}" dt="2025-03-15T14:40:27.804" v="477" actId="47"/>
        <pc:sldMkLst>
          <pc:docMk/>
          <pc:sldMk cId="3176123026" sldId="541"/>
        </pc:sldMkLst>
      </pc:sldChg>
      <pc:sldChg chg="modSp new mod ord">
        <pc:chgData name="Mohammed Fasha" userId="cc64f42d-a1a6-4f08-b97b-0c37f877119f" providerId="ADAL" clId="{534F862C-5423-415F-8625-CCE86B4944CE}" dt="2025-03-15T14:47:31.124" v="635"/>
        <pc:sldMkLst>
          <pc:docMk/>
          <pc:sldMk cId="168241686" sldId="542"/>
        </pc:sldMkLst>
        <pc:spChg chg="mod">
          <ac:chgData name="Mohammed Fasha" userId="cc64f42d-a1a6-4f08-b97b-0c37f877119f" providerId="ADAL" clId="{534F862C-5423-415F-8625-CCE86B4944CE}" dt="2025-03-15T14:47:31.124" v="635"/>
          <ac:spMkLst>
            <pc:docMk/>
            <pc:sldMk cId="168241686" sldId="542"/>
            <ac:spMk id="2" creationId="{DF979533-AF66-32BF-1409-FEBD4F130E13}"/>
          </ac:spMkLst>
        </pc:spChg>
        <pc:spChg chg="mod">
          <ac:chgData name="Mohammed Fasha" userId="cc64f42d-a1a6-4f08-b97b-0c37f877119f" providerId="ADAL" clId="{534F862C-5423-415F-8625-CCE86B4944CE}" dt="2025-03-15T14:47:11.033" v="625" actId="27636"/>
          <ac:spMkLst>
            <pc:docMk/>
            <pc:sldMk cId="168241686" sldId="542"/>
            <ac:spMk id="3" creationId="{EE8383E5-A059-19BE-F4A5-3112E96BD82B}"/>
          </ac:spMkLst>
        </pc:spChg>
      </pc:sldChg>
      <pc:sldChg chg="add del">
        <pc:chgData name="Mohammed Fasha" userId="cc64f42d-a1a6-4f08-b97b-0c37f877119f" providerId="ADAL" clId="{534F862C-5423-415F-8625-CCE86B4944CE}" dt="2025-03-15T14:40:28.325" v="478" actId="47"/>
        <pc:sldMkLst>
          <pc:docMk/>
          <pc:sldMk cId="2546536073" sldId="542"/>
        </pc:sldMkLst>
      </pc:sldChg>
      <pc:sldChg chg="add del">
        <pc:chgData name="Mohammed Fasha" userId="cc64f42d-a1a6-4f08-b97b-0c37f877119f" providerId="ADAL" clId="{534F862C-5423-415F-8625-CCE86B4944CE}" dt="2025-03-15T14:40:29.140" v="479" actId="47"/>
        <pc:sldMkLst>
          <pc:docMk/>
          <pc:sldMk cId="55886376" sldId="543"/>
        </pc:sldMkLst>
      </pc:sldChg>
      <pc:sldChg chg="modSp new mod">
        <pc:chgData name="Mohammed Fasha" userId="cc64f42d-a1a6-4f08-b97b-0c37f877119f" providerId="ADAL" clId="{534F862C-5423-415F-8625-CCE86B4944CE}" dt="2025-03-15T15:02:55.676" v="816" actId="20577"/>
        <pc:sldMkLst>
          <pc:docMk/>
          <pc:sldMk cId="3088397267" sldId="543"/>
        </pc:sldMkLst>
        <pc:spChg chg="mod">
          <ac:chgData name="Mohammed Fasha" userId="cc64f42d-a1a6-4f08-b97b-0c37f877119f" providerId="ADAL" clId="{534F862C-5423-415F-8625-CCE86B4944CE}" dt="2025-03-15T15:02:55.676" v="816" actId="20577"/>
          <ac:spMkLst>
            <pc:docMk/>
            <pc:sldMk cId="3088397267" sldId="543"/>
            <ac:spMk id="2" creationId="{E9C280EE-865C-D7D4-DFE1-0BC32081155C}"/>
          </ac:spMkLst>
        </pc:spChg>
        <pc:spChg chg="mod">
          <ac:chgData name="Mohammed Fasha" userId="cc64f42d-a1a6-4f08-b97b-0c37f877119f" providerId="ADAL" clId="{534F862C-5423-415F-8625-CCE86B4944CE}" dt="2025-03-15T14:53:37.070" v="687" actId="20577"/>
          <ac:spMkLst>
            <pc:docMk/>
            <pc:sldMk cId="3088397267" sldId="543"/>
            <ac:spMk id="3" creationId="{6A705A9E-F80F-555B-0D7F-85673DABD754}"/>
          </ac:spMkLst>
        </pc:spChg>
      </pc:sldChg>
      <pc:sldChg chg="modSp new mod">
        <pc:chgData name="Mohammed Fasha" userId="cc64f42d-a1a6-4f08-b97b-0c37f877119f" providerId="ADAL" clId="{534F862C-5423-415F-8625-CCE86B4944CE}" dt="2025-03-15T14:51:36.717" v="683" actId="179"/>
        <pc:sldMkLst>
          <pc:docMk/>
          <pc:sldMk cId="3439562204" sldId="544"/>
        </pc:sldMkLst>
        <pc:spChg chg="mod">
          <ac:chgData name="Mohammed Fasha" userId="cc64f42d-a1a6-4f08-b97b-0c37f877119f" providerId="ADAL" clId="{534F862C-5423-415F-8625-CCE86B4944CE}" dt="2025-03-15T14:50:35.379" v="661"/>
          <ac:spMkLst>
            <pc:docMk/>
            <pc:sldMk cId="3439562204" sldId="544"/>
            <ac:spMk id="2" creationId="{6D6CD322-7C4B-DC57-D26A-F5E7F2BC26F0}"/>
          </ac:spMkLst>
        </pc:spChg>
        <pc:spChg chg="mod">
          <ac:chgData name="Mohammed Fasha" userId="cc64f42d-a1a6-4f08-b97b-0c37f877119f" providerId="ADAL" clId="{534F862C-5423-415F-8625-CCE86B4944CE}" dt="2025-03-15T14:51:36.717" v="683" actId="179"/>
          <ac:spMkLst>
            <pc:docMk/>
            <pc:sldMk cId="3439562204" sldId="544"/>
            <ac:spMk id="3" creationId="{5DDC1007-FCCB-A791-C158-E92A75DD215B}"/>
          </ac:spMkLst>
        </pc:spChg>
      </pc:sldChg>
      <pc:sldChg chg="modSp add mod">
        <pc:chgData name="Mohammed Fasha" userId="cc64f42d-a1a6-4f08-b97b-0c37f877119f" providerId="ADAL" clId="{534F862C-5423-415F-8625-CCE86B4944CE}" dt="2025-03-15T14:51:49.834" v="686"/>
        <pc:sldMkLst>
          <pc:docMk/>
          <pc:sldMk cId="721038307" sldId="545"/>
        </pc:sldMkLst>
        <pc:spChg chg="mod">
          <ac:chgData name="Mohammed Fasha" userId="cc64f42d-a1a6-4f08-b97b-0c37f877119f" providerId="ADAL" clId="{534F862C-5423-415F-8625-CCE86B4944CE}" dt="2025-03-15T14:51:49.834" v="686"/>
          <ac:spMkLst>
            <pc:docMk/>
            <pc:sldMk cId="721038307" sldId="545"/>
            <ac:spMk id="2" creationId="{30A51292-9F21-C1D3-8C61-6F054544798A}"/>
          </ac:spMkLst>
        </pc:spChg>
        <pc:spChg chg="mod">
          <ac:chgData name="Mohammed Fasha" userId="cc64f42d-a1a6-4f08-b97b-0c37f877119f" providerId="ADAL" clId="{534F862C-5423-415F-8625-CCE86B4944CE}" dt="2025-03-15T14:51:45.300" v="685" actId="27636"/>
          <ac:spMkLst>
            <pc:docMk/>
            <pc:sldMk cId="721038307" sldId="545"/>
            <ac:spMk id="3" creationId="{B5ACBF7D-9AC9-F6B7-2EA7-CD7F1B1C37DC}"/>
          </ac:spMkLst>
        </pc:spChg>
      </pc:sldChg>
      <pc:sldChg chg="addSp modSp add mod">
        <pc:chgData name="Mohammed Fasha" userId="cc64f42d-a1a6-4f08-b97b-0c37f877119f" providerId="ADAL" clId="{534F862C-5423-415F-8625-CCE86B4944CE}" dt="2025-03-15T14:55:20.333" v="739"/>
        <pc:sldMkLst>
          <pc:docMk/>
          <pc:sldMk cId="796139841" sldId="546"/>
        </pc:sldMkLst>
        <pc:spChg chg="mod">
          <ac:chgData name="Mohammed Fasha" userId="cc64f42d-a1a6-4f08-b97b-0c37f877119f" providerId="ADAL" clId="{534F862C-5423-415F-8625-CCE86B4944CE}" dt="2025-03-15T14:55:20.333" v="739"/>
          <ac:spMkLst>
            <pc:docMk/>
            <pc:sldMk cId="796139841" sldId="546"/>
            <ac:spMk id="2" creationId="{A4DB6612-07C5-884A-E81D-57A159903950}"/>
          </ac:spMkLst>
        </pc:spChg>
        <pc:spChg chg="mod">
          <ac:chgData name="Mohammed Fasha" userId="cc64f42d-a1a6-4f08-b97b-0c37f877119f" providerId="ADAL" clId="{534F862C-5423-415F-8625-CCE86B4944CE}" dt="2025-03-15T14:55:10.562" v="738" actId="20577"/>
          <ac:spMkLst>
            <pc:docMk/>
            <pc:sldMk cId="796139841" sldId="546"/>
            <ac:spMk id="3" creationId="{F3AA6F84-9450-8F80-2BDB-3003328DD37D}"/>
          </ac:spMkLst>
        </pc:spChg>
        <pc:spChg chg="add mod">
          <ac:chgData name="Mohammed Fasha" userId="cc64f42d-a1a6-4f08-b97b-0c37f877119f" providerId="ADAL" clId="{534F862C-5423-415F-8625-CCE86B4944CE}" dt="2025-03-15T14:54:20.785" v="712" actId="6549"/>
          <ac:spMkLst>
            <pc:docMk/>
            <pc:sldMk cId="796139841" sldId="546"/>
            <ac:spMk id="5" creationId="{4E3C961B-7D16-B068-876E-B82720BEAA1B}"/>
          </ac:spMkLst>
        </pc:spChg>
      </pc:sldChg>
      <pc:sldChg chg="modSp add mod">
        <pc:chgData name="Mohammed Fasha" userId="cc64f42d-a1a6-4f08-b97b-0c37f877119f" providerId="ADAL" clId="{534F862C-5423-415F-8625-CCE86B4944CE}" dt="2025-03-15T14:56:50.704" v="775" actId="5793"/>
        <pc:sldMkLst>
          <pc:docMk/>
          <pc:sldMk cId="184126415" sldId="547"/>
        </pc:sldMkLst>
        <pc:spChg chg="mod">
          <ac:chgData name="Mohammed Fasha" userId="cc64f42d-a1a6-4f08-b97b-0c37f877119f" providerId="ADAL" clId="{534F862C-5423-415F-8625-CCE86B4944CE}" dt="2025-03-15T14:56:01.910" v="747"/>
          <ac:spMkLst>
            <pc:docMk/>
            <pc:sldMk cId="184126415" sldId="547"/>
            <ac:spMk id="2" creationId="{52903DAF-5696-AC19-F8F3-CD988D3057AE}"/>
          </ac:spMkLst>
        </pc:spChg>
        <pc:spChg chg="mod">
          <ac:chgData name="Mohammed Fasha" userId="cc64f42d-a1a6-4f08-b97b-0c37f877119f" providerId="ADAL" clId="{534F862C-5423-415F-8625-CCE86B4944CE}" dt="2025-03-15T14:56:50.704" v="775" actId="5793"/>
          <ac:spMkLst>
            <pc:docMk/>
            <pc:sldMk cId="184126415" sldId="547"/>
            <ac:spMk id="3" creationId="{7D988BEA-61D0-FF52-BEAC-D65E0B8CE8A1}"/>
          </ac:spMkLst>
        </pc:spChg>
      </pc:sldChg>
      <pc:sldChg chg="modSp add mod">
        <pc:chgData name="Mohammed Fasha" userId="cc64f42d-a1a6-4f08-b97b-0c37f877119f" providerId="ADAL" clId="{534F862C-5423-415F-8625-CCE86B4944CE}" dt="2025-03-15T14:58:43.419" v="797" actId="14100"/>
        <pc:sldMkLst>
          <pc:docMk/>
          <pc:sldMk cId="1532144506" sldId="548"/>
        </pc:sldMkLst>
        <pc:spChg chg="mod">
          <ac:chgData name="Mohammed Fasha" userId="cc64f42d-a1a6-4f08-b97b-0c37f877119f" providerId="ADAL" clId="{534F862C-5423-415F-8625-CCE86B4944CE}" dt="2025-03-15T14:56:55.833" v="778"/>
          <ac:spMkLst>
            <pc:docMk/>
            <pc:sldMk cId="1532144506" sldId="548"/>
            <ac:spMk id="2" creationId="{37130C5D-F7A6-57A6-FC91-B22735582863}"/>
          </ac:spMkLst>
        </pc:spChg>
        <pc:spChg chg="mod">
          <ac:chgData name="Mohammed Fasha" userId="cc64f42d-a1a6-4f08-b97b-0c37f877119f" providerId="ADAL" clId="{534F862C-5423-415F-8625-CCE86B4944CE}" dt="2025-03-15T14:58:43.419" v="797" actId="14100"/>
          <ac:spMkLst>
            <pc:docMk/>
            <pc:sldMk cId="1532144506" sldId="548"/>
            <ac:spMk id="3" creationId="{F2642ABB-E5EA-5E94-ECA2-1C5C13EC4A20}"/>
          </ac:spMkLst>
        </pc:spChg>
      </pc:sldChg>
      <pc:sldChg chg="add">
        <pc:chgData name="Mohammed Fasha" userId="cc64f42d-a1a6-4f08-b97b-0c37f877119f" providerId="ADAL" clId="{534F862C-5423-415F-8625-CCE86B4944CE}" dt="2025-03-15T15:11:24.978" v="996"/>
        <pc:sldMkLst>
          <pc:docMk/>
          <pc:sldMk cId="1962627052" sldId="549"/>
        </pc:sldMkLst>
      </pc:sldChg>
      <pc:sldChg chg="addSp delSp modSp new del mod modClrScheme chgLayout">
        <pc:chgData name="Mohammed Fasha" userId="cc64f42d-a1a6-4f08-b97b-0c37f877119f" providerId="ADAL" clId="{534F862C-5423-415F-8625-CCE86B4944CE}" dt="2025-03-15T15:11:21.677" v="995" actId="2696"/>
        <pc:sldMkLst>
          <pc:docMk/>
          <pc:sldMk cId="2226758089" sldId="549"/>
        </pc:sldMkLst>
        <pc:spChg chg="del mod ord">
          <ac:chgData name="Mohammed Fasha" userId="cc64f42d-a1a6-4f08-b97b-0c37f877119f" providerId="ADAL" clId="{534F862C-5423-415F-8625-CCE86B4944CE}" dt="2025-03-15T15:03:16.922" v="823" actId="700"/>
          <ac:spMkLst>
            <pc:docMk/>
            <pc:sldMk cId="2226758089" sldId="549"/>
            <ac:spMk id="2" creationId="{A73EB990-AA0B-0142-B9BA-518BDE9B331C}"/>
          </ac:spMkLst>
        </pc:spChg>
        <pc:spChg chg="del mod ord">
          <ac:chgData name="Mohammed Fasha" userId="cc64f42d-a1a6-4f08-b97b-0c37f877119f" providerId="ADAL" clId="{534F862C-5423-415F-8625-CCE86B4944CE}" dt="2025-03-15T15:03:16.922" v="823" actId="700"/>
          <ac:spMkLst>
            <pc:docMk/>
            <pc:sldMk cId="2226758089" sldId="549"/>
            <ac:spMk id="3" creationId="{7301A38D-3F42-BA74-72C1-FA54930345D3}"/>
          </ac:spMkLst>
        </pc:spChg>
        <pc:spChg chg="add mod ord">
          <ac:chgData name="Mohammed Fasha" userId="cc64f42d-a1a6-4f08-b97b-0c37f877119f" providerId="ADAL" clId="{534F862C-5423-415F-8625-CCE86B4944CE}" dt="2025-03-15T15:03:21.592" v="838" actId="20577"/>
          <ac:spMkLst>
            <pc:docMk/>
            <pc:sldMk cId="2226758089" sldId="549"/>
            <ac:spMk id="4" creationId="{F7C91F0E-E051-C42F-5CF0-4301F606A56E}"/>
          </ac:spMkLst>
        </pc:spChg>
        <pc:spChg chg="add mod ord">
          <ac:chgData name="Mohammed Fasha" userId="cc64f42d-a1a6-4f08-b97b-0c37f877119f" providerId="ADAL" clId="{534F862C-5423-415F-8625-CCE86B4944CE}" dt="2025-03-15T15:03:16.922" v="823" actId="700"/>
          <ac:spMkLst>
            <pc:docMk/>
            <pc:sldMk cId="2226758089" sldId="549"/>
            <ac:spMk id="5" creationId="{E91FDDBF-6326-4631-9B52-C042061CEEA1}"/>
          </ac:spMkLst>
        </pc:spChg>
      </pc:sldChg>
      <pc:sldChg chg="addSp modSp new mod">
        <pc:chgData name="Mohammed Fasha" userId="cc64f42d-a1a6-4f08-b97b-0c37f877119f" providerId="ADAL" clId="{534F862C-5423-415F-8625-CCE86B4944CE}" dt="2025-03-15T15:07:03.442" v="895" actId="15"/>
        <pc:sldMkLst>
          <pc:docMk/>
          <pc:sldMk cId="51728829" sldId="550"/>
        </pc:sldMkLst>
        <pc:spChg chg="mod">
          <ac:chgData name="Mohammed Fasha" userId="cc64f42d-a1a6-4f08-b97b-0c37f877119f" providerId="ADAL" clId="{534F862C-5423-415F-8625-CCE86B4944CE}" dt="2025-03-15T15:06:37.773" v="884" actId="6549"/>
          <ac:spMkLst>
            <pc:docMk/>
            <pc:sldMk cId="51728829" sldId="550"/>
            <ac:spMk id="2" creationId="{37137550-11C6-20B2-D443-760FE1A2DEF4}"/>
          </ac:spMkLst>
        </pc:spChg>
        <pc:spChg chg="mod">
          <ac:chgData name="Mohammed Fasha" userId="cc64f42d-a1a6-4f08-b97b-0c37f877119f" providerId="ADAL" clId="{534F862C-5423-415F-8625-CCE86B4944CE}" dt="2025-03-15T15:07:03.442" v="895" actId="15"/>
          <ac:spMkLst>
            <pc:docMk/>
            <pc:sldMk cId="51728829" sldId="550"/>
            <ac:spMk id="3" creationId="{CA818D56-B852-D4FC-E994-990B5F898E18}"/>
          </ac:spMkLst>
        </pc:spChg>
        <pc:spChg chg="add">
          <ac:chgData name="Mohammed Fasha" userId="cc64f42d-a1a6-4f08-b97b-0c37f877119f" providerId="ADAL" clId="{534F862C-5423-415F-8625-CCE86B4944CE}" dt="2025-03-15T15:06:52.874" v="891"/>
          <ac:spMkLst>
            <pc:docMk/>
            <pc:sldMk cId="51728829" sldId="550"/>
            <ac:spMk id="4" creationId="{FDD15BE4-049C-3B76-CA33-46995EADA93B}"/>
          </ac:spMkLst>
        </pc:spChg>
      </pc:sldChg>
      <pc:sldChg chg="addSp delSp modSp new mod modClrScheme chgLayout">
        <pc:chgData name="Mohammed Fasha" userId="cc64f42d-a1a6-4f08-b97b-0c37f877119f" providerId="ADAL" clId="{534F862C-5423-415F-8625-CCE86B4944CE}" dt="2025-03-15T15:03:53.820" v="869"/>
        <pc:sldMkLst>
          <pc:docMk/>
          <pc:sldMk cId="2939072846" sldId="551"/>
        </pc:sldMkLst>
        <pc:spChg chg="del mod ord">
          <ac:chgData name="Mohammed Fasha" userId="cc64f42d-a1a6-4f08-b97b-0c37f877119f" providerId="ADAL" clId="{534F862C-5423-415F-8625-CCE86B4944CE}" dt="2025-03-15T15:03:31.478" v="841" actId="700"/>
          <ac:spMkLst>
            <pc:docMk/>
            <pc:sldMk cId="2939072846" sldId="551"/>
            <ac:spMk id="2" creationId="{313A7AC1-92F3-07A8-FDAB-9434557AC1B1}"/>
          </ac:spMkLst>
        </pc:spChg>
        <pc:spChg chg="del mod ord">
          <ac:chgData name="Mohammed Fasha" userId="cc64f42d-a1a6-4f08-b97b-0c37f877119f" providerId="ADAL" clId="{534F862C-5423-415F-8625-CCE86B4944CE}" dt="2025-03-15T15:03:31.478" v="841" actId="700"/>
          <ac:spMkLst>
            <pc:docMk/>
            <pc:sldMk cId="2939072846" sldId="551"/>
            <ac:spMk id="3" creationId="{791288F5-AF79-7044-7F2D-D715A5B9BF4C}"/>
          </ac:spMkLst>
        </pc:spChg>
        <pc:spChg chg="add mod ord">
          <ac:chgData name="Mohammed Fasha" userId="cc64f42d-a1a6-4f08-b97b-0c37f877119f" providerId="ADAL" clId="{534F862C-5423-415F-8625-CCE86B4944CE}" dt="2025-03-15T15:03:35.944" v="858" actId="20577"/>
          <ac:spMkLst>
            <pc:docMk/>
            <pc:sldMk cId="2939072846" sldId="551"/>
            <ac:spMk id="4" creationId="{C410A92E-2F10-8CDE-3D2E-C284F09C0296}"/>
          </ac:spMkLst>
        </pc:spChg>
        <pc:spChg chg="add mod ord">
          <ac:chgData name="Mohammed Fasha" userId="cc64f42d-a1a6-4f08-b97b-0c37f877119f" providerId="ADAL" clId="{534F862C-5423-415F-8625-CCE86B4944CE}" dt="2025-03-15T15:03:53.820" v="869"/>
          <ac:spMkLst>
            <pc:docMk/>
            <pc:sldMk cId="2939072846" sldId="551"/>
            <ac:spMk id="5" creationId="{E0EA96E8-F27D-DB2E-EA0F-AAD3D81E9BA4}"/>
          </ac:spMkLst>
        </pc:spChg>
      </pc:sldChg>
      <pc:sldChg chg="addSp delSp modSp new mod modClrScheme chgLayout">
        <pc:chgData name="Mohammed Fasha" userId="cc64f42d-a1a6-4f08-b97b-0c37f877119f" providerId="ADAL" clId="{534F862C-5423-415F-8625-CCE86B4944CE}" dt="2025-03-15T15:09:54.988" v="987" actId="20577"/>
        <pc:sldMkLst>
          <pc:docMk/>
          <pc:sldMk cId="3828354163" sldId="552"/>
        </pc:sldMkLst>
        <pc:spChg chg="del">
          <ac:chgData name="Mohammed Fasha" userId="cc64f42d-a1a6-4f08-b97b-0c37f877119f" providerId="ADAL" clId="{534F862C-5423-415F-8625-CCE86B4944CE}" dt="2025-03-15T15:07:45.765" v="897" actId="700"/>
          <ac:spMkLst>
            <pc:docMk/>
            <pc:sldMk cId="3828354163" sldId="552"/>
            <ac:spMk id="2" creationId="{B3B0ED14-CA4F-AFCA-8276-46820FCCC4EC}"/>
          </ac:spMkLst>
        </pc:spChg>
        <pc:spChg chg="del">
          <ac:chgData name="Mohammed Fasha" userId="cc64f42d-a1a6-4f08-b97b-0c37f877119f" providerId="ADAL" clId="{534F862C-5423-415F-8625-CCE86B4944CE}" dt="2025-03-15T15:07:45.765" v="897" actId="700"/>
          <ac:spMkLst>
            <pc:docMk/>
            <pc:sldMk cId="3828354163" sldId="552"/>
            <ac:spMk id="3" creationId="{F334C854-6E51-BC50-1C6A-64502B3A3189}"/>
          </ac:spMkLst>
        </pc:spChg>
        <pc:spChg chg="add mod">
          <ac:chgData name="Mohammed Fasha" userId="cc64f42d-a1a6-4f08-b97b-0c37f877119f" providerId="ADAL" clId="{534F862C-5423-415F-8625-CCE86B4944CE}" dt="2025-03-15T15:09:54.988" v="987" actId="20577"/>
          <ac:spMkLst>
            <pc:docMk/>
            <pc:sldMk cId="3828354163" sldId="552"/>
            <ac:spMk id="5" creationId="{B2D1F3C7-1350-E8D3-DB2E-64D5F20C065A}"/>
          </ac:spMkLst>
        </pc:spChg>
      </pc:sldChg>
      <pc:sldChg chg="addSp delSp modSp add mod">
        <pc:chgData name="Mohammed Fasha" userId="cc64f42d-a1a6-4f08-b97b-0c37f877119f" providerId="ADAL" clId="{534F862C-5423-415F-8625-CCE86B4944CE}" dt="2025-03-15T15:09:49.920" v="984" actId="1035"/>
        <pc:sldMkLst>
          <pc:docMk/>
          <pc:sldMk cId="4066624001" sldId="553"/>
        </pc:sldMkLst>
        <pc:spChg chg="add del mod">
          <ac:chgData name="Mohammed Fasha" userId="cc64f42d-a1a6-4f08-b97b-0c37f877119f" providerId="ADAL" clId="{534F862C-5423-415F-8625-CCE86B4944CE}" dt="2025-03-15T15:08:34.352" v="914" actId="21"/>
          <ac:spMkLst>
            <pc:docMk/>
            <pc:sldMk cId="4066624001" sldId="553"/>
            <ac:spMk id="3" creationId="{1913502C-BA6C-4A00-DB07-8B2133F6BE17}"/>
          </ac:spMkLst>
        </pc:spChg>
        <pc:spChg chg="del mod">
          <ac:chgData name="Mohammed Fasha" userId="cc64f42d-a1a6-4f08-b97b-0c37f877119f" providerId="ADAL" clId="{534F862C-5423-415F-8625-CCE86B4944CE}" dt="2025-03-15T15:08:26.833" v="910" actId="478"/>
          <ac:spMkLst>
            <pc:docMk/>
            <pc:sldMk cId="4066624001" sldId="553"/>
            <ac:spMk id="5" creationId="{44D62765-B385-8211-8036-7E9B03EB1DB5}"/>
          </ac:spMkLst>
        </pc:spChg>
        <pc:spChg chg="add mod">
          <ac:chgData name="Mohammed Fasha" userId="cc64f42d-a1a6-4f08-b97b-0c37f877119f" providerId="ADAL" clId="{534F862C-5423-415F-8625-CCE86B4944CE}" dt="2025-03-15T15:09:49.920" v="984" actId="1035"/>
          <ac:spMkLst>
            <pc:docMk/>
            <pc:sldMk cId="4066624001" sldId="553"/>
            <ac:spMk id="6" creationId="{CD72C821-585F-77A9-F385-F40038517445}"/>
          </ac:spMkLst>
        </pc:spChg>
      </pc:sldChg>
      <pc:sldChg chg="addSp delSp modSp add mod">
        <pc:chgData name="Mohammed Fasha" userId="cc64f42d-a1a6-4f08-b97b-0c37f877119f" providerId="ADAL" clId="{534F862C-5423-415F-8625-CCE86B4944CE}" dt="2025-03-15T15:12:49.110" v="1008" actId="1076"/>
        <pc:sldMkLst>
          <pc:docMk/>
          <pc:sldMk cId="1318473408" sldId="554"/>
        </pc:sldMkLst>
        <pc:spChg chg="add mod">
          <ac:chgData name="Mohammed Fasha" userId="cc64f42d-a1a6-4f08-b97b-0c37f877119f" providerId="ADAL" clId="{534F862C-5423-415F-8625-CCE86B4944CE}" dt="2025-03-15T15:12:49.110" v="1008" actId="1076"/>
          <ac:spMkLst>
            <pc:docMk/>
            <pc:sldMk cId="1318473408" sldId="554"/>
            <ac:spMk id="3" creationId="{9AD8AF12-87DE-57A8-CC84-2D601E00B4EE}"/>
          </ac:spMkLst>
        </pc:spChg>
        <pc:spChg chg="del">
          <ac:chgData name="Mohammed Fasha" userId="cc64f42d-a1a6-4f08-b97b-0c37f877119f" providerId="ADAL" clId="{534F862C-5423-415F-8625-CCE86B4944CE}" dt="2025-03-15T15:10:01.163" v="988" actId="21"/>
          <ac:spMkLst>
            <pc:docMk/>
            <pc:sldMk cId="1318473408" sldId="554"/>
            <ac:spMk id="5" creationId="{B8847187-90DE-091A-E5D9-81735EA29D70}"/>
          </ac:spMkLst>
        </pc:spChg>
      </pc:sldChg>
      <pc:sldChg chg="addSp delSp modSp add mod">
        <pc:chgData name="Mohammed Fasha" userId="cc64f42d-a1a6-4f08-b97b-0c37f877119f" providerId="ADAL" clId="{534F862C-5423-415F-8625-CCE86B4944CE}" dt="2025-03-15T15:12:36.079" v="1004" actId="1076"/>
        <pc:sldMkLst>
          <pc:docMk/>
          <pc:sldMk cId="1685077969" sldId="555"/>
        </pc:sldMkLst>
        <pc:spChg chg="add mod">
          <ac:chgData name="Mohammed Fasha" userId="cc64f42d-a1a6-4f08-b97b-0c37f877119f" providerId="ADAL" clId="{534F862C-5423-415F-8625-CCE86B4944CE}" dt="2025-03-15T15:12:36.079" v="1004" actId="1076"/>
          <ac:spMkLst>
            <pc:docMk/>
            <pc:sldMk cId="1685077969" sldId="555"/>
            <ac:spMk id="3" creationId="{187810EE-8111-BD9B-4A1B-7D196A06E838}"/>
          </ac:spMkLst>
        </pc:spChg>
        <pc:spChg chg="del">
          <ac:chgData name="Mohammed Fasha" userId="cc64f42d-a1a6-4f08-b97b-0c37f877119f" providerId="ADAL" clId="{534F862C-5423-415F-8625-CCE86B4944CE}" dt="2025-03-15T15:10:03.862" v="989" actId="21"/>
          <ac:spMkLst>
            <pc:docMk/>
            <pc:sldMk cId="1685077969" sldId="555"/>
            <ac:spMk id="5" creationId="{B46EFC3A-E068-E521-28EF-F622AF72DE4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3/15/2025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3/15/2025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307307</a:t>
            </a:r>
            <a:br>
              <a:rPr lang="en-US" sz="3600"/>
            </a:br>
            <a:r>
              <a:rPr lang="en-US" sz="3600"/>
              <a:t>Introduction to Text Mining and </a:t>
            </a:r>
            <a:br>
              <a:rPr lang="en-US" sz="3600"/>
            </a:br>
            <a:r>
              <a:rPr lang="en-US" sz="3600"/>
              <a:t>Natural </a:t>
            </a:r>
            <a:r>
              <a:rPr lang="en-US" sz="3600" dirty="0"/>
              <a:t>Language Processing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C6EFF-9D34-1B5E-FD93-E8EDD3A4D112}"/>
              </a:ext>
            </a:extLst>
          </p:cNvPr>
          <p:cNvSpPr>
            <a:spLocks noGrp="1"/>
          </p:cNvSpPr>
          <p:nvPr>
            <p:ph type="title"/>
          </p:nvPr>
        </p:nvSpPr>
        <p:spPr/>
        <p:txBody>
          <a:bodyPr/>
          <a:lstStyle/>
          <a:p>
            <a:r>
              <a:rPr lang="en-US" dirty="0"/>
              <a:t>What is Natural Language Processing?</a:t>
            </a:r>
          </a:p>
        </p:txBody>
      </p:sp>
      <p:sp>
        <p:nvSpPr>
          <p:cNvPr id="3" name="Content Placeholder 2">
            <a:extLst>
              <a:ext uri="{FF2B5EF4-FFF2-40B4-BE49-F238E27FC236}">
                <a16:creationId xmlns:a16="http://schemas.microsoft.com/office/drawing/2014/main" id="{4DF4F3B0-B589-3689-1962-7F670A0D4924}"/>
              </a:ext>
            </a:extLst>
          </p:cNvPr>
          <p:cNvSpPr>
            <a:spLocks noGrp="1"/>
          </p:cNvSpPr>
          <p:nvPr>
            <p:ph idx="1"/>
          </p:nvPr>
        </p:nvSpPr>
        <p:spPr/>
        <p:txBody>
          <a:bodyPr/>
          <a:lstStyle/>
          <a:p>
            <a:r>
              <a:rPr lang="en-US" dirty="0"/>
              <a:t>Natural Language Processing (NLP) is a field at the intersection of computer science, artificial intelligence, and linguistics focused on enabling computers to understand, interpret, and generate human language. </a:t>
            </a:r>
          </a:p>
          <a:p>
            <a:r>
              <a:rPr lang="en-US" dirty="0"/>
              <a:t>It forms the foundation for all language technologies we use today, from search engines to voice assistants and modern large language models.</a:t>
            </a:r>
          </a:p>
          <a:p>
            <a:endParaRPr lang="en-US" dirty="0"/>
          </a:p>
        </p:txBody>
      </p:sp>
      <p:pic>
        <p:nvPicPr>
          <p:cNvPr id="5" name="Picture 4">
            <a:extLst>
              <a:ext uri="{FF2B5EF4-FFF2-40B4-BE49-F238E27FC236}">
                <a16:creationId xmlns:a16="http://schemas.microsoft.com/office/drawing/2014/main" id="{77EFD2CD-E234-52A1-28F0-23DD6EDC2473}"/>
              </a:ext>
            </a:extLst>
          </p:cNvPr>
          <p:cNvPicPr>
            <a:picLocks noChangeAspect="1"/>
          </p:cNvPicPr>
          <p:nvPr/>
        </p:nvPicPr>
        <p:blipFill>
          <a:blip r:embed="rId2"/>
          <a:stretch>
            <a:fillRect/>
          </a:stretch>
        </p:blipFill>
        <p:spPr>
          <a:xfrm>
            <a:off x="3370364" y="3605386"/>
            <a:ext cx="5451271" cy="2455091"/>
          </a:xfrm>
          <a:prstGeom prst="rect">
            <a:avLst/>
          </a:prstGeom>
        </p:spPr>
      </p:pic>
      <p:sp>
        <p:nvSpPr>
          <p:cNvPr id="7" name="TextBox 6">
            <a:extLst>
              <a:ext uri="{FF2B5EF4-FFF2-40B4-BE49-F238E27FC236}">
                <a16:creationId xmlns:a16="http://schemas.microsoft.com/office/drawing/2014/main" id="{AC1598C3-9401-C3A8-98D7-6C942E90F478}"/>
              </a:ext>
            </a:extLst>
          </p:cNvPr>
          <p:cNvSpPr txBox="1"/>
          <p:nvPr/>
        </p:nvSpPr>
        <p:spPr>
          <a:xfrm>
            <a:off x="3370364" y="6220753"/>
            <a:ext cx="6097088" cy="276999"/>
          </a:xfrm>
          <a:prstGeom prst="rect">
            <a:avLst/>
          </a:prstGeom>
          <a:noFill/>
        </p:spPr>
        <p:txBody>
          <a:bodyPr wrap="square">
            <a:spAutoFit/>
          </a:bodyPr>
          <a:lstStyle/>
          <a:p>
            <a:r>
              <a:rPr lang="en-US" sz="1200" b="0" i="1" u="none" strike="noStrike" baseline="0" dirty="0">
                <a:latin typeface="TimesNewRomanPS-ItalicMT"/>
              </a:rPr>
              <a:t>A peek into the history of Language AI – Hands on LLMs, Jay Al Ammar Book</a:t>
            </a:r>
            <a:endParaRPr lang="en-US" sz="1200" dirty="0"/>
          </a:p>
        </p:txBody>
      </p:sp>
    </p:spTree>
    <p:extLst>
      <p:ext uri="{BB962C8B-B14F-4D97-AF65-F5344CB8AC3E}">
        <p14:creationId xmlns:p14="http://schemas.microsoft.com/office/powerpoint/2010/main" val="3509923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AB93C-A03E-1E2E-6361-CC316BDA668E}"/>
              </a:ext>
            </a:extLst>
          </p:cNvPr>
          <p:cNvSpPr>
            <a:spLocks noGrp="1"/>
          </p:cNvSpPr>
          <p:nvPr>
            <p:ph type="title"/>
          </p:nvPr>
        </p:nvSpPr>
        <p:spPr/>
        <p:txBody>
          <a:bodyPr/>
          <a:lstStyle/>
          <a:p>
            <a:r>
              <a:rPr lang="en-US" dirty="0"/>
              <a:t>Why is NLP Challenging?</a:t>
            </a:r>
          </a:p>
        </p:txBody>
      </p:sp>
      <p:sp>
        <p:nvSpPr>
          <p:cNvPr id="3" name="Content Placeholder 2">
            <a:extLst>
              <a:ext uri="{FF2B5EF4-FFF2-40B4-BE49-F238E27FC236}">
                <a16:creationId xmlns:a16="http://schemas.microsoft.com/office/drawing/2014/main" id="{2064DFA4-415B-78E0-2D28-2B7DB6158806}"/>
              </a:ext>
            </a:extLst>
          </p:cNvPr>
          <p:cNvSpPr>
            <a:spLocks noGrp="1"/>
          </p:cNvSpPr>
          <p:nvPr>
            <p:ph idx="1"/>
          </p:nvPr>
        </p:nvSpPr>
        <p:spPr>
          <a:xfrm>
            <a:off x="838199" y="1706007"/>
            <a:ext cx="11107783" cy="4991039"/>
          </a:xfrm>
        </p:spPr>
        <p:txBody>
          <a:bodyPr>
            <a:normAutofit fontScale="85000" lnSpcReduction="20000"/>
          </a:bodyPr>
          <a:lstStyle/>
          <a:p>
            <a:pPr marL="0" indent="0">
              <a:buNone/>
            </a:pPr>
            <a:r>
              <a:rPr lang="en-US" dirty="0"/>
              <a:t>Human language is ambiguous: Words and sentences can have multiple interpretations</a:t>
            </a:r>
          </a:p>
          <a:p>
            <a:r>
              <a:rPr lang="en-US" b="1" dirty="0"/>
              <a:t>Lexical ambiguity</a:t>
            </a:r>
            <a:r>
              <a:rPr lang="en-US" dirty="0"/>
              <a:t>: When a word has multiple meanings</a:t>
            </a:r>
          </a:p>
          <a:p>
            <a:pPr lvl="1"/>
            <a:r>
              <a:rPr lang="en-US" dirty="0"/>
              <a:t>Example: "The bank is closed" (financial institution or riverbank)</a:t>
            </a:r>
          </a:p>
          <a:p>
            <a:pPr lvl="1"/>
            <a:r>
              <a:rPr lang="en-US" dirty="0"/>
              <a:t>Example: "The suit was expensive" (Formal set of clothes or Legal proceeding)</a:t>
            </a:r>
          </a:p>
          <a:p>
            <a:pPr lvl="1"/>
            <a:r>
              <a:rPr lang="en-US" sz="2100" dirty="0"/>
              <a:t>Computational challenge: Systems must select the correct word sense from multiple possibilities</a:t>
            </a:r>
          </a:p>
          <a:p>
            <a:r>
              <a:rPr lang="en-US" b="1" dirty="0"/>
              <a:t>Syntactic ambiguity</a:t>
            </a:r>
            <a:r>
              <a:rPr lang="en-US" dirty="0"/>
              <a:t>: When a sentence can be parsed in multiple ways</a:t>
            </a:r>
          </a:p>
          <a:p>
            <a:pPr lvl="1"/>
            <a:r>
              <a:rPr lang="en-US" dirty="0"/>
              <a:t>Example: "I saw the man with the telescope" (Who has the telescope?)</a:t>
            </a:r>
          </a:p>
          <a:p>
            <a:pPr lvl="1"/>
            <a:r>
              <a:rPr lang="en-US" dirty="0"/>
              <a:t>Example: "Flying planes can be dangerous" (The act of flying planes or planes that are flying?)</a:t>
            </a:r>
          </a:p>
          <a:p>
            <a:pPr lvl="1"/>
            <a:r>
              <a:rPr lang="en-US" dirty="0"/>
              <a:t>Computational challenge: Models must determine the correct grammatical structure</a:t>
            </a:r>
          </a:p>
          <a:p>
            <a:r>
              <a:rPr lang="en-US" b="1" dirty="0"/>
              <a:t>Semantic ambiguity</a:t>
            </a:r>
            <a:r>
              <a:rPr lang="en-US" dirty="0"/>
              <a:t>: When the meaning of a sentence has multiple interpretations</a:t>
            </a:r>
          </a:p>
          <a:p>
            <a:pPr lvl="1"/>
            <a:r>
              <a:rPr lang="en-US" dirty="0"/>
              <a:t>Example: "The chicken is ready to eat" (Ready to be eaten or ready to consume food?)</a:t>
            </a:r>
          </a:p>
          <a:p>
            <a:pPr lvl="1"/>
            <a:r>
              <a:rPr lang="en-US" dirty="0"/>
              <a:t>Example: "John and Mary got married last year" (To each other or to other people?)</a:t>
            </a:r>
          </a:p>
          <a:p>
            <a:pPr lvl="1"/>
            <a:r>
              <a:rPr lang="en-US" dirty="0"/>
              <a:t>Computational challenge: Systems must infer the intended meaning based on context</a:t>
            </a:r>
          </a:p>
          <a:p>
            <a:r>
              <a:rPr lang="en-US" b="1" dirty="0"/>
              <a:t>Pragmatic ambiguity</a:t>
            </a:r>
            <a:r>
              <a:rPr lang="en-US" dirty="0"/>
              <a:t>: When the intended meaning depends on context, intent, or implied information</a:t>
            </a:r>
          </a:p>
          <a:p>
            <a:pPr lvl="1"/>
            <a:r>
              <a:rPr lang="en-US" dirty="0"/>
              <a:t>Example: "It's cold in here" (Statement of fact or request to close a window/turn up heat?)</a:t>
            </a:r>
          </a:p>
          <a:p>
            <a:pPr lvl="1"/>
            <a:r>
              <a:rPr lang="en-US" dirty="0"/>
              <a:t>Example: "Do you know what time it is?" (Yes/no question or request for the time?)</a:t>
            </a:r>
          </a:p>
          <a:p>
            <a:pPr lvl="1"/>
            <a:r>
              <a:rPr lang="en-US" dirty="0"/>
              <a:t>Computational challenge: Models must understand communicative intent beyond literal meaning</a:t>
            </a:r>
          </a:p>
        </p:txBody>
      </p:sp>
    </p:spTree>
    <p:extLst>
      <p:ext uri="{BB962C8B-B14F-4D97-AF65-F5344CB8AC3E}">
        <p14:creationId xmlns:p14="http://schemas.microsoft.com/office/powerpoint/2010/main" val="3581711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9CCA-D646-F84B-D4A7-D655E366911A}"/>
              </a:ext>
            </a:extLst>
          </p:cNvPr>
          <p:cNvSpPr>
            <a:spLocks noGrp="1"/>
          </p:cNvSpPr>
          <p:nvPr>
            <p:ph type="title"/>
          </p:nvPr>
        </p:nvSpPr>
        <p:spPr/>
        <p:txBody>
          <a:bodyPr/>
          <a:lstStyle/>
          <a:p>
            <a:r>
              <a:rPr lang="en-US" dirty="0"/>
              <a:t>Common NLP Applications</a:t>
            </a:r>
          </a:p>
        </p:txBody>
      </p:sp>
      <p:sp>
        <p:nvSpPr>
          <p:cNvPr id="3" name="Content Placeholder 2">
            <a:extLst>
              <a:ext uri="{FF2B5EF4-FFF2-40B4-BE49-F238E27FC236}">
                <a16:creationId xmlns:a16="http://schemas.microsoft.com/office/drawing/2014/main" id="{0CB143BC-3F6E-AD78-02BB-4295E71F41B9}"/>
              </a:ext>
            </a:extLst>
          </p:cNvPr>
          <p:cNvSpPr>
            <a:spLocks noGrp="1"/>
          </p:cNvSpPr>
          <p:nvPr>
            <p:ph idx="1"/>
          </p:nvPr>
        </p:nvSpPr>
        <p:spPr>
          <a:xfrm>
            <a:off x="838200" y="1706007"/>
            <a:ext cx="10515600" cy="5067084"/>
          </a:xfrm>
        </p:spPr>
        <p:txBody>
          <a:bodyPr>
            <a:normAutofit fontScale="77500" lnSpcReduction="20000"/>
          </a:bodyPr>
          <a:lstStyle/>
          <a:p>
            <a:pPr marL="0" indent="0">
              <a:buNone/>
            </a:pPr>
            <a:r>
              <a:rPr lang="en-US" dirty="0"/>
              <a:t>1. Sentiment analysis: Determining the emotional tone of text</a:t>
            </a:r>
          </a:p>
          <a:p>
            <a:pPr lvl="1"/>
            <a:r>
              <a:rPr lang="en-US" dirty="0"/>
              <a:t>Identifying if customer reviews are positive, negative, or neutral</a:t>
            </a:r>
          </a:p>
          <a:p>
            <a:pPr lvl="1"/>
            <a:r>
              <a:rPr lang="en-US" dirty="0"/>
              <a:t>Tracking public opinion on products, services, or topics</a:t>
            </a:r>
          </a:p>
          <a:p>
            <a:pPr marL="0" indent="0">
              <a:buNone/>
            </a:pPr>
            <a:r>
              <a:rPr lang="en-US" dirty="0"/>
              <a:t>2. Machine translation: Translating text between languages</a:t>
            </a:r>
          </a:p>
          <a:p>
            <a:pPr lvl="1"/>
            <a:r>
              <a:rPr lang="en-US" dirty="0"/>
              <a:t>Converting text from one language to another while preserving meaning</a:t>
            </a:r>
          </a:p>
          <a:p>
            <a:pPr lvl="1"/>
            <a:r>
              <a:rPr lang="en-US" dirty="0"/>
              <a:t>Handling cultural and linguistic differences across languages</a:t>
            </a:r>
          </a:p>
          <a:p>
            <a:pPr marL="0" indent="0">
              <a:buNone/>
            </a:pPr>
            <a:r>
              <a:rPr lang="en-US" dirty="0"/>
              <a:t>3. Text generation: Creating human-like text</a:t>
            </a:r>
          </a:p>
          <a:p>
            <a:pPr lvl="1"/>
            <a:r>
              <a:rPr lang="en-US" dirty="0"/>
              <a:t>Automatic summarization of longer documents</a:t>
            </a:r>
          </a:p>
          <a:p>
            <a:pPr lvl="1"/>
            <a:r>
              <a:rPr lang="en-US" dirty="0"/>
              <a:t>Creative writing assistance and content creation</a:t>
            </a:r>
          </a:p>
          <a:p>
            <a:pPr lvl="1"/>
            <a:r>
              <a:rPr lang="en-US" dirty="0"/>
              <a:t>Dialogue systems for conversational AI</a:t>
            </a:r>
          </a:p>
          <a:p>
            <a:pPr marL="0" indent="0">
              <a:buNone/>
            </a:pPr>
            <a:r>
              <a:rPr lang="en-US" dirty="0"/>
              <a:t>4. Question answering: Providing answers to natural language questions</a:t>
            </a:r>
          </a:p>
          <a:p>
            <a:pPr lvl="1"/>
            <a:r>
              <a:rPr lang="en-US" dirty="0"/>
              <a:t>Extracting answers from documents or knowledge bases</a:t>
            </a:r>
          </a:p>
          <a:p>
            <a:pPr lvl="1"/>
            <a:r>
              <a:rPr lang="en-US" dirty="0"/>
              <a:t>Understanding user intent and providing relevant information</a:t>
            </a:r>
          </a:p>
          <a:p>
            <a:pPr marL="0" indent="0">
              <a:buNone/>
            </a:pPr>
            <a:r>
              <a:rPr lang="en-US" dirty="0"/>
              <a:t>5. Information extraction: Identifying and extracting structured information from text</a:t>
            </a:r>
          </a:p>
          <a:p>
            <a:pPr lvl="1"/>
            <a:r>
              <a:rPr lang="en-US" dirty="0"/>
              <a:t>Pulling key data points from unstructured documents</a:t>
            </a:r>
          </a:p>
          <a:p>
            <a:pPr lvl="1"/>
            <a:r>
              <a:rPr lang="en-US" dirty="0"/>
              <a:t>Converting text documents into structured databases</a:t>
            </a:r>
          </a:p>
          <a:p>
            <a:pPr marL="0" indent="0">
              <a:buNone/>
            </a:pPr>
            <a:r>
              <a:rPr lang="en-US" dirty="0"/>
              <a:t>6. Text classification: Categorizing text into predefined categories</a:t>
            </a:r>
          </a:p>
          <a:p>
            <a:pPr lvl="1"/>
            <a:r>
              <a:rPr lang="en-US" dirty="0"/>
              <a:t>Sorting emails into spam/not spam</a:t>
            </a:r>
          </a:p>
          <a:p>
            <a:pPr lvl="1"/>
            <a:r>
              <a:rPr lang="en-US" dirty="0"/>
              <a:t>Organizing documents by topic or content type</a:t>
            </a:r>
          </a:p>
        </p:txBody>
      </p:sp>
    </p:spTree>
    <p:extLst>
      <p:ext uri="{BB962C8B-B14F-4D97-AF65-F5344CB8AC3E}">
        <p14:creationId xmlns:p14="http://schemas.microsoft.com/office/powerpoint/2010/main" val="3860041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B187BF-C026-788D-5ABE-FE99FABDF181}"/>
              </a:ext>
            </a:extLst>
          </p:cNvPr>
          <p:cNvSpPr>
            <a:spLocks noGrp="1"/>
          </p:cNvSpPr>
          <p:nvPr>
            <p:ph type="title"/>
          </p:nvPr>
        </p:nvSpPr>
        <p:spPr/>
        <p:txBody>
          <a:bodyPr/>
          <a:lstStyle/>
          <a:p>
            <a:r>
              <a:rPr lang="en-US" dirty="0"/>
              <a:t>Fundamental NLP Techniques</a:t>
            </a:r>
          </a:p>
        </p:txBody>
      </p:sp>
      <p:sp>
        <p:nvSpPr>
          <p:cNvPr id="5" name="Text Placeholder 4">
            <a:extLst>
              <a:ext uri="{FF2B5EF4-FFF2-40B4-BE49-F238E27FC236}">
                <a16:creationId xmlns:a16="http://schemas.microsoft.com/office/drawing/2014/main" id="{BA6EBE55-64EA-80A9-4365-8C5A0D523D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96298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4E9DA-5B05-F88D-33A2-F0B0838F2B5F}"/>
              </a:ext>
            </a:extLst>
          </p:cNvPr>
          <p:cNvSpPr>
            <a:spLocks noGrp="1"/>
          </p:cNvSpPr>
          <p:nvPr>
            <p:ph type="title"/>
          </p:nvPr>
        </p:nvSpPr>
        <p:spPr/>
        <p:txBody>
          <a:bodyPr/>
          <a:lstStyle/>
          <a:p>
            <a:r>
              <a:rPr lang="en-US" b="1" dirty="0">
                <a:effectLst/>
                <a:latin typeface="Consolas" panose="020B0609020204030204" pitchFamily="49" charset="0"/>
              </a:rPr>
              <a:t>NLTK (Natural Language Toolkit)</a:t>
            </a:r>
            <a:endParaRPr lang="en-US" dirty="0"/>
          </a:p>
        </p:txBody>
      </p:sp>
      <p:sp>
        <p:nvSpPr>
          <p:cNvPr id="3" name="Content Placeholder 2">
            <a:extLst>
              <a:ext uri="{FF2B5EF4-FFF2-40B4-BE49-F238E27FC236}">
                <a16:creationId xmlns:a16="http://schemas.microsoft.com/office/drawing/2014/main" id="{A5195869-3520-9DAA-D835-4CA6C4C9E68B}"/>
              </a:ext>
            </a:extLst>
          </p:cNvPr>
          <p:cNvSpPr>
            <a:spLocks noGrp="1"/>
          </p:cNvSpPr>
          <p:nvPr>
            <p:ph idx="1"/>
          </p:nvPr>
        </p:nvSpPr>
        <p:spPr/>
        <p:txBody>
          <a:bodyPr>
            <a:normAutofit fontScale="55000" lnSpcReduction="20000"/>
          </a:bodyPr>
          <a:lstStyle/>
          <a:p>
            <a:pPr marL="0" indent="0">
              <a:buNone/>
            </a:pPr>
            <a:r>
              <a:rPr lang="en-US" dirty="0"/>
              <a:t>NLTK (Natural Language Toolkit) is a leading platform for building Python programs that work with human language data. Developed by Steven Bird and Edward Loper at the University of Pennsylvania, NLTK has become one of the most widely used libraries for natural language processing (NLP) in Python since its initial release in 2001.</a:t>
            </a:r>
          </a:p>
          <a:p>
            <a:pPr marL="0" indent="0">
              <a:buNone/>
            </a:pPr>
            <a:r>
              <a:rPr lang="en-US" dirty="0"/>
              <a:t>Key Features of NLTK</a:t>
            </a:r>
          </a:p>
          <a:p>
            <a:r>
              <a:rPr lang="en-US" dirty="0"/>
              <a:t>Comprehensive Toolkit: NLTK provides easy-to-use interfaces to over 50 corpora and lexical resources, along with a suite of text processing libraries for classification, tokenization, stemming, tagging, parsing, and semantic reasoning.</a:t>
            </a:r>
          </a:p>
          <a:p>
            <a:r>
              <a:rPr lang="en-US" dirty="0"/>
              <a:t>Educational Purpose: NLTK was designed with education in mind. It comes with comprehensive documentation and a book ("Natural Language Processing with Python") that makes it accessible for beginners.</a:t>
            </a:r>
          </a:p>
          <a:p>
            <a:r>
              <a:rPr lang="en-US" dirty="0"/>
              <a:t>Built-in Datasets: NLTK includes various pre-loaded corpora like the Brown Corpus, WordNet, and many others that are useful for training and testing NLP algorithms.</a:t>
            </a:r>
          </a:p>
          <a:p>
            <a:r>
              <a:rPr lang="en-US" dirty="0"/>
              <a:t>Modular Architecture: The library is organized into modules focused on specific NLP tasks, making it easy to use just the components you need.</a:t>
            </a:r>
          </a:p>
          <a:p>
            <a:pPr marL="0" indent="0">
              <a:buNone/>
            </a:pPr>
            <a:r>
              <a:rPr lang="en-US" dirty="0"/>
              <a:t>Core Functionality</a:t>
            </a:r>
          </a:p>
          <a:p>
            <a:r>
              <a:rPr lang="en-US" dirty="0"/>
              <a:t>NLTK supports many essential NLP tasks:</a:t>
            </a:r>
          </a:p>
          <a:p>
            <a:r>
              <a:rPr lang="en-US" dirty="0"/>
              <a:t>Tokenization: Breaking text into words, sentences, or other meaningful elements</a:t>
            </a:r>
          </a:p>
          <a:p>
            <a:r>
              <a:rPr lang="en-US" dirty="0"/>
              <a:t>Part-of-speech tagging: Identifying the grammatical parts of speech for words</a:t>
            </a:r>
          </a:p>
          <a:p>
            <a:r>
              <a:rPr lang="en-US" dirty="0"/>
              <a:t>Named entity recognition: Identifying names of people, organizations, locations, etc.</a:t>
            </a:r>
          </a:p>
          <a:p>
            <a:r>
              <a:rPr lang="en-US" dirty="0"/>
              <a:t>Stemming and lemmatization: Reducing words to their base or root form</a:t>
            </a:r>
          </a:p>
          <a:p>
            <a:r>
              <a:rPr lang="en-US" dirty="0"/>
              <a:t>Parsing: Analyzing syntactic structures of sentences</a:t>
            </a:r>
          </a:p>
          <a:p>
            <a:r>
              <a:rPr lang="en-US" dirty="0"/>
              <a:t>Semantic analysis: Working with meaning representations</a:t>
            </a:r>
          </a:p>
          <a:p>
            <a:r>
              <a:rPr lang="en-US" dirty="0"/>
              <a:t>Sentiment analysis: Determining positive, negative, or neutral sentiment in text</a:t>
            </a:r>
          </a:p>
          <a:p>
            <a:endParaRPr lang="en-US" dirty="0"/>
          </a:p>
        </p:txBody>
      </p:sp>
    </p:spTree>
    <p:extLst>
      <p:ext uri="{BB962C8B-B14F-4D97-AF65-F5344CB8AC3E}">
        <p14:creationId xmlns:p14="http://schemas.microsoft.com/office/powerpoint/2010/main" val="2022598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D0A49-E958-51C8-0391-9AFA20F36B28}"/>
              </a:ext>
            </a:extLst>
          </p:cNvPr>
          <p:cNvSpPr>
            <a:spLocks noGrp="1"/>
          </p:cNvSpPr>
          <p:nvPr>
            <p:ph type="title"/>
          </p:nvPr>
        </p:nvSpPr>
        <p:spPr/>
        <p:txBody>
          <a:bodyPr/>
          <a:lstStyle/>
          <a:p>
            <a:r>
              <a:rPr lang="en-US" dirty="0"/>
              <a:t>Tokenization</a:t>
            </a:r>
          </a:p>
        </p:txBody>
      </p:sp>
      <p:sp>
        <p:nvSpPr>
          <p:cNvPr id="3" name="Content Placeholder 2">
            <a:extLst>
              <a:ext uri="{FF2B5EF4-FFF2-40B4-BE49-F238E27FC236}">
                <a16:creationId xmlns:a16="http://schemas.microsoft.com/office/drawing/2014/main" id="{9EE8CF05-119B-E254-30AF-92B4C11270E8}"/>
              </a:ext>
            </a:extLst>
          </p:cNvPr>
          <p:cNvSpPr>
            <a:spLocks noGrp="1"/>
          </p:cNvSpPr>
          <p:nvPr>
            <p:ph idx="1"/>
          </p:nvPr>
        </p:nvSpPr>
        <p:spPr/>
        <p:txBody>
          <a:bodyPr/>
          <a:lstStyle/>
          <a:p>
            <a:pPr marL="0" indent="0">
              <a:buNone/>
            </a:pPr>
            <a:r>
              <a:rPr lang="en-US" dirty="0"/>
              <a:t>Tokenization: Breaking text into words, phrases, or other meaningful elements</a:t>
            </a:r>
          </a:p>
          <a:p>
            <a:r>
              <a:rPr lang="en-US" dirty="0"/>
              <a:t>Word tokenization: Splitting "I love NLP." into ["I", "love", "NLP", "."]</a:t>
            </a:r>
          </a:p>
          <a:p>
            <a:r>
              <a:rPr lang="en-US" dirty="0" err="1"/>
              <a:t>Subword</a:t>
            </a:r>
            <a:r>
              <a:rPr lang="en-US" dirty="0"/>
              <a:t> tokenization: Breaking words into meaningful pieces (e.g., "playing" → ["play", "##</a:t>
            </a:r>
            <a:r>
              <a:rPr lang="en-US" dirty="0" err="1"/>
              <a:t>ing</a:t>
            </a:r>
            <a:r>
              <a:rPr lang="en-US" dirty="0"/>
              <a:t>"])</a:t>
            </a:r>
          </a:p>
          <a:p>
            <a:r>
              <a:rPr lang="en-US" dirty="0"/>
              <a:t>Character tokenization: Splitting text into individual characters</a:t>
            </a:r>
          </a:p>
        </p:txBody>
      </p:sp>
      <p:pic>
        <p:nvPicPr>
          <p:cNvPr id="5" name="Content Placeholder 4">
            <a:extLst>
              <a:ext uri="{FF2B5EF4-FFF2-40B4-BE49-F238E27FC236}">
                <a16:creationId xmlns:a16="http://schemas.microsoft.com/office/drawing/2014/main" id="{972EC117-3243-1474-E416-CB5338D9C54B}"/>
              </a:ext>
            </a:extLst>
          </p:cNvPr>
          <p:cNvPicPr>
            <a:picLocks noChangeAspect="1"/>
          </p:cNvPicPr>
          <p:nvPr/>
        </p:nvPicPr>
        <p:blipFill>
          <a:blip r:embed="rId2"/>
          <a:stretch>
            <a:fillRect/>
          </a:stretch>
        </p:blipFill>
        <p:spPr>
          <a:xfrm>
            <a:off x="3099172" y="4028226"/>
            <a:ext cx="5993656" cy="2129968"/>
          </a:xfrm>
          <a:prstGeom prst="rect">
            <a:avLst/>
          </a:prstGeom>
        </p:spPr>
      </p:pic>
    </p:spTree>
    <p:extLst>
      <p:ext uri="{BB962C8B-B14F-4D97-AF65-F5344CB8AC3E}">
        <p14:creationId xmlns:p14="http://schemas.microsoft.com/office/powerpoint/2010/main" val="107150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21587-682C-AB8B-AEEC-95AEEF6B44B7}"/>
              </a:ext>
            </a:extLst>
          </p:cNvPr>
          <p:cNvSpPr>
            <a:spLocks noGrp="1"/>
          </p:cNvSpPr>
          <p:nvPr>
            <p:ph type="title"/>
          </p:nvPr>
        </p:nvSpPr>
        <p:spPr/>
        <p:txBody>
          <a:bodyPr>
            <a:normAutofit/>
          </a:bodyPr>
          <a:lstStyle/>
          <a:p>
            <a:r>
              <a:rPr lang="en-US" dirty="0"/>
              <a:t>Tokenize text using NLTK package</a:t>
            </a:r>
          </a:p>
        </p:txBody>
      </p:sp>
      <p:sp>
        <p:nvSpPr>
          <p:cNvPr id="6" name="TextBox 5">
            <a:extLst>
              <a:ext uri="{FF2B5EF4-FFF2-40B4-BE49-F238E27FC236}">
                <a16:creationId xmlns:a16="http://schemas.microsoft.com/office/drawing/2014/main" id="{1B5F427B-5A38-BC23-AAF5-9DB0E6087E63}"/>
              </a:ext>
            </a:extLst>
          </p:cNvPr>
          <p:cNvSpPr txBox="1"/>
          <p:nvPr/>
        </p:nvSpPr>
        <p:spPr>
          <a:xfrm>
            <a:off x="982363" y="2526958"/>
            <a:ext cx="10132540" cy="1543115"/>
          </a:xfrm>
          <a:prstGeom prst="rect">
            <a:avLst/>
          </a:prstGeom>
          <a:noFill/>
        </p:spPr>
        <p:txBody>
          <a:bodyPr wrap="square" rtlCol="0">
            <a:spAutoFit/>
          </a:bodyPr>
          <a:lstStyle/>
          <a:p>
            <a:pPr>
              <a:lnSpc>
                <a:spcPts val="1425"/>
              </a:lnSpc>
              <a:buNone/>
            </a:pP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nltk.tokenize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word_tokenize</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8000"/>
                </a:solidFill>
                <a:effectLst/>
                <a:latin typeface="Consolas" panose="020B0609020204030204" pitchFamily="49" charset="0"/>
              </a:rPr>
              <a:t>#punkt is a pretrained tokenization model used for splitting text into sentences and words.</a:t>
            </a:r>
            <a:endParaRPr lang="en-US" b="0" dirty="0">
              <a:solidFill>
                <a:srgbClr val="000000"/>
              </a:solidFill>
              <a:effectLst/>
              <a:latin typeface="Consolas" panose="020B0609020204030204" pitchFamily="49" charset="0"/>
            </a:endParaRPr>
          </a:p>
          <a:p>
            <a:pPr>
              <a:lnSpc>
                <a:spcPts val="1425"/>
              </a:lnSpc>
              <a:buNone/>
            </a:pPr>
            <a:r>
              <a:rPr lang="en-US" b="0" dirty="0" err="1">
                <a:solidFill>
                  <a:srgbClr val="000000"/>
                </a:solidFill>
                <a:effectLst/>
                <a:latin typeface="Consolas" panose="020B0609020204030204" pitchFamily="49" charset="0"/>
              </a:rPr>
              <a:t>nltk.download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punkt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sentence = </a:t>
            </a:r>
            <a:r>
              <a:rPr lang="en-US" b="0" dirty="0">
                <a:solidFill>
                  <a:srgbClr val="A31515"/>
                </a:solidFill>
                <a:effectLst/>
                <a:latin typeface="Consolas" panose="020B0609020204030204" pitchFamily="49" charset="0"/>
              </a:rPr>
              <a:t>"Large language models are revolutionizing business applications."</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tokens = </a:t>
            </a:r>
            <a:r>
              <a:rPr lang="en-US" b="0" dirty="0" err="1">
                <a:solidFill>
                  <a:srgbClr val="000000"/>
                </a:solidFill>
                <a:effectLst/>
                <a:latin typeface="Consolas" panose="020B0609020204030204" pitchFamily="49" charset="0"/>
              </a:rPr>
              <a:t>word_tokenize</a:t>
            </a:r>
            <a:r>
              <a:rPr lang="en-US" b="0" dirty="0">
                <a:solidFill>
                  <a:srgbClr val="000000"/>
                </a:solidFill>
                <a:effectLst/>
                <a:latin typeface="Consolas" panose="020B0609020204030204" pitchFamily="49" charset="0"/>
              </a:rPr>
              <a:t>(sentence)</a:t>
            </a:r>
          </a:p>
          <a:p>
            <a:pPr>
              <a:lnSpc>
                <a:spcPts val="1425"/>
              </a:lnSpc>
            </a:pPr>
            <a:r>
              <a:rPr lang="en-US" b="0" dirty="0">
                <a:solidFill>
                  <a:srgbClr val="000000"/>
                </a:solidFill>
                <a:effectLst/>
                <a:latin typeface="Consolas" panose="020B0609020204030204" pitchFamily="49" charset="0"/>
              </a:rPr>
              <a:t>print(tokens)</a:t>
            </a:r>
          </a:p>
        </p:txBody>
      </p:sp>
      <p:sp>
        <p:nvSpPr>
          <p:cNvPr id="11" name="TextBox 10">
            <a:extLst>
              <a:ext uri="{FF2B5EF4-FFF2-40B4-BE49-F238E27FC236}">
                <a16:creationId xmlns:a16="http://schemas.microsoft.com/office/drawing/2014/main" id="{6E835F34-494B-6B04-2CA4-3234ED3663B0}"/>
              </a:ext>
            </a:extLst>
          </p:cNvPr>
          <p:cNvSpPr txBox="1"/>
          <p:nvPr/>
        </p:nvSpPr>
        <p:spPr>
          <a:xfrm>
            <a:off x="982363" y="4630671"/>
            <a:ext cx="9698510" cy="1477328"/>
          </a:xfrm>
          <a:prstGeom prst="rect">
            <a:avLst/>
          </a:prstGeom>
          <a:noFill/>
        </p:spPr>
        <p:txBody>
          <a:bodyPr wrap="square">
            <a:spAutoFit/>
          </a:bodyPr>
          <a:lstStyle/>
          <a:p>
            <a:pPr algn="l">
              <a:buNone/>
            </a:pPr>
            <a:r>
              <a:rPr lang="en-US" b="0" i="0" dirty="0">
                <a:solidFill>
                  <a:srgbClr val="000000"/>
                </a:solidFill>
                <a:effectLst/>
                <a:latin typeface="Consolas" panose="020B0609020204030204" pitchFamily="49" charset="0"/>
              </a:rPr>
              <a:t>Output:</a:t>
            </a:r>
          </a:p>
          <a:p>
            <a:pPr algn="l">
              <a:buNone/>
            </a:pPr>
            <a:r>
              <a:rPr lang="en-US" b="0" i="0" dirty="0">
                <a:solidFill>
                  <a:srgbClr val="000000"/>
                </a:solidFill>
                <a:effectLst/>
                <a:latin typeface="Consolas" panose="020B0609020204030204" pitchFamily="49" charset="0"/>
              </a:rPr>
              <a:t>['Large', 'language', 'models', 'are', 'revolutionizing', 'business', 'applications', '.'] </a:t>
            </a:r>
          </a:p>
          <a:p>
            <a:pPr algn="l"/>
            <a:r>
              <a:rPr lang="en-US" b="0" i="0" dirty="0">
                <a:solidFill>
                  <a:srgbClr val="000000"/>
                </a:solidFill>
                <a:effectLst/>
                <a:latin typeface="Consolas" panose="020B0609020204030204" pitchFamily="49" charset="0"/>
              </a:rPr>
              <a:t>[</a:t>
            </a:r>
            <a:r>
              <a:rPr lang="en-US" b="0" i="0" dirty="0" err="1">
                <a:solidFill>
                  <a:srgbClr val="000000"/>
                </a:solidFill>
                <a:effectLst/>
                <a:latin typeface="Consolas" panose="020B0609020204030204" pitchFamily="49" charset="0"/>
              </a:rPr>
              <a:t>nltk_data</a:t>
            </a:r>
            <a:r>
              <a:rPr lang="en-US" b="0" i="0" dirty="0">
                <a:solidFill>
                  <a:srgbClr val="000000"/>
                </a:solidFill>
                <a:effectLst/>
                <a:latin typeface="Consolas" panose="020B0609020204030204" pitchFamily="49" charset="0"/>
              </a:rPr>
              <a:t>] Downloading package </a:t>
            </a:r>
            <a:r>
              <a:rPr lang="en-US" b="0" i="0" dirty="0" err="1">
                <a:solidFill>
                  <a:srgbClr val="000000"/>
                </a:solidFill>
                <a:effectLst/>
                <a:latin typeface="Consolas" panose="020B0609020204030204" pitchFamily="49" charset="0"/>
              </a:rPr>
              <a:t>punkt</a:t>
            </a:r>
            <a:r>
              <a:rPr lang="en-US" b="0" i="0" dirty="0">
                <a:solidFill>
                  <a:srgbClr val="000000"/>
                </a:solidFill>
                <a:effectLst/>
                <a:latin typeface="Consolas" panose="020B0609020204030204" pitchFamily="49" charset="0"/>
              </a:rPr>
              <a:t> to /home/me/</a:t>
            </a:r>
            <a:r>
              <a:rPr lang="en-US" b="0" i="0" dirty="0" err="1">
                <a:solidFill>
                  <a:srgbClr val="000000"/>
                </a:solidFill>
                <a:effectLst/>
                <a:latin typeface="Consolas" panose="020B0609020204030204" pitchFamily="49" charset="0"/>
              </a:rPr>
              <a:t>nltk_data</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nltk_data</a:t>
            </a:r>
            <a:r>
              <a:rPr lang="en-US" b="0" i="0" dirty="0">
                <a:solidFill>
                  <a:srgbClr val="000000"/>
                </a:solidFill>
                <a:effectLst/>
                <a:latin typeface="Consolas" panose="020B0609020204030204" pitchFamily="49" charset="0"/>
              </a:rPr>
              <a:t>] Package </a:t>
            </a:r>
            <a:r>
              <a:rPr lang="en-US" b="0" i="0" dirty="0" err="1">
                <a:solidFill>
                  <a:srgbClr val="000000"/>
                </a:solidFill>
                <a:effectLst/>
                <a:latin typeface="Consolas" panose="020B0609020204030204" pitchFamily="49" charset="0"/>
              </a:rPr>
              <a:t>punkt</a:t>
            </a:r>
            <a:r>
              <a:rPr lang="en-US" b="0" i="0" dirty="0">
                <a:solidFill>
                  <a:srgbClr val="000000"/>
                </a:solidFill>
                <a:effectLst/>
                <a:latin typeface="Consolas" panose="020B0609020204030204" pitchFamily="49" charset="0"/>
              </a:rPr>
              <a:t> is already up-to-date!</a:t>
            </a:r>
          </a:p>
        </p:txBody>
      </p:sp>
    </p:spTree>
    <p:extLst>
      <p:ext uri="{BB962C8B-B14F-4D97-AF65-F5344CB8AC3E}">
        <p14:creationId xmlns:p14="http://schemas.microsoft.com/office/powerpoint/2010/main" val="316273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29C9F-0A38-A846-9AF9-7AA426997374}"/>
              </a:ext>
            </a:extLst>
          </p:cNvPr>
          <p:cNvSpPr>
            <a:spLocks noGrp="1"/>
          </p:cNvSpPr>
          <p:nvPr>
            <p:ph type="title"/>
          </p:nvPr>
        </p:nvSpPr>
        <p:spPr/>
        <p:txBody>
          <a:bodyPr/>
          <a:lstStyle/>
          <a:p>
            <a:r>
              <a:rPr lang="en-US" dirty="0"/>
              <a:t>Normalization</a:t>
            </a:r>
          </a:p>
        </p:txBody>
      </p:sp>
      <p:sp>
        <p:nvSpPr>
          <p:cNvPr id="3" name="Content Placeholder 2">
            <a:extLst>
              <a:ext uri="{FF2B5EF4-FFF2-40B4-BE49-F238E27FC236}">
                <a16:creationId xmlns:a16="http://schemas.microsoft.com/office/drawing/2014/main" id="{A33A7CDC-7FBB-C0C1-952D-4A7F6B5C8037}"/>
              </a:ext>
            </a:extLst>
          </p:cNvPr>
          <p:cNvSpPr>
            <a:spLocks noGrp="1"/>
          </p:cNvSpPr>
          <p:nvPr>
            <p:ph idx="1"/>
          </p:nvPr>
        </p:nvSpPr>
        <p:spPr>
          <a:xfrm>
            <a:off x="838200" y="1706008"/>
            <a:ext cx="10515600" cy="820950"/>
          </a:xfrm>
        </p:spPr>
        <p:txBody>
          <a:bodyPr/>
          <a:lstStyle/>
          <a:p>
            <a:r>
              <a:rPr lang="en-US" dirty="0"/>
              <a:t>Converting text to a standard form to reduce variability:</a:t>
            </a:r>
          </a:p>
        </p:txBody>
      </p:sp>
      <p:sp>
        <p:nvSpPr>
          <p:cNvPr id="4" name="TextBox 3">
            <a:extLst>
              <a:ext uri="{FF2B5EF4-FFF2-40B4-BE49-F238E27FC236}">
                <a16:creationId xmlns:a16="http://schemas.microsoft.com/office/drawing/2014/main" id="{DF4240B0-0DC1-0861-78F7-C2EDD932B078}"/>
              </a:ext>
            </a:extLst>
          </p:cNvPr>
          <p:cNvSpPr txBox="1"/>
          <p:nvPr/>
        </p:nvSpPr>
        <p:spPr>
          <a:xfrm>
            <a:off x="1241853" y="2526958"/>
            <a:ext cx="10225217" cy="1543115"/>
          </a:xfrm>
          <a:prstGeom prst="rect">
            <a:avLst/>
          </a:prstGeom>
          <a:noFill/>
        </p:spPr>
        <p:txBody>
          <a:bodyPr wrap="square" rtlCol="0">
            <a:spAutoFit/>
          </a:bodyPr>
          <a:lstStyle/>
          <a:p>
            <a:pPr>
              <a:lnSpc>
                <a:spcPts val="1425"/>
              </a:lnSpc>
              <a:buNone/>
            </a:pPr>
            <a:r>
              <a:rPr lang="en-US" b="0" dirty="0">
                <a:solidFill>
                  <a:srgbClr val="008000"/>
                </a:solidFill>
                <a:effectLst/>
                <a:latin typeface="Consolas" panose="020B0609020204030204" pitchFamily="49" charset="0"/>
              </a:rPr>
              <a:t># Lowercasing</a:t>
            </a:r>
            <a:endParaRPr lang="en-US" b="0" dirty="0">
              <a:solidFill>
                <a:srgbClr val="000000"/>
              </a:solidFill>
              <a:effectLst/>
              <a:latin typeface="Consolas" panose="020B0609020204030204" pitchFamily="49" charset="0"/>
            </a:endParaRPr>
          </a:p>
          <a:p>
            <a:pPr>
              <a:lnSpc>
                <a:spcPts val="1425"/>
              </a:lnSpc>
              <a:buNone/>
            </a:pPr>
            <a:r>
              <a:rPr lang="en-US" b="0" dirty="0" err="1">
                <a:solidFill>
                  <a:srgbClr val="000000"/>
                </a:solidFill>
                <a:effectLst/>
                <a:latin typeface="Consolas" panose="020B0609020204030204" pitchFamily="49" charset="0"/>
              </a:rPr>
              <a:t>normalized_tokens</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token.lower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token </a:t>
            </a:r>
            <a:r>
              <a:rPr lang="en-US" b="0" dirty="0">
                <a:solidFill>
                  <a:srgbClr val="0000FF"/>
                </a:solidFill>
                <a:effectLst/>
                <a:latin typeface="Consolas" panose="020B0609020204030204" pitchFamily="49" charset="0"/>
              </a:rPr>
              <a:t>in</a:t>
            </a:r>
            <a:r>
              <a:rPr lang="en-US" b="0" dirty="0">
                <a:solidFill>
                  <a:srgbClr val="000000"/>
                </a:solidFill>
                <a:effectLst/>
                <a:latin typeface="Consolas" panose="020B0609020204030204" pitchFamily="49" charset="0"/>
              </a:rPr>
              <a:t> tokens]</a:t>
            </a:r>
          </a:p>
          <a:p>
            <a:pPr>
              <a:lnSpc>
                <a:spcPts val="1425"/>
              </a:lnSpc>
              <a:buNone/>
            </a:pP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normalized_tokens</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Removing punctuation</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re</a:t>
            </a:r>
          </a:p>
          <a:p>
            <a:pPr>
              <a:lnSpc>
                <a:spcPts val="1425"/>
              </a:lnSpc>
              <a:buNone/>
            </a:pPr>
            <a:r>
              <a:rPr lang="en-US" b="0" dirty="0" err="1">
                <a:solidFill>
                  <a:srgbClr val="000000"/>
                </a:solidFill>
                <a:effectLst/>
                <a:latin typeface="Consolas" panose="020B0609020204030204" pitchFamily="49" charset="0"/>
              </a:rPr>
              <a:t>normalized_tokens</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re.sub</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r</a:t>
            </a:r>
            <a:r>
              <a:rPr lang="en-US" b="0" dirty="0">
                <a:solidFill>
                  <a:srgbClr val="811F3F"/>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811F3F"/>
                </a:solidFill>
                <a:effectLst/>
                <a:latin typeface="Consolas" panose="020B0609020204030204" pitchFamily="49" charset="0"/>
              </a:rPr>
              <a:t>\w\s]'</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token.lower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token </a:t>
            </a:r>
            <a:r>
              <a:rPr lang="en-US" b="0" dirty="0">
                <a:solidFill>
                  <a:srgbClr val="0000FF"/>
                </a:solidFill>
                <a:effectLst/>
                <a:latin typeface="Consolas" panose="020B0609020204030204" pitchFamily="49" charset="0"/>
              </a:rPr>
              <a:t>in</a:t>
            </a:r>
            <a:r>
              <a:rPr lang="en-US" b="0" dirty="0">
                <a:solidFill>
                  <a:srgbClr val="000000"/>
                </a:solidFill>
                <a:effectLst/>
                <a:latin typeface="Consolas" panose="020B0609020204030204" pitchFamily="49" charset="0"/>
              </a:rPr>
              <a:t> tokens]</a:t>
            </a:r>
          </a:p>
          <a:p>
            <a:pPr>
              <a:lnSpc>
                <a:spcPts val="1425"/>
              </a:lnSpc>
            </a:pP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normalized_tokens</a:t>
            </a:r>
            <a:r>
              <a:rPr lang="en-US" b="0" dirty="0">
                <a:solidFill>
                  <a:srgbClr val="000000"/>
                </a:solidFill>
                <a:effectLst/>
                <a:latin typeface="Consolas" panose="020B0609020204030204" pitchFamily="49" charset="0"/>
              </a:rPr>
              <a:t>)</a:t>
            </a:r>
          </a:p>
        </p:txBody>
      </p:sp>
      <p:sp>
        <p:nvSpPr>
          <p:cNvPr id="1044" name="TextBox 1043">
            <a:extLst>
              <a:ext uri="{FF2B5EF4-FFF2-40B4-BE49-F238E27FC236}">
                <a16:creationId xmlns:a16="http://schemas.microsoft.com/office/drawing/2014/main" id="{75470B80-147E-475F-A4A3-BAFF5796EB38}"/>
              </a:ext>
            </a:extLst>
          </p:cNvPr>
          <p:cNvSpPr txBox="1"/>
          <p:nvPr/>
        </p:nvSpPr>
        <p:spPr>
          <a:xfrm>
            <a:off x="1241853" y="4429358"/>
            <a:ext cx="10730299" cy="923330"/>
          </a:xfrm>
          <a:prstGeom prst="rect">
            <a:avLst/>
          </a:prstGeom>
          <a:noFill/>
        </p:spPr>
        <p:txBody>
          <a:bodyPr wrap="square">
            <a:spAutoFit/>
          </a:bodyPr>
          <a:lstStyle/>
          <a:p>
            <a:r>
              <a:rPr lang="en-US" dirty="0"/>
              <a:t>Output:</a:t>
            </a:r>
          </a:p>
          <a:p>
            <a:r>
              <a:rPr lang="en-US" dirty="0"/>
              <a:t>['large', 'language', 'models', 'are', 'revolutionizing', 'business', 'applications', '.']['large', 'language', 'models', 'are', 'revolutionizing', 'business', 'applications', '']</a:t>
            </a:r>
          </a:p>
        </p:txBody>
      </p:sp>
    </p:spTree>
    <p:extLst>
      <p:ext uri="{BB962C8B-B14F-4D97-AF65-F5344CB8AC3E}">
        <p14:creationId xmlns:p14="http://schemas.microsoft.com/office/powerpoint/2010/main" val="601496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9F130-BE15-7F5E-07DB-D123BA9A7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A6123-CDB4-7E27-3375-92C08E5000BA}"/>
              </a:ext>
            </a:extLst>
          </p:cNvPr>
          <p:cNvSpPr>
            <a:spLocks noGrp="1"/>
          </p:cNvSpPr>
          <p:nvPr>
            <p:ph type="title"/>
          </p:nvPr>
        </p:nvSpPr>
        <p:spPr/>
        <p:txBody>
          <a:bodyPr/>
          <a:lstStyle/>
          <a:p>
            <a:r>
              <a:rPr lang="en-US" dirty="0" err="1"/>
              <a:t>Stopwords</a:t>
            </a:r>
            <a:r>
              <a:rPr lang="en-US" dirty="0"/>
              <a:t> Removal</a:t>
            </a:r>
          </a:p>
        </p:txBody>
      </p:sp>
      <p:sp>
        <p:nvSpPr>
          <p:cNvPr id="3" name="Content Placeholder 2">
            <a:extLst>
              <a:ext uri="{FF2B5EF4-FFF2-40B4-BE49-F238E27FC236}">
                <a16:creationId xmlns:a16="http://schemas.microsoft.com/office/drawing/2014/main" id="{BED8C89C-D76A-1D92-8860-3D838AB4F186}"/>
              </a:ext>
            </a:extLst>
          </p:cNvPr>
          <p:cNvSpPr>
            <a:spLocks noGrp="1"/>
          </p:cNvSpPr>
          <p:nvPr>
            <p:ph idx="1"/>
          </p:nvPr>
        </p:nvSpPr>
        <p:spPr>
          <a:xfrm>
            <a:off x="838200" y="1706008"/>
            <a:ext cx="10515600" cy="2520004"/>
          </a:xfrm>
        </p:spPr>
        <p:txBody>
          <a:bodyPr/>
          <a:lstStyle/>
          <a:p>
            <a:r>
              <a:rPr lang="en-US" dirty="0"/>
              <a:t>Eliminating common words that add little meaning:</a:t>
            </a:r>
          </a:p>
        </p:txBody>
      </p:sp>
      <p:sp>
        <p:nvSpPr>
          <p:cNvPr id="5" name="TextBox 4">
            <a:extLst>
              <a:ext uri="{FF2B5EF4-FFF2-40B4-BE49-F238E27FC236}">
                <a16:creationId xmlns:a16="http://schemas.microsoft.com/office/drawing/2014/main" id="{35B22B7C-080F-A564-15A8-40D9FB2F4406}"/>
              </a:ext>
            </a:extLst>
          </p:cNvPr>
          <p:cNvSpPr txBox="1"/>
          <p:nvPr/>
        </p:nvSpPr>
        <p:spPr>
          <a:xfrm>
            <a:off x="1068858" y="2567675"/>
            <a:ext cx="9409671" cy="2440796"/>
          </a:xfrm>
          <a:prstGeom prst="rect">
            <a:avLst/>
          </a:prstGeom>
          <a:noFill/>
        </p:spPr>
        <p:txBody>
          <a:bodyPr wrap="square">
            <a:spAutoFit/>
          </a:bodyPr>
          <a:lstStyle/>
          <a:p>
            <a:pPr>
              <a:lnSpc>
                <a:spcPts val="1425"/>
              </a:lnSpc>
              <a:buNone/>
            </a:pPr>
            <a:r>
              <a:rPr lang="en-US" b="0" dirty="0">
                <a:solidFill>
                  <a:srgbClr val="008000"/>
                </a:solidFill>
                <a:effectLst/>
                <a:latin typeface="Consolas" panose="020B0609020204030204" pitchFamily="49" charset="0"/>
              </a:rPr>
              <a:t>#nltk.download('stopwords') #stopwords are common words that are often removed from text as they are not useful for analysis.</a:t>
            </a:r>
          </a:p>
          <a:p>
            <a:pPr>
              <a:lnSpc>
                <a:spcPts val="1425"/>
              </a:lnSpc>
              <a:buNone/>
            </a:pPr>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nltk.corpus</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stopwords</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err="1">
                <a:solidFill>
                  <a:srgbClr val="000000"/>
                </a:solidFill>
                <a:effectLst/>
                <a:latin typeface="Consolas" panose="020B0609020204030204" pitchFamily="49" charset="0"/>
              </a:rPr>
              <a:t>stop_words</a:t>
            </a:r>
            <a:r>
              <a:rPr lang="en-US" b="0" dirty="0">
                <a:solidFill>
                  <a:srgbClr val="000000"/>
                </a:solidFill>
                <a:effectLst/>
                <a:latin typeface="Consolas" panose="020B0609020204030204" pitchFamily="49" charset="0"/>
              </a:rPr>
              <a:t> = set(</a:t>
            </a:r>
            <a:r>
              <a:rPr lang="en-US" b="0" dirty="0" err="1">
                <a:solidFill>
                  <a:srgbClr val="000000"/>
                </a:solidFill>
                <a:effectLst/>
                <a:latin typeface="Consolas" panose="020B0609020204030204" pitchFamily="49" charset="0"/>
              </a:rPr>
              <a:t>stopwords.words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english</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nSpc>
                <a:spcPts val="1425"/>
              </a:lnSpc>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print(</a:t>
            </a:r>
            <a:r>
              <a:rPr lang="en-US" b="0" dirty="0">
                <a:solidFill>
                  <a:srgbClr val="A31515"/>
                </a:solidFill>
                <a:effectLst/>
                <a:latin typeface="Consolas" panose="020B0609020204030204" pitchFamily="49" charset="0"/>
              </a:rPr>
              <a:t>"These words are removed from the text: "</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stop_words</a:t>
            </a:r>
            <a:r>
              <a:rPr lang="en-US" b="0" dirty="0">
                <a:solidFill>
                  <a:srgbClr val="000000"/>
                </a:solidFill>
                <a:effectLst/>
                <a:latin typeface="Consolas" panose="020B0609020204030204" pitchFamily="49" charset="0"/>
              </a:rPr>
              <a:t>)</a:t>
            </a:r>
          </a:p>
          <a:p>
            <a:pPr>
              <a:lnSpc>
                <a:spcPts val="1425"/>
              </a:lnSpc>
            </a:pPr>
            <a:endParaRPr lang="en-US" dirty="0">
              <a:solidFill>
                <a:srgbClr val="000000"/>
              </a:solidFill>
              <a:latin typeface="Consolas" panose="020B0609020204030204" pitchFamily="49" charset="0"/>
            </a:endParaRPr>
          </a:p>
          <a:p>
            <a:pPr>
              <a:lnSpc>
                <a:spcPts val="1425"/>
              </a:lnSpc>
              <a:buNone/>
            </a:pPr>
            <a:r>
              <a:rPr lang="en-US" b="0" dirty="0" err="1">
                <a:solidFill>
                  <a:srgbClr val="000000"/>
                </a:solidFill>
                <a:effectLst/>
                <a:latin typeface="Consolas" panose="020B0609020204030204" pitchFamily="49" charset="0"/>
              </a:rPr>
              <a:t>filtered_tokens</a:t>
            </a:r>
            <a:r>
              <a:rPr lang="en-US" b="0" dirty="0">
                <a:solidFill>
                  <a:srgbClr val="000000"/>
                </a:solidFill>
                <a:effectLst/>
                <a:latin typeface="Consolas" panose="020B0609020204030204" pitchFamily="49" charset="0"/>
              </a:rPr>
              <a:t> = [token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token </a:t>
            </a:r>
            <a:r>
              <a:rPr lang="en-US" b="0" dirty="0">
                <a:solidFill>
                  <a:srgbClr val="0000FF"/>
                </a:solidFill>
                <a:effectLst/>
                <a:latin typeface="Consolas" panose="020B0609020204030204" pitchFamily="49" charset="0"/>
              </a:rPr>
              <a:t>in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normalized_tokens</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token </a:t>
            </a:r>
            <a:r>
              <a:rPr lang="en-US" b="0" dirty="0">
                <a:solidFill>
                  <a:srgbClr val="0000FF"/>
                </a:solidFill>
                <a:effectLst/>
                <a:latin typeface="Consolas" panose="020B0609020204030204" pitchFamily="49" charset="0"/>
              </a:rPr>
              <a:t>and</a:t>
            </a:r>
            <a:r>
              <a:rPr lang="en-US" b="0" dirty="0">
                <a:solidFill>
                  <a:srgbClr val="000000"/>
                </a:solidFill>
                <a:effectLst/>
                <a:latin typeface="Consolas" panose="020B0609020204030204" pitchFamily="49" charset="0"/>
              </a:rPr>
              <a:t> token </a:t>
            </a:r>
            <a:r>
              <a:rPr lang="en-US" b="0" dirty="0">
                <a:solidFill>
                  <a:srgbClr val="0000FF"/>
                </a:solidFill>
                <a:effectLst/>
                <a:latin typeface="Consolas" panose="020B0609020204030204" pitchFamily="49" charset="0"/>
              </a:rPr>
              <a:t>not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stop_words</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filtered_tokens</a:t>
            </a:r>
            <a:r>
              <a:rPr lang="en-US" b="0" dirty="0">
                <a:solidFill>
                  <a:srgbClr val="000000"/>
                </a:solidFill>
                <a:effectLst/>
                <a:latin typeface="Consolas" panose="020B0609020204030204" pitchFamily="49" charset="0"/>
              </a:rPr>
              <a:t>)</a:t>
            </a:r>
          </a:p>
          <a:p>
            <a:pPr>
              <a:lnSpc>
                <a:spcPts val="1425"/>
              </a:lnSpc>
            </a:pPr>
            <a:endParaRPr lang="en-US"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0A3E680B-D9E3-CA6E-43A7-77F7BEDD827F}"/>
              </a:ext>
            </a:extLst>
          </p:cNvPr>
          <p:cNvSpPr txBox="1"/>
          <p:nvPr/>
        </p:nvSpPr>
        <p:spPr>
          <a:xfrm>
            <a:off x="838200" y="5383379"/>
            <a:ext cx="10400785" cy="1200329"/>
          </a:xfrm>
          <a:prstGeom prst="rect">
            <a:avLst/>
          </a:prstGeom>
          <a:noFill/>
        </p:spPr>
        <p:txBody>
          <a:bodyPr wrap="square">
            <a:spAutoFit/>
          </a:bodyPr>
          <a:lstStyle/>
          <a:p>
            <a:pPr algn="l">
              <a:buNone/>
            </a:pPr>
            <a:r>
              <a:rPr lang="en-US" b="0" i="0" dirty="0">
                <a:solidFill>
                  <a:srgbClr val="000000"/>
                </a:solidFill>
                <a:effectLst/>
                <a:latin typeface="var(--notebook-cell-output-font-family)"/>
              </a:rPr>
              <a:t>Output:</a:t>
            </a:r>
          </a:p>
          <a:p>
            <a:pPr algn="l">
              <a:buNone/>
            </a:pPr>
            <a:r>
              <a:rPr lang="en-US" b="0" i="0" dirty="0">
                <a:solidFill>
                  <a:srgbClr val="000000"/>
                </a:solidFill>
                <a:effectLst/>
                <a:latin typeface="var(--notebook-cell-output-font-family)"/>
              </a:rPr>
              <a:t>These words are removed from the text: {'during', 'off', 'each', 'own', 'nor', "we've", "you'll", 'ourselves', 'between', 'same', 'such', 'against', 'but', "mustn't", "aren't", "wouldn't", </a:t>
            </a:r>
            <a:br>
              <a:rPr lang="en-US" b="0" i="0" dirty="0">
                <a:solidFill>
                  <a:srgbClr val="000000"/>
                </a:solidFill>
                <a:effectLst/>
                <a:latin typeface="var(--notebook-cell-output-font-family)"/>
              </a:rPr>
            </a:br>
            <a:endParaRPr lang="en-US" dirty="0"/>
          </a:p>
        </p:txBody>
      </p:sp>
    </p:spTree>
    <p:extLst>
      <p:ext uri="{BB962C8B-B14F-4D97-AF65-F5344CB8AC3E}">
        <p14:creationId xmlns:p14="http://schemas.microsoft.com/office/powerpoint/2010/main" val="3351610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E6DC-F14A-135D-2770-B4C9B064F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BE917-EDDC-CF40-5295-E6459D450AF1}"/>
              </a:ext>
            </a:extLst>
          </p:cNvPr>
          <p:cNvSpPr>
            <a:spLocks noGrp="1"/>
          </p:cNvSpPr>
          <p:nvPr>
            <p:ph type="title"/>
          </p:nvPr>
        </p:nvSpPr>
        <p:spPr/>
        <p:txBody>
          <a:bodyPr/>
          <a:lstStyle/>
          <a:p>
            <a:r>
              <a:rPr lang="en-US" dirty="0"/>
              <a:t>Stemming and Lemmatization</a:t>
            </a:r>
          </a:p>
        </p:txBody>
      </p:sp>
      <p:sp>
        <p:nvSpPr>
          <p:cNvPr id="3" name="Content Placeholder 2">
            <a:extLst>
              <a:ext uri="{FF2B5EF4-FFF2-40B4-BE49-F238E27FC236}">
                <a16:creationId xmlns:a16="http://schemas.microsoft.com/office/drawing/2014/main" id="{AC179B1D-2E74-63EA-0B58-D09B966076DE}"/>
              </a:ext>
            </a:extLst>
          </p:cNvPr>
          <p:cNvSpPr>
            <a:spLocks noGrp="1"/>
          </p:cNvSpPr>
          <p:nvPr>
            <p:ph idx="1"/>
          </p:nvPr>
        </p:nvSpPr>
        <p:spPr>
          <a:xfrm>
            <a:off x="838200" y="1706007"/>
            <a:ext cx="10515600" cy="1624139"/>
          </a:xfrm>
        </p:spPr>
        <p:txBody>
          <a:bodyPr/>
          <a:lstStyle/>
          <a:p>
            <a:r>
              <a:rPr lang="en-US" dirty="0"/>
              <a:t>Stemming and lemmatization are text normalization techniques used in Natural Language Processing (NLP) to reduce words to their base or root forms. </a:t>
            </a:r>
          </a:p>
          <a:p>
            <a:r>
              <a:rPr lang="en-US" dirty="0"/>
              <a:t>They help in improving search engines, text mining, and language modeling by standardizing words with similar meanings.</a:t>
            </a:r>
          </a:p>
        </p:txBody>
      </p:sp>
      <p:pic>
        <p:nvPicPr>
          <p:cNvPr id="5" name="Picture 4">
            <a:extLst>
              <a:ext uri="{FF2B5EF4-FFF2-40B4-BE49-F238E27FC236}">
                <a16:creationId xmlns:a16="http://schemas.microsoft.com/office/drawing/2014/main" id="{662CCD9F-F91E-63A0-DB12-C0C98E9CC19F}"/>
              </a:ext>
            </a:extLst>
          </p:cNvPr>
          <p:cNvPicPr>
            <a:picLocks noChangeAspect="1"/>
          </p:cNvPicPr>
          <p:nvPr/>
        </p:nvPicPr>
        <p:blipFill>
          <a:blip r:embed="rId2"/>
          <a:stretch>
            <a:fillRect/>
          </a:stretch>
        </p:blipFill>
        <p:spPr>
          <a:xfrm>
            <a:off x="3308893" y="3490422"/>
            <a:ext cx="5574214" cy="3050334"/>
          </a:xfrm>
          <a:prstGeom prst="rect">
            <a:avLst/>
          </a:prstGeom>
        </p:spPr>
      </p:pic>
    </p:spTree>
    <p:extLst>
      <p:ext uri="{BB962C8B-B14F-4D97-AF65-F5344CB8AC3E}">
        <p14:creationId xmlns:p14="http://schemas.microsoft.com/office/powerpoint/2010/main" val="3357827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AF6C5-35EE-DC0E-D007-59491230D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AD4C6-0555-4622-F18C-68D2874A845E}"/>
              </a:ext>
            </a:extLst>
          </p:cNvPr>
          <p:cNvSpPr>
            <a:spLocks noGrp="1"/>
          </p:cNvSpPr>
          <p:nvPr>
            <p:ph type="title"/>
          </p:nvPr>
        </p:nvSpPr>
        <p:spPr/>
        <p:txBody>
          <a:bodyPr/>
          <a:lstStyle/>
          <a:p>
            <a:r>
              <a:rPr lang="en-US" dirty="0"/>
              <a:t>Stemming</a:t>
            </a:r>
          </a:p>
        </p:txBody>
      </p:sp>
      <p:sp>
        <p:nvSpPr>
          <p:cNvPr id="3" name="Content Placeholder 2">
            <a:extLst>
              <a:ext uri="{FF2B5EF4-FFF2-40B4-BE49-F238E27FC236}">
                <a16:creationId xmlns:a16="http://schemas.microsoft.com/office/drawing/2014/main" id="{12A31F46-3974-4606-C4DF-CECBD7D1F16E}"/>
              </a:ext>
            </a:extLst>
          </p:cNvPr>
          <p:cNvSpPr>
            <a:spLocks noGrp="1"/>
          </p:cNvSpPr>
          <p:nvPr>
            <p:ph idx="1"/>
          </p:nvPr>
        </p:nvSpPr>
        <p:spPr/>
        <p:txBody>
          <a:bodyPr>
            <a:normAutofit/>
          </a:bodyPr>
          <a:lstStyle/>
          <a:p>
            <a:r>
              <a:rPr lang="en-US" dirty="0"/>
              <a:t>Definition: Stemming is a rule-based process that removes prefixes and suffixes (affixes) from a word to obtain its base form, often producing words that may not be actual words.</a:t>
            </a:r>
          </a:p>
          <a:p>
            <a:r>
              <a:rPr lang="en-US" dirty="0"/>
              <a:t>Method: Uses algorithms like Porter Stemmer and Snowball Stemmer.</a:t>
            </a:r>
          </a:p>
          <a:p>
            <a:r>
              <a:rPr lang="en-US" dirty="0"/>
              <a:t>Example:</a:t>
            </a:r>
          </a:p>
          <a:p>
            <a:pPr lvl="1"/>
            <a:r>
              <a:rPr lang="en-US" dirty="0"/>
              <a:t>"Running" → "Run"</a:t>
            </a:r>
          </a:p>
          <a:p>
            <a:pPr lvl="1"/>
            <a:r>
              <a:rPr lang="en-US" dirty="0"/>
              <a:t>"Studies" → "Studi"</a:t>
            </a:r>
          </a:p>
          <a:p>
            <a:pPr lvl="1"/>
            <a:r>
              <a:rPr lang="en-US" dirty="0"/>
              <a:t>"Better" → "Better" (Incorrectly unchanged)</a:t>
            </a:r>
          </a:p>
          <a:p>
            <a:pPr lvl="1"/>
            <a:r>
              <a:rPr lang="en-US" dirty="0"/>
              <a:t>"Caring" → "Car" </a:t>
            </a:r>
          </a:p>
          <a:p>
            <a:r>
              <a:rPr lang="en-US" dirty="0"/>
              <a:t>Limitations:</a:t>
            </a:r>
          </a:p>
          <a:p>
            <a:pPr lvl="1"/>
            <a:r>
              <a:rPr lang="en-US" dirty="0"/>
              <a:t>Often results in words that are not real words ("Studies" → "Studi").</a:t>
            </a:r>
          </a:p>
          <a:p>
            <a:pPr lvl="1"/>
            <a:r>
              <a:rPr lang="en-US" dirty="0"/>
              <a:t>Does not consider the actual meaning of words.</a:t>
            </a:r>
          </a:p>
        </p:txBody>
      </p:sp>
    </p:spTree>
    <p:extLst>
      <p:ext uri="{BB962C8B-B14F-4D97-AF65-F5344CB8AC3E}">
        <p14:creationId xmlns:p14="http://schemas.microsoft.com/office/powerpoint/2010/main" val="3356275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0C5A-0699-77CF-481D-DF078B9D1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2E584-BFDF-DCB0-E436-EF13954327C0}"/>
              </a:ext>
            </a:extLst>
          </p:cNvPr>
          <p:cNvSpPr>
            <a:spLocks noGrp="1"/>
          </p:cNvSpPr>
          <p:nvPr>
            <p:ph type="title"/>
          </p:nvPr>
        </p:nvSpPr>
        <p:spPr/>
        <p:txBody>
          <a:bodyPr/>
          <a:lstStyle/>
          <a:p>
            <a:r>
              <a:rPr lang="en-US" dirty="0"/>
              <a:t>Lemmatization</a:t>
            </a:r>
          </a:p>
        </p:txBody>
      </p:sp>
      <p:sp>
        <p:nvSpPr>
          <p:cNvPr id="3" name="Content Placeholder 2">
            <a:extLst>
              <a:ext uri="{FF2B5EF4-FFF2-40B4-BE49-F238E27FC236}">
                <a16:creationId xmlns:a16="http://schemas.microsoft.com/office/drawing/2014/main" id="{77253A4D-68FE-C3BD-B2D4-06ABB4B11C79}"/>
              </a:ext>
            </a:extLst>
          </p:cNvPr>
          <p:cNvSpPr>
            <a:spLocks noGrp="1"/>
          </p:cNvSpPr>
          <p:nvPr>
            <p:ph idx="1"/>
          </p:nvPr>
        </p:nvSpPr>
        <p:spPr/>
        <p:txBody>
          <a:bodyPr>
            <a:normAutofit fontScale="92500" lnSpcReduction="10000"/>
          </a:bodyPr>
          <a:lstStyle/>
          <a:p>
            <a:r>
              <a:rPr lang="en-US" dirty="0"/>
              <a:t>Definition: Lemmatization is a dictionary-based approach that reduces words to their meaningful root form (lemma), considering the word's context and part of speech.</a:t>
            </a:r>
          </a:p>
          <a:p>
            <a:r>
              <a:rPr lang="en-US" dirty="0"/>
              <a:t>Method: Uses linguistic analysis and dictionaries (like WordNet </a:t>
            </a:r>
            <a:r>
              <a:rPr lang="en-US" dirty="0" err="1"/>
              <a:t>Lemmatizer</a:t>
            </a:r>
            <a:r>
              <a:rPr lang="en-US" dirty="0"/>
              <a:t>).</a:t>
            </a:r>
          </a:p>
          <a:p>
            <a:r>
              <a:rPr lang="en-US" dirty="0"/>
              <a:t>Example:</a:t>
            </a:r>
          </a:p>
          <a:p>
            <a:pPr lvl="1"/>
            <a:r>
              <a:rPr lang="en-US" dirty="0"/>
              <a:t>"Running" → "Run"</a:t>
            </a:r>
          </a:p>
          <a:p>
            <a:pPr lvl="1"/>
            <a:r>
              <a:rPr lang="en-US" dirty="0"/>
              <a:t>"Studies" → "Study"</a:t>
            </a:r>
          </a:p>
          <a:p>
            <a:pPr lvl="1"/>
            <a:r>
              <a:rPr lang="en-US" dirty="0"/>
              <a:t>"Better" → "Good" (Correct Lemma)</a:t>
            </a:r>
          </a:p>
          <a:p>
            <a:pPr lvl="1"/>
            <a:r>
              <a:rPr lang="en-US" dirty="0"/>
              <a:t>"Caring" → "Care"  </a:t>
            </a:r>
          </a:p>
          <a:p>
            <a:r>
              <a:rPr lang="en-US" dirty="0"/>
              <a:t>Advantages:</a:t>
            </a:r>
          </a:p>
          <a:p>
            <a:pPr lvl="1"/>
            <a:r>
              <a:rPr lang="en-US" dirty="0"/>
              <a:t>More accurate than stemming.</a:t>
            </a:r>
          </a:p>
          <a:p>
            <a:pPr lvl="1"/>
            <a:r>
              <a:rPr lang="en-US" dirty="0"/>
              <a:t>Produces real words with proper meanings.</a:t>
            </a:r>
          </a:p>
          <a:p>
            <a:r>
              <a:rPr lang="en-US" dirty="0"/>
              <a:t>Use Cases:  </a:t>
            </a:r>
          </a:p>
          <a:p>
            <a:pPr lvl="1"/>
            <a:r>
              <a:rPr lang="en-US" dirty="0"/>
              <a:t>Stemming is useful when speed is more important than accuracy (e.g., search engines).  </a:t>
            </a:r>
          </a:p>
          <a:p>
            <a:pPr lvl="1"/>
            <a:r>
              <a:rPr lang="en-US" dirty="0"/>
              <a:t>Lemmatization is better for semantic analysis where meaning matters (e.g., AI chatbots, NLP applications).</a:t>
            </a:r>
          </a:p>
          <a:p>
            <a:pPr lvl="1"/>
            <a:endParaRPr lang="en-US" dirty="0"/>
          </a:p>
        </p:txBody>
      </p:sp>
    </p:spTree>
    <p:extLst>
      <p:ext uri="{BB962C8B-B14F-4D97-AF65-F5344CB8AC3E}">
        <p14:creationId xmlns:p14="http://schemas.microsoft.com/office/powerpoint/2010/main" val="626811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527B-DF57-0CCE-5F45-1882FA09FD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706353-12D3-6E82-C709-F6F9EA9D7B29}"/>
              </a:ext>
            </a:extLst>
          </p:cNvPr>
          <p:cNvSpPr txBox="1"/>
          <p:nvPr/>
        </p:nvSpPr>
        <p:spPr>
          <a:xfrm>
            <a:off x="838200" y="1239967"/>
            <a:ext cx="10454640" cy="1184042"/>
          </a:xfrm>
          <a:prstGeom prst="rect">
            <a:avLst/>
          </a:prstGeom>
          <a:noFill/>
        </p:spPr>
        <p:txBody>
          <a:bodyPr wrap="square">
            <a:spAutoFit/>
          </a:bodyPr>
          <a:lstStyle/>
          <a:p>
            <a:pPr>
              <a:lnSpc>
                <a:spcPts val="1425"/>
              </a:lnSpc>
              <a:buNone/>
            </a:pPr>
            <a:r>
              <a:rPr lang="nb-NO" b="0" dirty="0">
                <a:solidFill>
                  <a:srgbClr val="0000FF"/>
                </a:solidFill>
                <a:effectLst/>
                <a:latin typeface="Consolas" panose="020B0609020204030204" pitchFamily="49" charset="0"/>
              </a:rPr>
              <a:t>from</a:t>
            </a:r>
            <a:r>
              <a:rPr lang="nb-NO" b="0" dirty="0">
                <a:solidFill>
                  <a:srgbClr val="000000"/>
                </a:solidFill>
                <a:effectLst/>
                <a:latin typeface="Consolas" panose="020B0609020204030204" pitchFamily="49" charset="0"/>
              </a:rPr>
              <a:t> nltk.stem </a:t>
            </a:r>
            <a:r>
              <a:rPr lang="nb-NO" b="0" dirty="0">
                <a:solidFill>
                  <a:srgbClr val="0000FF"/>
                </a:solidFill>
                <a:effectLst/>
                <a:latin typeface="Consolas" panose="020B0609020204030204" pitchFamily="49" charset="0"/>
              </a:rPr>
              <a:t>import</a:t>
            </a:r>
            <a:r>
              <a:rPr lang="nb-NO" b="0" dirty="0">
                <a:solidFill>
                  <a:srgbClr val="000000"/>
                </a:solidFill>
                <a:effectLst/>
                <a:latin typeface="Consolas" panose="020B0609020204030204" pitchFamily="49" charset="0"/>
              </a:rPr>
              <a:t> PorterStemmer</a:t>
            </a:r>
          </a:p>
          <a:p>
            <a:pPr>
              <a:lnSpc>
                <a:spcPts val="1425"/>
              </a:lnSpc>
              <a:buNone/>
            </a:pPr>
            <a:br>
              <a:rPr lang="nb-NO" b="0" dirty="0">
                <a:solidFill>
                  <a:srgbClr val="000000"/>
                </a:solidFill>
                <a:effectLst/>
                <a:latin typeface="Consolas" panose="020B0609020204030204" pitchFamily="49" charset="0"/>
              </a:rPr>
            </a:br>
            <a:r>
              <a:rPr lang="nb-NO" b="0" dirty="0">
                <a:solidFill>
                  <a:srgbClr val="000000"/>
                </a:solidFill>
                <a:effectLst/>
                <a:latin typeface="Consolas" panose="020B0609020204030204" pitchFamily="49" charset="0"/>
              </a:rPr>
              <a:t>stemmer = PorterStemmer()</a:t>
            </a:r>
          </a:p>
          <a:p>
            <a:pPr>
              <a:lnSpc>
                <a:spcPts val="1425"/>
              </a:lnSpc>
              <a:buNone/>
            </a:pPr>
            <a:r>
              <a:rPr lang="nb-NO" b="0" dirty="0">
                <a:solidFill>
                  <a:srgbClr val="000000"/>
                </a:solidFill>
                <a:effectLst/>
                <a:latin typeface="Consolas" panose="020B0609020204030204" pitchFamily="49" charset="0"/>
              </a:rPr>
              <a:t>stemmed_tokens = [stemmer.stem(token) </a:t>
            </a:r>
            <a:r>
              <a:rPr lang="nb-NO" b="0" dirty="0">
                <a:solidFill>
                  <a:srgbClr val="0000FF"/>
                </a:solidFill>
                <a:effectLst/>
                <a:latin typeface="Consolas" panose="020B0609020204030204" pitchFamily="49" charset="0"/>
              </a:rPr>
              <a:t>for</a:t>
            </a:r>
            <a:r>
              <a:rPr lang="nb-NO" b="0" dirty="0">
                <a:solidFill>
                  <a:srgbClr val="000000"/>
                </a:solidFill>
                <a:effectLst/>
                <a:latin typeface="Consolas" panose="020B0609020204030204" pitchFamily="49" charset="0"/>
              </a:rPr>
              <a:t> token </a:t>
            </a:r>
            <a:r>
              <a:rPr lang="nb-NO" b="0" dirty="0">
                <a:solidFill>
                  <a:srgbClr val="0000FF"/>
                </a:solidFill>
                <a:effectLst/>
                <a:latin typeface="Consolas" panose="020B0609020204030204" pitchFamily="49" charset="0"/>
              </a:rPr>
              <a:t>in</a:t>
            </a:r>
            <a:r>
              <a:rPr lang="nb-NO" b="0" dirty="0">
                <a:solidFill>
                  <a:srgbClr val="000000"/>
                </a:solidFill>
                <a:effectLst/>
                <a:latin typeface="Consolas" panose="020B0609020204030204" pitchFamily="49" charset="0"/>
              </a:rPr>
              <a:t> filtered_tokens]</a:t>
            </a:r>
          </a:p>
          <a:p>
            <a:pPr>
              <a:lnSpc>
                <a:spcPts val="1425"/>
              </a:lnSpc>
            </a:pPr>
            <a:br>
              <a:rPr lang="nb-NO" b="0" dirty="0">
                <a:solidFill>
                  <a:srgbClr val="000000"/>
                </a:solidFill>
                <a:effectLst/>
                <a:latin typeface="Consolas" panose="020B0609020204030204" pitchFamily="49" charset="0"/>
              </a:rPr>
            </a:br>
            <a:r>
              <a:rPr lang="nb-NO" b="0" dirty="0">
                <a:solidFill>
                  <a:srgbClr val="000000"/>
                </a:solidFill>
                <a:effectLst/>
                <a:latin typeface="Consolas" panose="020B0609020204030204" pitchFamily="49" charset="0"/>
              </a:rPr>
              <a:t>print(stemmed_tokens)</a:t>
            </a:r>
          </a:p>
        </p:txBody>
      </p:sp>
      <p:sp>
        <p:nvSpPr>
          <p:cNvPr id="7" name="TextBox 6">
            <a:extLst>
              <a:ext uri="{FF2B5EF4-FFF2-40B4-BE49-F238E27FC236}">
                <a16:creationId xmlns:a16="http://schemas.microsoft.com/office/drawing/2014/main" id="{D235BB42-7EA4-B34D-96F0-1B2C1AB2AA74}"/>
              </a:ext>
            </a:extLst>
          </p:cNvPr>
          <p:cNvSpPr txBox="1"/>
          <p:nvPr/>
        </p:nvSpPr>
        <p:spPr>
          <a:xfrm>
            <a:off x="838200" y="4149957"/>
            <a:ext cx="10637520" cy="1543115"/>
          </a:xfrm>
          <a:prstGeom prst="rect">
            <a:avLst/>
          </a:prstGeom>
          <a:noFill/>
        </p:spPr>
        <p:txBody>
          <a:bodyPr wrap="square">
            <a:spAutoFit/>
          </a:bodyPr>
          <a:lstStyle/>
          <a:p>
            <a:pPr>
              <a:lnSpc>
                <a:spcPts val="1425"/>
              </a:lnSpc>
              <a:buNone/>
            </a:pPr>
            <a:r>
              <a:rPr lang="en-US" b="0" dirty="0">
                <a:solidFill>
                  <a:srgbClr val="008000"/>
                </a:solidFill>
                <a:effectLst/>
                <a:latin typeface="Consolas" panose="020B0609020204030204" pitchFamily="49" charset="0"/>
              </a:rPr>
              <a:t>#nltk.download('wordnet')</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nltk.stem</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WordNetLemmatizer</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err="1">
                <a:solidFill>
                  <a:srgbClr val="000000"/>
                </a:solidFill>
                <a:effectLst/>
                <a:latin typeface="Consolas" panose="020B0609020204030204" pitchFamily="49" charset="0"/>
              </a:rPr>
              <a:t>lemmatizer</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WordNetLemmatizer</a:t>
            </a:r>
            <a:r>
              <a:rPr lang="en-US" b="0" dirty="0">
                <a:solidFill>
                  <a:srgbClr val="000000"/>
                </a:solidFill>
                <a:effectLst/>
                <a:latin typeface="Consolas" panose="020B0609020204030204" pitchFamily="49" charset="0"/>
              </a:rPr>
              <a:t>()</a:t>
            </a:r>
          </a:p>
          <a:p>
            <a:pPr>
              <a:lnSpc>
                <a:spcPts val="1425"/>
              </a:lnSpc>
              <a:buNone/>
            </a:pPr>
            <a:r>
              <a:rPr lang="en-US" b="0" dirty="0" err="1">
                <a:solidFill>
                  <a:srgbClr val="000000"/>
                </a:solidFill>
                <a:effectLst/>
                <a:latin typeface="Consolas" panose="020B0609020204030204" pitchFamily="49" charset="0"/>
              </a:rPr>
              <a:t>lemmatized_tokens</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lemmatizer.lemmatize</a:t>
            </a:r>
            <a:r>
              <a:rPr lang="en-US" b="0" dirty="0">
                <a:solidFill>
                  <a:srgbClr val="000000"/>
                </a:solidFill>
                <a:effectLst/>
                <a:latin typeface="Consolas" panose="020B0609020204030204" pitchFamily="49" charset="0"/>
              </a:rPr>
              <a:t>(token)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token </a:t>
            </a:r>
            <a:r>
              <a:rPr lang="en-US" b="0" dirty="0">
                <a:solidFill>
                  <a:srgbClr val="0000FF"/>
                </a:solidFill>
                <a:effectLst/>
                <a:latin typeface="Consolas" panose="020B0609020204030204" pitchFamily="49" charset="0"/>
              </a:rPr>
              <a:t>in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filtered_tokens</a:t>
            </a:r>
            <a:r>
              <a:rPr lang="en-US" b="0" dirty="0">
                <a:solidFill>
                  <a:srgbClr val="000000"/>
                </a:solidFill>
                <a:effectLst/>
                <a:latin typeface="Consolas" panose="020B0609020204030204" pitchFamily="49" charset="0"/>
              </a:rPr>
              <a:t>]</a:t>
            </a:r>
          </a:p>
          <a:p>
            <a:pPr>
              <a:lnSpc>
                <a:spcPts val="1425"/>
              </a:lnSpc>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lemmatized_tokens</a:t>
            </a: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FB510071-0488-E5B2-7480-5D6BE0C0FEB8}"/>
              </a:ext>
            </a:extLst>
          </p:cNvPr>
          <p:cNvSpPr txBox="1"/>
          <p:nvPr/>
        </p:nvSpPr>
        <p:spPr>
          <a:xfrm>
            <a:off x="838200" y="763834"/>
            <a:ext cx="10017034" cy="286360"/>
          </a:xfrm>
          <a:prstGeom prst="rect">
            <a:avLst/>
          </a:prstGeom>
          <a:noFill/>
        </p:spPr>
        <p:txBody>
          <a:bodyPr wrap="square">
            <a:spAutoFit/>
          </a:bodyPr>
          <a:lstStyle/>
          <a:p>
            <a:pPr>
              <a:lnSpc>
                <a:spcPts val="1425"/>
              </a:lnSpc>
              <a:buNone/>
            </a:pPr>
            <a:r>
              <a:rPr lang="nb-NO" b="0" dirty="0">
                <a:effectLst/>
                <a:latin typeface="+mj-lt"/>
              </a:rPr>
              <a:t>Stemming Example</a:t>
            </a:r>
          </a:p>
        </p:txBody>
      </p:sp>
      <p:sp>
        <p:nvSpPr>
          <p:cNvPr id="9" name="TextBox 8">
            <a:extLst>
              <a:ext uri="{FF2B5EF4-FFF2-40B4-BE49-F238E27FC236}">
                <a16:creationId xmlns:a16="http://schemas.microsoft.com/office/drawing/2014/main" id="{75B9AF69-3646-8E91-9453-C8E6CB2B3637}"/>
              </a:ext>
            </a:extLst>
          </p:cNvPr>
          <p:cNvSpPr txBox="1"/>
          <p:nvPr/>
        </p:nvSpPr>
        <p:spPr>
          <a:xfrm>
            <a:off x="990600" y="3398170"/>
            <a:ext cx="10017034" cy="286360"/>
          </a:xfrm>
          <a:prstGeom prst="rect">
            <a:avLst/>
          </a:prstGeom>
          <a:noFill/>
        </p:spPr>
        <p:txBody>
          <a:bodyPr wrap="square">
            <a:spAutoFit/>
          </a:bodyPr>
          <a:lstStyle/>
          <a:p>
            <a:pPr>
              <a:lnSpc>
                <a:spcPts val="1425"/>
              </a:lnSpc>
              <a:buNone/>
            </a:pPr>
            <a:r>
              <a:rPr lang="nb-NO" b="0" dirty="0">
                <a:effectLst/>
                <a:latin typeface="+mj-lt"/>
              </a:rPr>
              <a:t>Lemmatizing Example</a:t>
            </a:r>
          </a:p>
        </p:txBody>
      </p:sp>
    </p:spTree>
    <p:extLst>
      <p:ext uri="{BB962C8B-B14F-4D97-AF65-F5344CB8AC3E}">
        <p14:creationId xmlns:p14="http://schemas.microsoft.com/office/powerpoint/2010/main" val="514683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5A1EB7-D40C-B625-AFB4-8394BE551BEA}"/>
              </a:ext>
            </a:extLst>
          </p:cNvPr>
          <p:cNvSpPr>
            <a:spLocks noGrp="1"/>
          </p:cNvSpPr>
          <p:nvPr>
            <p:ph type="title"/>
          </p:nvPr>
        </p:nvSpPr>
        <p:spPr/>
        <p:txBody>
          <a:bodyPr>
            <a:normAutofit fontScale="90000"/>
          </a:bodyPr>
          <a:lstStyle/>
          <a:p>
            <a:r>
              <a:rPr lang="en-US" dirty="0"/>
              <a:t>Representing Text</a:t>
            </a:r>
            <a:br>
              <a:rPr lang="en-US" dirty="0"/>
            </a:br>
            <a:r>
              <a:rPr lang="en-US" dirty="0"/>
              <a:t>Bag of Words (</a:t>
            </a:r>
            <a:r>
              <a:rPr lang="en-US" dirty="0" err="1"/>
              <a:t>BoW</a:t>
            </a:r>
            <a:r>
              <a:rPr lang="en-US" dirty="0"/>
              <a:t>)</a:t>
            </a:r>
          </a:p>
        </p:txBody>
      </p:sp>
      <p:sp>
        <p:nvSpPr>
          <p:cNvPr id="5" name="Content Placeholder 4">
            <a:extLst>
              <a:ext uri="{FF2B5EF4-FFF2-40B4-BE49-F238E27FC236}">
                <a16:creationId xmlns:a16="http://schemas.microsoft.com/office/drawing/2014/main" id="{2FB81DB4-B6A3-092F-D836-C7A4C6021F60}"/>
              </a:ext>
            </a:extLst>
          </p:cNvPr>
          <p:cNvSpPr>
            <a:spLocks noGrp="1"/>
          </p:cNvSpPr>
          <p:nvPr>
            <p:ph idx="1"/>
          </p:nvPr>
        </p:nvSpPr>
        <p:spPr/>
        <p:txBody>
          <a:bodyPr>
            <a:normAutofit fontScale="92500" lnSpcReduction="10000"/>
          </a:bodyPr>
          <a:lstStyle/>
          <a:p>
            <a:r>
              <a:rPr lang="en-US" dirty="0"/>
              <a:t>Bag of Words is a fundamental technique in Natural Language Processing (NLP) that represents text as a collection of word frequencies, disregarding grammar and word order.</a:t>
            </a:r>
          </a:p>
          <a:p>
            <a:r>
              <a:rPr lang="en-US" dirty="0"/>
              <a:t>Core Concept</a:t>
            </a:r>
          </a:p>
          <a:p>
            <a:r>
              <a:rPr lang="en-US" dirty="0"/>
              <a:t>The Bag of Words model converts text documents into numerical feature vectors by:</a:t>
            </a:r>
          </a:p>
          <a:p>
            <a:pPr lvl="1"/>
            <a:r>
              <a:rPr lang="en-US" dirty="0"/>
              <a:t>Creating a vocabulary of all unique words in the corpus</a:t>
            </a:r>
          </a:p>
          <a:p>
            <a:pPr lvl="1"/>
            <a:r>
              <a:rPr lang="en-US" dirty="0"/>
              <a:t>For each document, counting how many times each vocabulary word appears</a:t>
            </a:r>
          </a:p>
          <a:p>
            <a:r>
              <a:rPr lang="en-US" dirty="0"/>
              <a:t>Simple Example:</a:t>
            </a:r>
          </a:p>
          <a:p>
            <a:pPr lvl="1"/>
            <a:r>
              <a:rPr lang="en-US" dirty="0"/>
              <a:t>Consider these two short sentences:</a:t>
            </a:r>
          </a:p>
          <a:p>
            <a:pPr lvl="2"/>
            <a:r>
              <a:rPr lang="en-US" dirty="0"/>
              <a:t>"I love natural language processing“</a:t>
            </a:r>
          </a:p>
          <a:p>
            <a:pPr lvl="2"/>
            <a:r>
              <a:rPr lang="en-US" dirty="0"/>
              <a:t>"Processing natural language is fun“</a:t>
            </a:r>
          </a:p>
          <a:p>
            <a:pPr lvl="1"/>
            <a:r>
              <a:rPr lang="en-US" dirty="0"/>
              <a:t>The vocabulary would be: </a:t>
            </a:r>
          </a:p>
          <a:p>
            <a:pPr lvl="2"/>
            <a:r>
              <a:rPr lang="en-US" dirty="0"/>
              <a:t>{"I", "love", "natural", "language", "processing", "is", "fun"}</a:t>
            </a:r>
          </a:p>
          <a:p>
            <a:pPr lvl="2"/>
            <a:r>
              <a:rPr lang="en-US" dirty="0"/>
              <a:t>Document 1 vector: [1, 1, 1, 1, 1, 0, 0]</a:t>
            </a:r>
          </a:p>
          <a:p>
            <a:pPr lvl="2"/>
            <a:r>
              <a:rPr lang="en-US" dirty="0"/>
              <a:t>Document 2 vector: [0, 0, 1, 1, 1, 1, 1]</a:t>
            </a:r>
          </a:p>
        </p:txBody>
      </p:sp>
    </p:spTree>
    <p:extLst>
      <p:ext uri="{BB962C8B-B14F-4D97-AF65-F5344CB8AC3E}">
        <p14:creationId xmlns:p14="http://schemas.microsoft.com/office/powerpoint/2010/main" val="2711506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9533-AF66-32BF-1409-FEBD4F130E13}"/>
              </a:ext>
            </a:extLst>
          </p:cNvPr>
          <p:cNvSpPr>
            <a:spLocks noGrp="1"/>
          </p:cNvSpPr>
          <p:nvPr>
            <p:ph type="title"/>
          </p:nvPr>
        </p:nvSpPr>
        <p:spPr/>
        <p:txBody>
          <a:bodyPr/>
          <a:lstStyle/>
          <a:p>
            <a:r>
              <a:rPr lang="en-US" dirty="0"/>
              <a:t>Bag of Words (</a:t>
            </a:r>
            <a:r>
              <a:rPr lang="en-US" dirty="0" err="1"/>
              <a:t>BoW</a:t>
            </a:r>
            <a:r>
              <a:rPr lang="en-US" dirty="0"/>
              <a:t>)</a:t>
            </a:r>
          </a:p>
        </p:txBody>
      </p:sp>
      <p:sp>
        <p:nvSpPr>
          <p:cNvPr id="3" name="Content Placeholder 2">
            <a:extLst>
              <a:ext uri="{FF2B5EF4-FFF2-40B4-BE49-F238E27FC236}">
                <a16:creationId xmlns:a16="http://schemas.microsoft.com/office/drawing/2014/main" id="{EE8383E5-A059-19BE-F4A5-3112E96BD82B}"/>
              </a:ext>
            </a:extLst>
          </p:cNvPr>
          <p:cNvSpPr>
            <a:spLocks noGrp="1"/>
          </p:cNvSpPr>
          <p:nvPr>
            <p:ph idx="1"/>
          </p:nvPr>
        </p:nvSpPr>
        <p:spPr/>
        <p:txBody>
          <a:bodyPr>
            <a:normAutofit fontScale="77500" lnSpcReduction="20000"/>
          </a:bodyPr>
          <a:lstStyle/>
          <a:p>
            <a:pPr>
              <a:buNone/>
            </a:pPr>
            <a:r>
              <a:rPr lang="en-US" b="1" dirty="0"/>
              <a:t>Applications</a:t>
            </a:r>
          </a:p>
          <a:p>
            <a:pPr>
              <a:buNone/>
            </a:pPr>
            <a:r>
              <a:rPr lang="en-US" dirty="0"/>
              <a:t>BOW is commonly used in:</a:t>
            </a:r>
          </a:p>
          <a:p>
            <a:pPr>
              <a:buFont typeface="Arial" panose="020B0604020202020204" pitchFamily="34" charset="0"/>
              <a:buChar char="•"/>
            </a:pPr>
            <a:r>
              <a:rPr lang="en-US" dirty="0"/>
              <a:t>Text classification (spam detection, sentiment analysis)</a:t>
            </a:r>
          </a:p>
          <a:p>
            <a:pPr>
              <a:buFont typeface="Arial" panose="020B0604020202020204" pitchFamily="34" charset="0"/>
              <a:buChar char="•"/>
            </a:pPr>
            <a:r>
              <a:rPr lang="en-US" dirty="0"/>
              <a:t>Document clustering</a:t>
            </a:r>
          </a:p>
          <a:p>
            <a:pPr>
              <a:buFont typeface="Arial" panose="020B0604020202020204" pitchFamily="34" charset="0"/>
              <a:buChar char="•"/>
            </a:pPr>
            <a:r>
              <a:rPr lang="en-US" dirty="0"/>
              <a:t>Information retrieval</a:t>
            </a:r>
          </a:p>
          <a:p>
            <a:pPr>
              <a:buFont typeface="Arial" panose="020B0604020202020204" pitchFamily="34" charset="0"/>
              <a:buChar char="•"/>
            </a:pPr>
            <a:r>
              <a:rPr lang="en-US" dirty="0"/>
              <a:t>Topic modeling</a:t>
            </a:r>
          </a:p>
          <a:p>
            <a:pPr>
              <a:buNone/>
            </a:pPr>
            <a:r>
              <a:rPr lang="en-US" b="1" dirty="0"/>
              <a:t>Advantages</a:t>
            </a:r>
          </a:p>
          <a:p>
            <a:pPr>
              <a:buFont typeface="Arial" panose="020B0604020202020204" pitchFamily="34" charset="0"/>
              <a:buChar char="•"/>
            </a:pPr>
            <a:r>
              <a:rPr lang="en-US" dirty="0"/>
              <a:t>Simple to understand and implement</a:t>
            </a:r>
          </a:p>
          <a:p>
            <a:pPr>
              <a:buFont typeface="Arial" panose="020B0604020202020204" pitchFamily="34" charset="0"/>
              <a:buChar char="•"/>
            </a:pPr>
            <a:r>
              <a:rPr lang="en-US" dirty="0"/>
              <a:t>Computationally efficient</a:t>
            </a:r>
          </a:p>
          <a:p>
            <a:pPr>
              <a:buFont typeface="Arial" panose="020B0604020202020204" pitchFamily="34" charset="0"/>
              <a:buChar char="•"/>
            </a:pPr>
            <a:r>
              <a:rPr lang="en-US" dirty="0"/>
              <a:t>Effective for many basic NLP tasks</a:t>
            </a:r>
          </a:p>
          <a:p>
            <a:pPr>
              <a:buNone/>
            </a:pPr>
            <a:r>
              <a:rPr lang="en-US" b="1" dirty="0"/>
              <a:t>Limitations</a:t>
            </a:r>
          </a:p>
          <a:p>
            <a:pPr>
              <a:buFont typeface="Arial" panose="020B0604020202020204" pitchFamily="34" charset="0"/>
              <a:buChar char="•"/>
            </a:pPr>
            <a:r>
              <a:rPr lang="en-US" dirty="0"/>
              <a:t>Loses word order information</a:t>
            </a:r>
          </a:p>
          <a:p>
            <a:pPr>
              <a:buFont typeface="Arial" panose="020B0604020202020204" pitchFamily="34" charset="0"/>
              <a:buChar char="•"/>
            </a:pPr>
            <a:r>
              <a:rPr lang="en-US" dirty="0"/>
              <a:t>Ignores semantics and context</a:t>
            </a:r>
          </a:p>
          <a:p>
            <a:pPr>
              <a:buFont typeface="Arial" panose="020B0604020202020204" pitchFamily="34" charset="0"/>
              <a:buChar char="•"/>
            </a:pPr>
            <a:r>
              <a:rPr lang="en-US" dirty="0"/>
              <a:t>Creates high-dimensional, sparse vectors</a:t>
            </a:r>
          </a:p>
          <a:p>
            <a:pPr>
              <a:buFont typeface="Arial" panose="020B0604020202020204" pitchFamily="34" charset="0"/>
              <a:buChar char="•"/>
            </a:pPr>
            <a:r>
              <a:rPr lang="en-US" dirty="0"/>
              <a:t>Struggles with out-of-vocabulary words</a:t>
            </a:r>
          </a:p>
          <a:p>
            <a:endParaRPr lang="en-US" dirty="0"/>
          </a:p>
        </p:txBody>
      </p:sp>
    </p:spTree>
    <p:extLst>
      <p:ext uri="{BB962C8B-B14F-4D97-AF65-F5344CB8AC3E}">
        <p14:creationId xmlns:p14="http://schemas.microsoft.com/office/powerpoint/2010/main" val="168241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30022-9432-9912-94BC-5702795E0A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06737A-DE4A-EA9B-F4E7-17C4DD7C966B}"/>
              </a:ext>
            </a:extLst>
          </p:cNvPr>
          <p:cNvSpPr>
            <a:spLocks noGrp="1"/>
          </p:cNvSpPr>
          <p:nvPr>
            <p:ph type="title"/>
          </p:nvPr>
        </p:nvSpPr>
        <p:spPr/>
        <p:txBody>
          <a:bodyPr/>
          <a:lstStyle/>
          <a:p>
            <a:r>
              <a:rPr lang="en-US" dirty="0" err="1"/>
              <a:t>BoW</a:t>
            </a:r>
            <a:r>
              <a:rPr lang="en-US" dirty="0"/>
              <a:t> Example</a:t>
            </a:r>
          </a:p>
        </p:txBody>
      </p:sp>
      <p:sp>
        <p:nvSpPr>
          <p:cNvPr id="5" name="Content Placeholder 4">
            <a:extLst>
              <a:ext uri="{FF2B5EF4-FFF2-40B4-BE49-F238E27FC236}">
                <a16:creationId xmlns:a16="http://schemas.microsoft.com/office/drawing/2014/main" id="{B3E2DD2C-FC6F-5E35-7761-75734B27494E}"/>
              </a:ext>
            </a:extLst>
          </p:cNvPr>
          <p:cNvSpPr>
            <a:spLocks noGrp="1"/>
          </p:cNvSpPr>
          <p:nvPr>
            <p:ph idx="1"/>
          </p:nvPr>
        </p:nvSpPr>
        <p:spPr>
          <a:xfrm>
            <a:off x="838200" y="1706007"/>
            <a:ext cx="10515600" cy="323059"/>
          </a:xfrm>
        </p:spPr>
        <p:txBody>
          <a:bodyPr>
            <a:normAutofit fontScale="85000" lnSpcReduction="20000"/>
          </a:bodyPr>
          <a:lstStyle/>
          <a:p>
            <a:endParaRPr lang="en-US" dirty="0"/>
          </a:p>
        </p:txBody>
      </p:sp>
      <p:sp>
        <p:nvSpPr>
          <p:cNvPr id="3" name="TextBox 2">
            <a:extLst>
              <a:ext uri="{FF2B5EF4-FFF2-40B4-BE49-F238E27FC236}">
                <a16:creationId xmlns:a16="http://schemas.microsoft.com/office/drawing/2014/main" id="{1AF4753F-59A7-EED5-D386-B6A6DB20562D}"/>
              </a:ext>
            </a:extLst>
          </p:cNvPr>
          <p:cNvSpPr txBox="1"/>
          <p:nvPr/>
        </p:nvSpPr>
        <p:spPr>
          <a:xfrm>
            <a:off x="838199" y="2094073"/>
            <a:ext cx="9687742" cy="2440796"/>
          </a:xfrm>
          <a:prstGeom prst="rect">
            <a:avLst/>
          </a:prstGeom>
          <a:noFill/>
        </p:spPr>
        <p:txBody>
          <a:bodyPr wrap="square">
            <a:spAutoFit/>
          </a:bodyPr>
          <a:lstStyle/>
          <a:p>
            <a:pPr>
              <a:lnSpc>
                <a:spcPts val="1425"/>
              </a:lnSpc>
              <a:buNone/>
            </a:pP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sklearn.feature_extraction.text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CountVectorizer</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corpus = [</a:t>
            </a:r>
          </a:p>
          <a:p>
            <a:pPr>
              <a:lnSpc>
                <a:spcPts val="1425"/>
              </a:lnSpc>
              <a:buNone/>
            </a:pP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"Large language models revolutionize business."</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"Business applications benefit from AI."</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"Language models learn from text data."</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vectorizer = </a:t>
            </a:r>
            <a:r>
              <a:rPr lang="en-US" b="0" dirty="0" err="1">
                <a:solidFill>
                  <a:srgbClr val="000000"/>
                </a:solidFill>
                <a:effectLst/>
                <a:latin typeface="Consolas" panose="020B0609020204030204" pitchFamily="49" charset="0"/>
              </a:rPr>
              <a:t>CountVectorizer</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X = </a:t>
            </a:r>
            <a:r>
              <a:rPr lang="en-US" b="0" dirty="0" err="1">
                <a:solidFill>
                  <a:srgbClr val="000000"/>
                </a:solidFill>
                <a:effectLst/>
                <a:latin typeface="Consolas" panose="020B0609020204030204" pitchFamily="49" charset="0"/>
              </a:rPr>
              <a:t>vectorizer.fit_transform</a:t>
            </a:r>
            <a:r>
              <a:rPr lang="en-US" b="0" dirty="0">
                <a:solidFill>
                  <a:srgbClr val="000000"/>
                </a:solidFill>
                <a:effectLst/>
                <a:latin typeface="Consolas" panose="020B0609020204030204" pitchFamily="49" charset="0"/>
              </a:rPr>
              <a:t>(corpus)</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vectorizer.get_feature_names_out</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X.toarray</a:t>
            </a:r>
            <a:r>
              <a:rPr lang="en-US"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963B9F29-7D58-0123-A6FF-C0BD1D88DED2}"/>
              </a:ext>
            </a:extLst>
          </p:cNvPr>
          <p:cNvSpPr txBox="1"/>
          <p:nvPr/>
        </p:nvSpPr>
        <p:spPr>
          <a:xfrm>
            <a:off x="838199" y="5018204"/>
            <a:ext cx="10813869" cy="1200329"/>
          </a:xfrm>
          <a:prstGeom prst="rect">
            <a:avLst/>
          </a:prstGeom>
          <a:noFill/>
        </p:spPr>
        <p:txBody>
          <a:bodyPr wrap="square">
            <a:spAutoFit/>
          </a:bodyPr>
          <a:lstStyle/>
          <a:p>
            <a:r>
              <a:rPr lang="en-US" dirty="0"/>
              <a:t>['ai' 'applications' 'benefit' 'business' 'data' 'from' 'language' 'large' 'learn' 'models' 'revolutionize' 'text’]</a:t>
            </a:r>
          </a:p>
          <a:p>
            <a:r>
              <a:rPr lang="en-US" dirty="0"/>
              <a:t>[[0 0 0 1 0 0 1 1 0 1 1 0] </a:t>
            </a:r>
          </a:p>
          <a:p>
            <a:r>
              <a:rPr lang="en-US" dirty="0"/>
              <a:t>[1 1 1 1 0 1 0 0 0 0 0 0] </a:t>
            </a:r>
          </a:p>
          <a:p>
            <a:r>
              <a:rPr lang="en-US" dirty="0"/>
              <a:t>[0 0 0 0 1 1 1 0 1 1 0 1]]</a:t>
            </a:r>
          </a:p>
        </p:txBody>
      </p:sp>
    </p:spTree>
    <p:extLst>
      <p:ext uri="{BB962C8B-B14F-4D97-AF65-F5344CB8AC3E}">
        <p14:creationId xmlns:p14="http://schemas.microsoft.com/office/powerpoint/2010/main" val="1314172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280EE-865C-D7D4-DFE1-0BC32081155C}"/>
              </a:ext>
            </a:extLst>
          </p:cNvPr>
          <p:cNvSpPr>
            <a:spLocks noGrp="1"/>
          </p:cNvSpPr>
          <p:nvPr>
            <p:ph type="title"/>
          </p:nvPr>
        </p:nvSpPr>
        <p:spPr/>
        <p:txBody>
          <a:bodyPr>
            <a:normAutofit fontScale="90000"/>
          </a:bodyPr>
          <a:lstStyle/>
          <a:p>
            <a:r>
              <a:rPr lang="en-US" dirty="0"/>
              <a:t>Representing Text</a:t>
            </a:r>
            <a:br>
              <a:rPr lang="en-US" dirty="0"/>
            </a:br>
            <a:r>
              <a:rPr lang="en-US" dirty="0"/>
              <a:t>TF-IDF (Term Frequency-Inverse Document Frequency)</a:t>
            </a:r>
          </a:p>
        </p:txBody>
      </p:sp>
      <p:sp>
        <p:nvSpPr>
          <p:cNvPr id="3" name="Content Placeholder 2">
            <a:extLst>
              <a:ext uri="{FF2B5EF4-FFF2-40B4-BE49-F238E27FC236}">
                <a16:creationId xmlns:a16="http://schemas.microsoft.com/office/drawing/2014/main" id="{6A705A9E-F80F-555B-0D7F-85673DABD754}"/>
              </a:ext>
            </a:extLst>
          </p:cNvPr>
          <p:cNvSpPr>
            <a:spLocks noGrp="1"/>
          </p:cNvSpPr>
          <p:nvPr>
            <p:ph idx="1"/>
          </p:nvPr>
        </p:nvSpPr>
        <p:spPr/>
        <p:txBody>
          <a:bodyPr>
            <a:normAutofit lnSpcReduction="10000"/>
          </a:bodyPr>
          <a:lstStyle/>
          <a:p>
            <a:pPr marL="0" indent="0">
              <a:buNone/>
            </a:pPr>
            <a:r>
              <a:rPr lang="en-US" b="1" dirty="0"/>
              <a:t>Definition</a:t>
            </a:r>
          </a:p>
          <a:p>
            <a:r>
              <a:rPr lang="en-US" dirty="0"/>
              <a:t>TF-IDF is a statistical measure that evaluates the importance of a word in a document relative to a collection of documents (corpus). </a:t>
            </a:r>
          </a:p>
          <a:p>
            <a:r>
              <a:rPr lang="en-US" dirty="0"/>
              <a:t>It improves upon the basic Bag of Words model by weighing terms based on how unique they are to a specific document.</a:t>
            </a:r>
          </a:p>
          <a:p>
            <a:pPr>
              <a:buNone/>
            </a:pPr>
            <a:r>
              <a:rPr lang="en-US" b="1" dirty="0"/>
              <a:t>Components</a:t>
            </a:r>
          </a:p>
          <a:p>
            <a:pPr>
              <a:buFont typeface="+mj-lt"/>
              <a:buAutoNum type="arabicPeriod"/>
            </a:pPr>
            <a:r>
              <a:rPr lang="en-US" b="1" dirty="0"/>
              <a:t>Term Frequency (TF): </a:t>
            </a:r>
            <a:r>
              <a:rPr lang="en-US" dirty="0"/>
              <a:t>Measures how frequently a term appears in a document </a:t>
            </a:r>
          </a:p>
          <a:p>
            <a:pPr lvl="1"/>
            <a:r>
              <a:rPr lang="en-US" dirty="0"/>
              <a:t>TF(</a:t>
            </a:r>
            <a:r>
              <a:rPr lang="en-US" dirty="0" err="1"/>
              <a:t>t,d</a:t>
            </a:r>
            <a:r>
              <a:rPr lang="en-US" dirty="0"/>
              <a:t>) = (Number of times term t appears in document d) / (Total number of terms in document d)</a:t>
            </a:r>
          </a:p>
          <a:p>
            <a:pPr>
              <a:buFont typeface="+mj-lt"/>
              <a:buAutoNum type="arabicPeriod"/>
            </a:pPr>
            <a:r>
              <a:rPr lang="en-US" b="1" dirty="0"/>
              <a:t>Inverse Document Frequency (IDF): </a:t>
            </a:r>
            <a:r>
              <a:rPr lang="en-US" dirty="0"/>
              <a:t>Measures how important or unique a term is across all documents </a:t>
            </a:r>
          </a:p>
          <a:p>
            <a:pPr lvl="1"/>
            <a:r>
              <a:rPr lang="en-US" dirty="0"/>
              <a:t>IDF(t) = log(Total number of documents / Number of documents containing term t)</a:t>
            </a:r>
          </a:p>
          <a:p>
            <a:pPr>
              <a:buFont typeface="+mj-lt"/>
              <a:buAutoNum type="arabicPeriod"/>
            </a:pPr>
            <a:r>
              <a:rPr lang="en-US" b="1" dirty="0"/>
              <a:t>TF-IDF score</a:t>
            </a:r>
            <a:r>
              <a:rPr lang="en-US" dirty="0"/>
              <a:t>: TF(</a:t>
            </a:r>
            <a:r>
              <a:rPr lang="en-US" dirty="0" err="1"/>
              <a:t>t,d</a:t>
            </a:r>
            <a:r>
              <a:rPr lang="en-US" dirty="0"/>
              <a:t>) × IDF(t)</a:t>
            </a:r>
          </a:p>
          <a:p>
            <a:endParaRPr lang="en-US" dirty="0"/>
          </a:p>
        </p:txBody>
      </p:sp>
    </p:spTree>
    <p:extLst>
      <p:ext uri="{BB962C8B-B14F-4D97-AF65-F5344CB8AC3E}">
        <p14:creationId xmlns:p14="http://schemas.microsoft.com/office/powerpoint/2010/main" val="3088397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CD322-7C4B-DC57-D26A-F5E7F2BC26F0}"/>
              </a:ext>
            </a:extLst>
          </p:cNvPr>
          <p:cNvSpPr>
            <a:spLocks noGrp="1"/>
          </p:cNvSpPr>
          <p:nvPr>
            <p:ph type="title"/>
          </p:nvPr>
        </p:nvSpPr>
        <p:spPr/>
        <p:txBody>
          <a:bodyPr/>
          <a:lstStyle/>
          <a:p>
            <a:r>
              <a:rPr lang="en-US" dirty="0"/>
              <a:t>TF-IDF (Term Frequency-Inverse Document Frequency)</a:t>
            </a:r>
          </a:p>
        </p:txBody>
      </p:sp>
      <p:sp>
        <p:nvSpPr>
          <p:cNvPr id="3" name="Content Placeholder 2">
            <a:extLst>
              <a:ext uri="{FF2B5EF4-FFF2-40B4-BE49-F238E27FC236}">
                <a16:creationId xmlns:a16="http://schemas.microsoft.com/office/drawing/2014/main" id="{5DDC1007-FCCB-A791-C158-E92A75DD215B}"/>
              </a:ext>
            </a:extLst>
          </p:cNvPr>
          <p:cNvSpPr>
            <a:spLocks noGrp="1"/>
          </p:cNvSpPr>
          <p:nvPr>
            <p:ph idx="1"/>
          </p:nvPr>
        </p:nvSpPr>
        <p:spPr/>
        <p:txBody>
          <a:bodyPr>
            <a:normAutofit lnSpcReduction="10000"/>
          </a:bodyPr>
          <a:lstStyle/>
          <a:p>
            <a:pPr>
              <a:buNone/>
            </a:pPr>
            <a:r>
              <a:rPr lang="en-US" b="1" dirty="0"/>
              <a:t>Example</a:t>
            </a:r>
          </a:p>
          <a:p>
            <a:pPr>
              <a:buNone/>
            </a:pPr>
            <a:r>
              <a:rPr lang="en-US" dirty="0"/>
              <a:t>For documents:</a:t>
            </a:r>
          </a:p>
          <a:p>
            <a:pPr>
              <a:buFont typeface="Arial" panose="020B0604020202020204" pitchFamily="34" charset="0"/>
              <a:buChar char="•"/>
            </a:pPr>
            <a:r>
              <a:rPr lang="en-US" dirty="0"/>
              <a:t>Doc1: "I love machine learning"</a:t>
            </a:r>
          </a:p>
          <a:p>
            <a:pPr>
              <a:buFont typeface="Arial" panose="020B0604020202020204" pitchFamily="34" charset="0"/>
              <a:buChar char="•"/>
            </a:pPr>
            <a:r>
              <a:rPr lang="en-US" dirty="0"/>
              <a:t>Doc2: "I love natural language processing"</a:t>
            </a:r>
          </a:p>
          <a:p>
            <a:pPr>
              <a:buFont typeface="Arial" panose="020B0604020202020204" pitchFamily="34" charset="0"/>
              <a:buChar char="•"/>
            </a:pPr>
            <a:r>
              <a:rPr lang="en-US" dirty="0"/>
              <a:t>Doc3: "Machine learning models require data"</a:t>
            </a:r>
          </a:p>
          <a:p>
            <a:pPr marL="0" indent="0">
              <a:buNone/>
            </a:pPr>
            <a:r>
              <a:rPr lang="en-US" dirty="0"/>
              <a:t>The word "love" appears in multiple documents, so its IDF value is lower. The word "processing" appears in only one document, giving it a higher IDF value.</a:t>
            </a:r>
          </a:p>
          <a:p>
            <a:pPr>
              <a:buNone/>
            </a:pPr>
            <a:r>
              <a:rPr lang="en-US" b="1" dirty="0"/>
              <a:t>Applications</a:t>
            </a:r>
          </a:p>
          <a:p>
            <a:pPr>
              <a:buFont typeface="Arial" panose="020B0604020202020204" pitchFamily="34" charset="0"/>
              <a:buChar char="•"/>
            </a:pPr>
            <a:r>
              <a:rPr lang="en-US" b="1" dirty="0"/>
              <a:t>Document retrieval and search engines</a:t>
            </a:r>
            <a:r>
              <a:rPr lang="en-US" dirty="0"/>
              <a:t>: Ranking documents by relevance</a:t>
            </a:r>
          </a:p>
          <a:p>
            <a:pPr>
              <a:buFont typeface="Arial" panose="020B0604020202020204" pitchFamily="34" charset="0"/>
              <a:buChar char="•"/>
            </a:pPr>
            <a:r>
              <a:rPr lang="en-US" b="1" dirty="0"/>
              <a:t>Document classification</a:t>
            </a:r>
            <a:r>
              <a:rPr lang="en-US" dirty="0"/>
              <a:t>: Identifying distinguishing terms</a:t>
            </a:r>
          </a:p>
          <a:p>
            <a:pPr>
              <a:buFont typeface="Arial" panose="020B0604020202020204" pitchFamily="34" charset="0"/>
              <a:buChar char="•"/>
            </a:pPr>
            <a:r>
              <a:rPr lang="en-US" b="1" dirty="0"/>
              <a:t>Keyword extraction</a:t>
            </a:r>
            <a:r>
              <a:rPr lang="en-US" dirty="0"/>
              <a:t>: Finding important terms in documents</a:t>
            </a:r>
          </a:p>
          <a:p>
            <a:pPr>
              <a:buFont typeface="Arial" panose="020B0604020202020204" pitchFamily="34" charset="0"/>
              <a:buChar char="•"/>
            </a:pPr>
            <a:r>
              <a:rPr lang="en-US" b="1" dirty="0"/>
              <a:t>Text summarization</a:t>
            </a:r>
            <a:r>
              <a:rPr lang="en-US" dirty="0"/>
              <a:t>: Identifying key sentences</a:t>
            </a:r>
          </a:p>
          <a:p>
            <a:endParaRPr lang="en-US" dirty="0"/>
          </a:p>
        </p:txBody>
      </p:sp>
    </p:spTree>
    <p:extLst>
      <p:ext uri="{BB962C8B-B14F-4D97-AF65-F5344CB8AC3E}">
        <p14:creationId xmlns:p14="http://schemas.microsoft.com/office/powerpoint/2010/main" val="3439562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C6F24-790E-8725-47B0-39B100FE3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51292-9F21-C1D3-8C61-6F054544798A}"/>
              </a:ext>
            </a:extLst>
          </p:cNvPr>
          <p:cNvSpPr>
            <a:spLocks noGrp="1"/>
          </p:cNvSpPr>
          <p:nvPr>
            <p:ph type="title"/>
          </p:nvPr>
        </p:nvSpPr>
        <p:spPr/>
        <p:txBody>
          <a:bodyPr/>
          <a:lstStyle/>
          <a:p>
            <a:r>
              <a:rPr lang="en-US" dirty="0"/>
              <a:t>TF-IDF (Term Frequency-Inverse Document Frequency)</a:t>
            </a:r>
          </a:p>
        </p:txBody>
      </p:sp>
      <p:sp>
        <p:nvSpPr>
          <p:cNvPr id="3" name="Content Placeholder 2">
            <a:extLst>
              <a:ext uri="{FF2B5EF4-FFF2-40B4-BE49-F238E27FC236}">
                <a16:creationId xmlns:a16="http://schemas.microsoft.com/office/drawing/2014/main" id="{B5ACBF7D-9AC9-F6B7-2EA7-CD7F1B1C37DC}"/>
              </a:ext>
            </a:extLst>
          </p:cNvPr>
          <p:cNvSpPr>
            <a:spLocks noGrp="1"/>
          </p:cNvSpPr>
          <p:nvPr>
            <p:ph idx="1"/>
          </p:nvPr>
        </p:nvSpPr>
        <p:spPr/>
        <p:txBody>
          <a:bodyPr>
            <a:normAutofit fontScale="92500" lnSpcReduction="10000"/>
          </a:bodyPr>
          <a:lstStyle/>
          <a:p>
            <a:pPr>
              <a:buNone/>
            </a:pPr>
            <a:r>
              <a:rPr lang="en-US" b="1" dirty="0"/>
              <a:t>Advantages</a:t>
            </a:r>
          </a:p>
          <a:p>
            <a:pPr>
              <a:buFont typeface="Arial" panose="020B0604020202020204" pitchFamily="34" charset="0"/>
              <a:buChar char="•"/>
            </a:pPr>
            <a:r>
              <a:rPr lang="en-US" dirty="0"/>
              <a:t>Reduces the impact of frequently occurring terms (like "the", "is", "of")</a:t>
            </a:r>
          </a:p>
          <a:p>
            <a:pPr>
              <a:buFont typeface="Arial" panose="020B0604020202020204" pitchFamily="34" charset="0"/>
              <a:buChar char="•"/>
            </a:pPr>
            <a:r>
              <a:rPr lang="en-US" dirty="0"/>
              <a:t>Highlights terms that are distinctive to specific documents</a:t>
            </a:r>
          </a:p>
          <a:p>
            <a:pPr>
              <a:buFont typeface="Arial" panose="020B0604020202020204" pitchFamily="34" charset="0"/>
              <a:buChar char="•"/>
            </a:pPr>
            <a:r>
              <a:rPr lang="en-US" dirty="0"/>
              <a:t>Relatively simple to implement and computationally efficient</a:t>
            </a:r>
          </a:p>
          <a:p>
            <a:pPr>
              <a:buFont typeface="Arial" panose="020B0604020202020204" pitchFamily="34" charset="0"/>
              <a:buChar char="•"/>
            </a:pPr>
            <a:r>
              <a:rPr lang="en-US" dirty="0"/>
              <a:t>Works well for sparse data</a:t>
            </a:r>
          </a:p>
          <a:p>
            <a:pPr>
              <a:buNone/>
            </a:pPr>
            <a:r>
              <a:rPr lang="en-US" b="1" dirty="0"/>
              <a:t>Limitations</a:t>
            </a:r>
          </a:p>
          <a:p>
            <a:pPr>
              <a:buFont typeface="Arial" panose="020B0604020202020204" pitchFamily="34" charset="0"/>
              <a:buChar char="•"/>
            </a:pPr>
            <a:r>
              <a:rPr lang="en-US" dirty="0"/>
              <a:t>Still ignores word order and semantics</a:t>
            </a:r>
          </a:p>
          <a:p>
            <a:pPr>
              <a:buFont typeface="Arial" panose="020B0604020202020204" pitchFamily="34" charset="0"/>
              <a:buChar char="•"/>
            </a:pPr>
            <a:r>
              <a:rPr lang="en-US" dirty="0"/>
              <a:t>Cannot capture relationships between related terms</a:t>
            </a:r>
          </a:p>
          <a:p>
            <a:pPr>
              <a:buFont typeface="Arial" panose="020B0604020202020204" pitchFamily="34" charset="0"/>
              <a:buChar char="•"/>
            </a:pPr>
            <a:r>
              <a:rPr lang="en-US" dirty="0"/>
              <a:t>May not work well for very short texts</a:t>
            </a:r>
          </a:p>
          <a:p>
            <a:pPr>
              <a:buFont typeface="Arial" panose="020B0604020202020204" pitchFamily="34" charset="0"/>
              <a:buChar char="•"/>
            </a:pPr>
            <a:r>
              <a:rPr lang="en-US" dirty="0"/>
              <a:t>Struggles with synonyms and polysemy</a:t>
            </a:r>
          </a:p>
          <a:p>
            <a:r>
              <a:rPr lang="en-US" dirty="0"/>
              <a:t>TF-IDF serves as a cornerstone technique in information retrieval and text mining, and remains widely used despite the emergence of more advanced embedding-based approaches.</a:t>
            </a:r>
          </a:p>
          <a:p>
            <a:endParaRPr lang="en-US" dirty="0"/>
          </a:p>
        </p:txBody>
      </p:sp>
    </p:spTree>
    <p:extLst>
      <p:ext uri="{BB962C8B-B14F-4D97-AF65-F5344CB8AC3E}">
        <p14:creationId xmlns:p14="http://schemas.microsoft.com/office/powerpoint/2010/main" val="721038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0A3B-BE22-3E83-0662-10613BB68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B6612-07C5-884A-E81D-57A159903950}"/>
              </a:ext>
            </a:extLst>
          </p:cNvPr>
          <p:cNvSpPr>
            <a:spLocks noGrp="1"/>
          </p:cNvSpPr>
          <p:nvPr>
            <p:ph type="title"/>
          </p:nvPr>
        </p:nvSpPr>
        <p:spPr/>
        <p:txBody>
          <a:bodyPr/>
          <a:lstStyle/>
          <a:p>
            <a:r>
              <a:rPr lang="en-US" dirty="0"/>
              <a:t>TF-IDF (Term Frequency-Inverse Document Frequency)</a:t>
            </a:r>
          </a:p>
        </p:txBody>
      </p:sp>
      <p:sp>
        <p:nvSpPr>
          <p:cNvPr id="3" name="Content Placeholder 2">
            <a:extLst>
              <a:ext uri="{FF2B5EF4-FFF2-40B4-BE49-F238E27FC236}">
                <a16:creationId xmlns:a16="http://schemas.microsoft.com/office/drawing/2014/main" id="{F3AA6F84-9450-8F80-2BDB-3003328DD37D}"/>
              </a:ext>
            </a:extLst>
          </p:cNvPr>
          <p:cNvSpPr>
            <a:spLocks noGrp="1"/>
          </p:cNvSpPr>
          <p:nvPr>
            <p:ph idx="1"/>
          </p:nvPr>
        </p:nvSpPr>
        <p:spPr>
          <a:xfrm>
            <a:off x="838200" y="4310743"/>
            <a:ext cx="11297194" cy="2386303"/>
          </a:xfrm>
        </p:spPr>
        <p:txBody>
          <a:bodyPr>
            <a:normAutofit fontScale="77500" lnSpcReduction="20000"/>
          </a:bodyPr>
          <a:lstStyle/>
          <a:p>
            <a:pPr marL="0" indent="0">
              <a:buNone/>
            </a:pPr>
            <a:r>
              <a:rPr lang="en-US" b="0" i="0" dirty="0">
                <a:solidFill>
                  <a:srgbClr val="000000"/>
                </a:solidFill>
                <a:effectLst/>
                <a:latin typeface="Consolas" panose="020B0609020204030204" pitchFamily="49" charset="0"/>
              </a:rPr>
              <a:t>Output:</a:t>
            </a:r>
          </a:p>
          <a:p>
            <a:pPr marL="0" indent="0">
              <a:buNone/>
            </a:pPr>
            <a:r>
              <a:rPr lang="en-US" b="0" i="0" dirty="0">
                <a:solidFill>
                  <a:srgbClr val="000000"/>
                </a:solidFill>
                <a:effectLst/>
                <a:latin typeface="Consolas" panose="020B0609020204030204" pitchFamily="49" charset="0"/>
              </a:rPr>
              <a:t>Unique words in the corpus: ['ai' 'applications' 'benefit' 'business' 'data' 'from' 'language' 'large' 'learn' 'models' 'revolutionize' 'text’] </a:t>
            </a:r>
          </a:p>
          <a:p>
            <a:pPr marL="0" indent="0">
              <a:buNone/>
            </a:pPr>
            <a:r>
              <a:rPr lang="en-US" b="0" i="0" dirty="0">
                <a:solidFill>
                  <a:srgbClr val="000000"/>
                </a:solidFill>
                <a:effectLst/>
                <a:latin typeface="Consolas" panose="020B0609020204030204" pitchFamily="49" charset="0"/>
              </a:rPr>
              <a:t>All documents in the corpus are represented as a matrix of TF-IDF features: </a:t>
            </a:r>
          </a:p>
          <a:p>
            <a:pPr marL="0" indent="0">
              <a:buNone/>
            </a:pPr>
            <a:r>
              <a:rPr lang="en-US" b="0" i="0" dirty="0">
                <a:solidFill>
                  <a:srgbClr val="000000"/>
                </a:solidFill>
                <a:effectLst/>
                <a:latin typeface="Consolas" panose="020B0609020204030204" pitchFamily="49" charset="0"/>
              </a:rPr>
              <a:t>[[0. 0. 0. 0.3935112 0. 0. 0.3935112 0.51741994 0. 0.3935112 0.51741994 0. ] </a:t>
            </a:r>
          </a:p>
          <a:p>
            <a:pPr marL="0" indent="0">
              <a:buNone/>
            </a:pPr>
            <a:r>
              <a:rPr lang="en-US" b="0" i="0" dirty="0">
                <a:solidFill>
                  <a:srgbClr val="000000"/>
                </a:solidFill>
                <a:effectLst/>
                <a:latin typeface="Consolas" panose="020B0609020204030204" pitchFamily="49" charset="0"/>
              </a:rPr>
              <a:t>[0.49047908 0.49047908 0.49047908 0.37302199 0. 0.37302199 0. 0. 0. 0. 0. 0. ] </a:t>
            </a:r>
          </a:p>
          <a:p>
            <a:pPr marL="0" indent="0">
              <a:buNone/>
            </a:pPr>
            <a:r>
              <a:rPr lang="en-US" b="0" i="0" dirty="0">
                <a:solidFill>
                  <a:srgbClr val="000000"/>
                </a:solidFill>
                <a:effectLst/>
                <a:latin typeface="Consolas" panose="020B0609020204030204" pitchFamily="49" charset="0"/>
              </a:rPr>
              <a:t>[0. 0. 0. 0. 0.45954803 0.34949812 0.34949812 0. 0.45954803 0.34949812 0. 0.45954803]]</a:t>
            </a:r>
            <a:endParaRPr lang="en-US" dirty="0"/>
          </a:p>
        </p:txBody>
      </p:sp>
      <p:sp>
        <p:nvSpPr>
          <p:cNvPr id="5" name="TextBox 4">
            <a:extLst>
              <a:ext uri="{FF2B5EF4-FFF2-40B4-BE49-F238E27FC236}">
                <a16:creationId xmlns:a16="http://schemas.microsoft.com/office/drawing/2014/main" id="{4E3C961B-7D16-B068-876E-B82720BEAA1B}"/>
              </a:ext>
            </a:extLst>
          </p:cNvPr>
          <p:cNvSpPr txBox="1"/>
          <p:nvPr/>
        </p:nvSpPr>
        <p:spPr>
          <a:xfrm>
            <a:off x="838199" y="1580225"/>
            <a:ext cx="11467011" cy="2620333"/>
          </a:xfrm>
          <a:prstGeom prst="rect">
            <a:avLst/>
          </a:prstGeom>
          <a:noFill/>
        </p:spPr>
        <p:txBody>
          <a:bodyPr wrap="square">
            <a:spAutoFit/>
          </a:bodyPr>
          <a:lstStyle/>
          <a:p>
            <a:pPr>
              <a:lnSpc>
                <a:spcPts val="1425"/>
              </a:lnSpc>
              <a:buNone/>
            </a:pP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sklearn.feature_extraction.text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TfidfVectorizer</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err="1">
                <a:solidFill>
                  <a:srgbClr val="000000"/>
                </a:solidFill>
                <a:effectLst/>
                <a:latin typeface="Consolas" panose="020B0609020204030204" pitchFamily="49" charset="0"/>
              </a:rPr>
              <a:t>tfidf_vectorizer</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TfidfVectorizer</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Transform the corpus into a document-term matrix</a:t>
            </a:r>
            <a:r>
              <a:rPr lang="en-US" dirty="0">
                <a:solidFill>
                  <a:srgbClr val="008000"/>
                </a:solidFill>
                <a:latin typeface="Consolas" panose="020B0609020204030204" pitchFamily="49" charset="0"/>
              </a:rPr>
              <a:t>, e</a:t>
            </a:r>
            <a:r>
              <a:rPr lang="en-US" b="0" dirty="0">
                <a:solidFill>
                  <a:srgbClr val="008000"/>
                </a:solidFill>
                <a:effectLst/>
                <a:latin typeface="Consolas" panose="020B0609020204030204" pitchFamily="49" charset="0"/>
              </a:rPr>
              <a:t>ach row represents a document in the corpus</a:t>
            </a:r>
            <a:r>
              <a:rPr lang="en-US" dirty="0">
                <a:solidFill>
                  <a:srgbClr val="008000"/>
                </a:solidFill>
                <a:latin typeface="Consolas" panose="020B0609020204030204" pitchFamily="49" charset="0"/>
              </a:rPr>
              <a:t>, e</a:t>
            </a:r>
            <a:r>
              <a:rPr lang="en-US" b="0" dirty="0">
                <a:solidFill>
                  <a:srgbClr val="008000"/>
                </a:solidFill>
                <a:effectLst/>
                <a:latin typeface="Consolas" panose="020B0609020204030204" pitchFamily="49" charset="0"/>
              </a:rPr>
              <a:t>ach column represents a unique word in the corpus</a:t>
            </a:r>
            <a:endParaRPr lang="en-US" b="0" dirty="0">
              <a:solidFill>
                <a:srgbClr val="000000"/>
              </a:solidFill>
              <a:effectLst/>
              <a:latin typeface="Consolas" panose="020B0609020204030204" pitchFamily="49" charset="0"/>
            </a:endParaRPr>
          </a:p>
          <a:p>
            <a:pPr>
              <a:lnSpc>
                <a:spcPts val="1425"/>
              </a:lnSpc>
              <a:buNone/>
            </a:pPr>
            <a:r>
              <a:rPr lang="en-US" b="0" dirty="0" err="1">
                <a:solidFill>
                  <a:srgbClr val="000000"/>
                </a:solidFill>
                <a:effectLst/>
                <a:latin typeface="Consolas" panose="020B0609020204030204" pitchFamily="49" charset="0"/>
              </a:rPr>
              <a:t>X_tfidf</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tfidf_vectorizer.fit_transform</a:t>
            </a:r>
            <a:r>
              <a:rPr lang="en-US" b="0" dirty="0">
                <a:solidFill>
                  <a:srgbClr val="000000"/>
                </a:solidFill>
                <a:effectLst/>
                <a:latin typeface="Consolas" panose="020B0609020204030204" pitchFamily="49" charset="0"/>
              </a:rPr>
              <a:t>(corpus)</a:t>
            </a:r>
          </a:p>
          <a:p>
            <a:pPr>
              <a:lnSpc>
                <a:spcPts val="1425"/>
              </a:lnSpc>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Get the unique words in the corpus</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print(</a:t>
            </a:r>
            <a:r>
              <a:rPr lang="en-US" b="0" dirty="0">
                <a:solidFill>
                  <a:srgbClr val="A31515"/>
                </a:solidFill>
                <a:effectLst/>
                <a:latin typeface="Consolas" panose="020B0609020204030204" pitchFamily="49" charset="0"/>
              </a:rPr>
              <a:t>"\n Unique words in the corpus:\n"</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tfidf_vectorizer.get_feature_names_out</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print(</a:t>
            </a:r>
            <a:r>
              <a:rPr lang="en-US" b="0" dirty="0">
                <a:solidFill>
                  <a:srgbClr val="A31515"/>
                </a:solidFill>
                <a:effectLst/>
                <a:latin typeface="Consolas" panose="020B0609020204030204" pitchFamily="49" charset="0"/>
              </a:rPr>
              <a:t>"\n All documents in the corpus are represented as a matrix of TF-IDF features:\n"</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print(</a:t>
            </a:r>
            <a:r>
              <a:rPr lang="en-US" b="0" dirty="0" err="1">
                <a:solidFill>
                  <a:srgbClr val="000000"/>
                </a:solidFill>
                <a:effectLst/>
                <a:latin typeface="Consolas" panose="020B0609020204030204" pitchFamily="49" charset="0"/>
              </a:rPr>
              <a:t>X_tfidf.toarray</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796139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10A92E-2F10-8CDE-3D2E-C284F09C0296}"/>
              </a:ext>
            </a:extLst>
          </p:cNvPr>
          <p:cNvSpPr>
            <a:spLocks noGrp="1"/>
          </p:cNvSpPr>
          <p:nvPr>
            <p:ph type="title"/>
          </p:nvPr>
        </p:nvSpPr>
        <p:spPr/>
        <p:txBody>
          <a:bodyPr/>
          <a:lstStyle/>
          <a:p>
            <a:r>
              <a:rPr lang="en-US" dirty="0"/>
              <a:t>Practical Example</a:t>
            </a:r>
          </a:p>
        </p:txBody>
      </p:sp>
      <p:sp>
        <p:nvSpPr>
          <p:cNvPr id="5" name="Text Placeholder 4">
            <a:extLst>
              <a:ext uri="{FF2B5EF4-FFF2-40B4-BE49-F238E27FC236}">
                <a16:creationId xmlns:a16="http://schemas.microsoft.com/office/drawing/2014/main" id="{E0EA96E8-F27D-DB2E-EA0F-AAD3D81E9BA4}"/>
              </a:ext>
            </a:extLst>
          </p:cNvPr>
          <p:cNvSpPr>
            <a:spLocks noGrp="1"/>
          </p:cNvSpPr>
          <p:nvPr>
            <p:ph type="body" idx="1"/>
          </p:nvPr>
        </p:nvSpPr>
        <p:spPr/>
        <p:txBody>
          <a:bodyPr/>
          <a:lstStyle/>
          <a:p>
            <a:pPr algn="l"/>
            <a:r>
              <a:rPr lang="en-US" b="1" i="0" dirty="0">
                <a:solidFill>
                  <a:srgbClr val="29261B"/>
                </a:solidFill>
                <a:effectLst/>
                <a:latin typeface="var(--font-tiempos)"/>
              </a:rPr>
              <a:t>Movie Review Sentiment Analysis Pipeline</a:t>
            </a:r>
          </a:p>
        </p:txBody>
      </p:sp>
    </p:spTree>
    <p:extLst>
      <p:ext uri="{BB962C8B-B14F-4D97-AF65-F5344CB8AC3E}">
        <p14:creationId xmlns:p14="http://schemas.microsoft.com/office/powerpoint/2010/main" val="2939072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37550-11C6-20B2-D443-760FE1A2DEF4}"/>
              </a:ext>
            </a:extLst>
          </p:cNvPr>
          <p:cNvSpPr>
            <a:spLocks noGrp="1"/>
          </p:cNvSpPr>
          <p:nvPr>
            <p:ph type="title"/>
          </p:nvPr>
        </p:nvSpPr>
        <p:spPr/>
        <p:txBody>
          <a:bodyPr>
            <a:normAutofit/>
          </a:bodyPr>
          <a:lstStyle/>
          <a:p>
            <a:r>
              <a:rPr lang="en-US" dirty="0"/>
              <a:t>Sentiment Analysis of Movie Reviews</a:t>
            </a:r>
          </a:p>
        </p:txBody>
      </p:sp>
      <p:sp>
        <p:nvSpPr>
          <p:cNvPr id="3" name="Content Placeholder 2">
            <a:extLst>
              <a:ext uri="{FF2B5EF4-FFF2-40B4-BE49-F238E27FC236}">
                <a16:creationId xmlns:a16="http://schemas.microsoft.com/office/drawing/2014/main" id="{CA818D56-B852-D4FC-E994-990B5F898E18}"/>
              </a:ext>
            </a:extLst>
          </p:cNvPr>
          <p:cNvSpPr>
            <a:spLocks noGrp="1"/>
          </p:cNvSpPr>
          <p:nvPr>
            <p:ph idx="1"/>
          </p:nvPr>
        </p:nvSpPr>
        <p:spPr/>
        <p:txBody>
          <a:bodyPr/>
          <a:lstStyle/>
          <a:p>
            <a:r>
              <a:rPr lang="en-US" dirty="0"/>
              <a:t>This application will go through the entire text preprocessing pipeline and show how it contributes to a real-world NLP task.</a:t>
            </a:r>
          </a:p>
          <a:p>
            <a:r>
              <a:rPr lang="en-US" dirty="0"/>
              <a:t>Setup:</a:t>
            </a:r>
          </a:p>
          <a:p>
            <a:pPr lvl="1"/>
            <a:r>
              <a:rPr lang="en-US" dirty="0"/>
              <a:t>Dataset: Use a small dataset of movie reviews (positive and negative) - you could use a subset of IMDB reviews or create 10-15 simple examples.</a:t>
            </a:r>
          </a:p>
          <a:p>
            <a:pPr lvl="1"/>
            <a:r>
              <a:rPr lang="en-US" dirty="0"/>
              <a:t>Visual Flow: Create a slide that shows the entire pipeline:</a:t>
            </a:r>
          </a:p>
          <a:p>
            <a:pPr lvl="2"/>
            <a:r>
              <a:rPr lang="en-US" dirty="0"/>
              <a:t>Raw Text → Tokenization → Normalization → Stop Words Removal → Stemming/Lemmatization → </a:t>
            </a:r>
            <a:r>
              <a:rPr lang="en-US" dirty="0" err="1"/>
              <a:t>BoW</a:t>
            </a:r>
            <a:r>
              <a:rPr lang="en-US" dirty="0"/>
              <a:t> → Classification</a:t>
            </a:r>
          </a:p>
        </p:txBody>
      </p:sp>
    </p:spTree>
    <p:extLst>
      <p:ext uri="{BB962C8B-B14F-4D97-AF65-F5344CB8AC3E}">
        <p14:creationId xmlns:p14="http://schemas.microsoft.com/office/powerpoint/2010/main" val="51728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D1F3C7-1350-E8D3-DB2E-64D5F20C065A}"/>
              </a:ext>
            </a:extLst>
          </p:cNvPr>
          <p:cNvSpPr txBox="1"/>
          <p:nvPr/>
        </p:nvSpPr>
        <p:spPr>
          <a:xfrm>
            <a:off x="378822" y="359939"/>
            <a:ext cx="11188337" cy="6555641"/>
          </a:xfrm>
          <a:prstGeom prst="rect">
            <a:avLst/>
          </a:prstGeom>
          <a:noFill/>
        </p:spPr>
        <p:txBody>
          <a:bodyPr wrap="square">
            <a:spAutoFit/>
          </a:bodyPr>
          <a:lstStyle/>
          <a:p>
            <a:pPr>
              <a:lnSpc>
                <a:spcPts val="1425"/>
              </a:lnSpc>
              <a:buNone/>
            </a:pP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nltk</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pandas </a:t>
            </a:r>
            <a:r>
              <a:rPr lang="en-US" sz="1200" b="0" dirty="0">
                <a:solidFill>
                  <a:srgbClr val="0000FF"/>
                </a:solidFill>
                <a:effectLst/>
                <a:latin typeface="Consolas" panose="020B0609020204030204" pitchFamily="49" charset="0"/>
              </a:rPr>
              <a:t>as</a:t>
            </a:r>
            <a:r>
              <a:rPr lang="en-US" sz="1200" b="0" dirty="0">
                <a:solidFill>
                  <a:srgbClr val="000000"/>
                </a:solidFill>
                <a:effectLst/>
                <a:latin typeface="Consolas" panose="020B0609020204030204" pitchFamily="49" charset="0"/>
              </a:rPr>
              <a:t> pd</a:t>
            </a:r>
          </a:p>
          <a:p>
            <a:pPr>
              <a:lnSpc>
                <a:spcPts val="1425"/>
              </a:lnSpc>
              <a:buNone/>
            </a:pP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re</a:t>
            </a:r>
          </a:p>
          <a:p>
            <a:pPr>
              <a:lnSpc>
                <a:spcPts val="1425"/>
              </a:lnSpc>
              <a:buNone/>
            </a:pPr>
            <a:r>
              <a:rPr lang="en-US" sz="1200" b="0" dirty="0">
                <a:solidFill>
                  <a:srgbClr val="0000FF"/>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nltk.tokenize </a:t>
            </a: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word_tokenize</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nltk.corpus</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stopwords</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nltk.stem</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PorterStemmer</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WordNetLemmatizer</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sklearn.feature_extraction.text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CountVectorizer</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sklearn.model_selection</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train_test_split</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sklearn.naive_bayes</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MultinomialNB</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sklearn.metrics</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accuracy_score</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classification_report</a:t>
            </a:r>
            <a:endParaRPr lang="en-US" sz="1200" b="0" dirty="0">
              <a:solidFill>
                <a:srgbClr val="000000"/>
              </a:solidFill>
              <a:effectLst/>
              <a:latin typeface="Consolas" panose="020B0609020204030204" pitchFamily="49" charset="0"/>
            </a:endParaRP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Download necessary NLTK data</a:t>
            </a:r>
            <a:endParaRPr lang="en-US" sz="1200" b="0" dirty="0">
              <a:solidFill>
                <a:srgbClr val="000000"/>
              </a:solidFill>
              <a:effectLst/>
              <a:latin typeface="Consolas" panose="020B0609020204030204" pitchFamily="49" charset="0"/>
            </a:endParaRPr>
          </a:p>
          <a:p>
            <a:pPr>
              <a:lnSpc>
                <a:spcPts val="1425"/>
              </a:lnSpc>
              <a:buNone/>
            </a:pPr>
            <a:r>
              <a:rPr lang="en-US" sz="1200" b="0" dirty="0" err="1">
                <a:solidFill>
                  <a:srgbClr val="000000"/>
                </a:solidFill>
                <a:effectLst/>
                <a:latin typeface="Consolas" panose="020B0609020204030204" pitchFamily="49" charset="0"/>
              </a:rPr>
              <a:t>nltk.download</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punkt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err="1">
                <a:solidFill>
                  <a:srgbClr val="000000"/>
                </a:solidFill>
                <a:effectLst/>
                <a:latin typeface="Consolas" panose="020B0609020204030204" pitchFamily="49" charset="0"/>
              </a:rPr>
              <a:t>nltk.download</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stopwords</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err="1">
                <a:solidFill>
                  <a:srgbClr val="000000"/>
                </a:solidFill>
                <a:effectLst/>
                <a:latin typeface="Consolas" panose="020B0609020204030204" pitchFamily="49" charset="0"/>
              </a:rPr>
              <a:t>nltk.download</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'wordnet'</a:t>
            </a:r>
            <a:r>
              <a:rPr lang="en-US" sz="1200" b="0" dirty="0">
                <a:solidFill>
                  <a:srgbClr val="000000"/>
                </a:solidFill>
                <a:effectLst/>
                <a:latin typeface="Consolas" panose="020B0609020204030204" pitchFamily="49" charset="0"/>
              </a:rPr>
              <a:t>)</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Sample movie reviews dataset</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00"/>
                </a:solidFill>
                <a:effectLst/>
                <a:latin typeface="Consolas" panose="020B0609020204030204" pitchFamily="49" charset="0"/>
              </a:rPr>
              <a:t>reviews = [</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"This movie was absolutely fantastic! Great acting and storyline."</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"I loved this film. The characters were so well developed."</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"Amazing cinematography and directing. One of the best films I've seen."</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"The acting was good but the story was too predictable."</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"Terrible movie. I wasted two hours of my life."</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"The special effects were amazing but everything else was boring."</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"I enjoyed the action sequences but the dialogue was poorly written."</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"Brilliant performance by the lead actor! Highly recommended."</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"So disappointing. The trailer was better than the actual movie."</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"A masterpiece of modern cinema. I was captivated throughout."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a:t>
            </a:r>
          </a:p>
          <a:p>
            <a:pPr>
              <a:lnSpc>
                <a:spcPts val="1425"/>
              </a:lnSpc>
            </a:pP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8000"/>
                </a:solidFill>
                <a:effectLst/>
                <a:latin typeface="Consolas" panose="020B0609020204030204" pitchFamily="49" charset="0"/>
              </a:rPr>
              <a:t># Create </a:t>
            </a:r>
            <a:r>
              <a:rPr lang="en-US" sz="1200" b="0" dirty="0" err="1">
                <a:solidFill>
                  <a:srgbClr val="008000"/>
                </a:solidFill>
                <a:effectLst/>
                <a:latin typeface="Consolas" panose="020B0609020204030204" pitchFamily="49" charset="0"/>
              </a:rPr>
              <a:t>DataFrame</a:t>
            </a:r>
            <a:endParaRPr lang="en-US" sz="1200" b="0" dirty="0">
              <a:solidFill>
                <a:srgbClr val="000000"/>
              </a:solidFill>
              <a:effectLst/>
              <a:latin typeface="Consolas" panose="020B0609020204030204" pitchFamily="49" charset="0"/>
            </a:endParaRPr>
          </a:p>
          <a:p>
            <a:pPr>
              <a:lnSpc>
                <a:spcPts val="1425"/>
              </a:lnSpc>
              <a:buNone/>
            </a:pPr>
            <a:r>
              <a:rPr lang="en-US" sz="1200" b="0" dirty="0" err="1">
                <a:solidFill>
                  <a:srgbClr val="000000"/>
                </a:solidFill>
                <a:effectLst/>
                <a:latin typeface="Consolas" panose="020B0609020204030204" pitchFamily="49" charset="0"/>
              </a:rPr>
              <a:t>df</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pd.DataFrame</a:t>
            </a:r>
            <a:r>
              <a:rPr lang="en-US" sz="1200" b="0" dirty="0">
                <a:solidFill>
                  <a:srgbClr val="000000"/>
                </a:solidFill>
                <a:effectLst/>
                <a:latin typeface="Consolas" panose="020B0609020204030204" pitchFamily="49" charset="0"/>
              </a:rPr>
              <a:t>(reviews)</a:t>
            </a: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"Original Data:"</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err="1">
                <a:solidFill>
                  <a:srgbClr val="000000"/>
                </a:solidFill>
                <a:effectLst/>
                <a:latin typeface="Consolas" panose="020B0609020204030204" pitchFamily="49" charset="0"/>
              </a:rPr>
              <a:t>df.head</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"\n"</a:t>
            </a:r>
            <a:r>
              <a:rPr lang="en-US" sz="1200" b="0" dirty="0">
                <a:solidFill>
                  <a:srgbClr val="000000"/>
                </a:solidFill>
                <a:effectLst/>
                <a:latin typeface="Consolas" panose="020B0609020204030204" pitchFamily="49" charset="0"/>
              </a:rPr>
              <a:t>)</a:t>
            </a:r>
          </a:p>
          <a:p>
            <a:pPr>
              <a:lnSpc>
                <a:spcPts val="1425"/>
              </a:lnSpc>
            </a:pPr>
            <a:endParaRPr lang="en-US"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828354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F05C-7ED4-A81E-1AA4-60A50CE7FB9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D72C821-585F-77A9-F385-F40038517445}"/>
              </a:ext>
            </a:extLst>
          </p:cNvPr>
          <p:cNvSpPr txBox="1"/>
          <p:nvPr/>
        </p:nvSpPr>
        <p:spPr>
          <a:xfrm>
            <a:off x="195943" y="307689"/>
            <a:ext cx="11508377" cy="6376104"/>
          </a:xfrm>
          <a:prstGeom prst="rect">
            <a:avLst/>
          </a:prstGeom>
          <a:noFill/>
        </p:spPr>
        <p:txBody>
          <a:bodyPr wrap="square">
            <a:spAutoFit/>
          </a:bodyPr>
          <a:lstStyle/>
          <a:p>
            <a:pPr>
              <a:lnSpc>
                <a:spcPts val="1425"/>
              </a:lnSpc>
              <a:buNone/>
            </a:pPr>
            <a:r>
              <a:rPr lang="en-US" sz="1200" b="0" dirty="0">
                <a:solidFill>
                  <a:srgbClr val="008000"/>
                </a:solidFill>
                <a:effectLst/>
                <a:latin typeface="Consolas" panose="020B0609020204030204" pitchFamily="49" charset="0"/>
              </a:rPr>
              <a:t># Step 1: Tokenization</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def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tokenize_text</a:t>
            </a:r>
            <a:r>
              <a:rPr lang="en-US" sz="1200" b="0" dirty="0">
                <a:solidFill>
                  <a:srgbClr val="000000"/>
                </a:solidFill>
                <a:effectLst/>
                <a:latin typeface="Consolas" panose="020B0609020204030204" pitchFamily="49" charset="0"/>
              </a:rPr>
              <a:t>(text):</a:t>
            </a:r>
          </a:p>
          <a:p>
            <a:pPr>
              <a:lnSpc>
                <a:spcPts val="1425"/>
              </a:lnSpc>
              <a:buNone/>
            </a:pPr>
            <a:r>
              <a:rPr lang="en-US" sz="1200" b="0" dirty="0">
                <a:solidFill>
                  <a:srgbClr val="000000"/>
                </a:solidFill>
                <a:effectLst/>
                <a:latin typeface="Consolas" panose="020B0609020204030204" pitchFamily="49" charset="0"/>
              </a:rPr>
              <a:t>    tokens = </a:t>
            </a:r>
            <a:r>
              <a:rPr lang="en-US" sz="1200" b="0" dirty="0" err="1">
                <a:solidFill>
                  <a:srgbClr val="000000"/>
                </a:solidFill>
                <a:effectLst/>
                <a:latin typeface="Consolas" panose="020B0609020204030204" pitchFamily="49" charset="0"/>
              </a:rPr>
              <a:t>word_tokenize</a:t>
            </a:r>
            <a:r>
              <a:rPr lang="en-US" sz="1200" b="0" dirty="0">
                <a:solidFill>
                  <a:srgbClr val="000000"/>
                </a:solidFill>
                <a:effectLst/>
                <a:latin typeface="Consolas" panose="020B0609020204030204" pitchFamily="49" charset="0"/>
              </a:rPr>
              <a:t>(text)</a:t>
            </a:r>
          </a:p>
          <a:p>
            <a:pPr>
              <a:lnSpc>
                <a:spcPts val="1425"/>
              </a:lnSpc>
              <a:buNone/>
            </a:pPr>
            <a:r>
              <a:rPr lang="en-US" sz="1200" b="0" dirty="0">
                <a:solidFill>
                  <a:srgbClr val="000000"/>
                </a:solidFill>
                <a:effectLst/>
                <a:latin typeface="Consolas" panose="020B0609020204030204" pitchFamily="49" charset="0"/>
              </a:rPr>
              <a:t>    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"After</a:t>
            </a:r>
            <a:r>
              <a:rPr lang="en-US" sz="1200" b="0" dirty="0">
                <a:solidFill>
                  <a:srgbClr val="A31515"/>
                </a:solidFill>
                <a:effectLst/>
                <a:latin typeface="Consolas" panose="020B0609020204030204" pitchFamily="49" charset="0"/>
              </a:rPr>
              <a:t> tokenization: </a:t>
            </a:r>
            <a:r>
              <a:rPr lang="en-US" sz="1200" b="0" dirty="0">
                <a:solidFill>
                  <a:srgbClr val="000000"/>
                </a:solidFill>
                <a:effectLst/>
                <a:latin typeface="Consolas" panose="020B0609020204030204" pitchFamily="49" charset="0"/>
              </a:rPr>
              <a:t>{tokens}</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tokens</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Step 2: Normalization</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def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normalize_tokens</a:t>
            </a:r>
            <a:r>
              <a:rPr lang="en-US" sz="1200" b="0" dirty="0">
                <a:solidFill>
                  <a:srgbClr val="000000"/>
                </a:solidFill>
                <a:effectLst/>
                <a:latin typeface="Consolas" panose="020B0609020204030204" pitchFamily="49" charset="0"/>
              </a:rPr>
              <a:t>(tokens):</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Convert to lowercase and remove punctuation</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00"/>
                </a:solidFill>
                <a:effectLst/>
                <a:latin typeface="Consolas" panose="020B0609020204030204" pitchFamily="49" charset="0"/>
              </a:rPr>
              <a:t>    normalized = [</a:t>
            </a:r>
            <a:r>
              <a:rPr lang="en-US" sz="1200" b="0" dirty="0" err="1">
                <a:solidFill>
                  <a:srgbClr val="000000"/>
                </a:solidFill>
                <a:effectLst/>
                <a:latin typeface="Consolas" panose="020B0609020204030204" pitchFamily="49" charset="0"/>
              </a:rPr>
              <a:t>re.sub</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r</a:t>
            </a:r>
            <a:r>
              <a:rPr lang="en-US" sz="1200" b="0" dirty="0">
                <a:solidFill>
                  <a:srgbClr val="811F3F"/>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r>
              <a:rPr lang="en-US" sz="1200" b="0" dirty="0">
                <a:solidFill>
                  <a:srgbClr val="811F3F"/>
                </a:solidFill>
                <a:effectLst/>
                <a:latin typeface="Consolas" panose="020B0609020204030204" pitchFamily="49" charset="0"/>
              </a:rPr>
              <a:t>\w\s]'</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token.lower</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token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tokens]</a:t>
            </a:r>
          </a:p>
          <a:p>
            <a:pPr>
              <a:lnSpc>
                <a:spcPts val="1425"/>
              </a:lnSpc>
              <a:buNone/>
            </a:pPr>
            <a:r>
              <a:rPr lang="en-US" sz="1200" b="0" dirty="0">
                <a:solidFill>
                  <a:srgbClr val="000000"/>
                </a:solidFill>
                <a:effectLst/>
                <a:latin typeface="Consolas" panose="020B0609020204030204" pitchFamily="49" charset="0"/>
              </a:rPr>
              <a:t>    normalized = [token </a:t>
            </a: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token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normalized </a:t>
            </a:r>
            <a:r>
              <a:rPr lang="en-US" sz="1200" b="0" dirty="0">
                <a:solidFill>
                  <a:srgbClr val="0000FF"/>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token]  </a:t>
            </a:r>
            <a:r>
              <a:rPr lang="en-US" sz="1200" b="0" dirty="0">
                <a:solidFill>
                  <a:srgbClr val="008000"/>
                </a:solidFill>
                <a:effectLst/>
                <a:latin typeface="Consolas" panose="020B0609020204030204" pitchFamily="49" charset="0"/>
              </a:rPr>
              <a:t># Remove empty strings</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00"/>
                </a:solidFill>
                <a:effectLst/>
                <a:latin typeface="Consolas" panose="020B0609020204030204" pitchFamily="49" charset="0"/>
              </a:rPr>
              <a:t>    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"After</a:t>
            </a:r>
            <a:r>
              <a:rPr lang="en-US" sz="1200" b="0" dirty="0">
                <a:solidFill>
                  <a:srgbClr val="A31515"/>
                </a:solidFill>
                <a:effectLst/>
                <a:latin typeface="Consolas" panose="020B0609020204030204" pitchFamily="49" charset="0"/>
              </a:rPr>
              <a:t> normalization: </a:t>
            </a:r>
            <a:r>
              <a:rPr lang="en-US" sz="1200" b="0" dirty="0">
                <a:solidFill>
                  <a:srgbClr val="000000"/>
                </a:solidFill>
                <a:effectLst/>
                <a:latin typeface="Consolas" panose="020B0609020204030204" pitchFamily="49" charset="0"/>
              </a:rPr>
              <a:t>{normalized}</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normalized</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Step 3: Remove stop words</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def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remove_stopwords</a:t>
            </a:r>
            <a:r>
              <a:rPr lang="en-US" sz="1200" b="0" dirty="0">
                <a:solidFill>
                  <a:srgbClr val="000000"/>
                </a:solidFill>
                <a:effectLst/>
                <a:latin typeface="Consolas" panose="020B0609020204030204" pitchFamily="49" charset="0"/>
              </a:rPr>
              <a:t>(tokens):</a:t>
            </a:r>
          </a:p>
          <a:p>
            <a:pPr>
              <a:lnSpc>
                <a:spcPts val="1425"/>
              </a:lnSpc>
              <a:buNone/>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stop_words</a:t>
            </a:r>
            <a:r>
              <a:rPr lang="en-US" sz="1200" b="0" dirty="0">
                <a:solidFill>
                  <a:srgbClr val="000000"/>
                </a:solidFill>
                <a:effectLst/>
                <a:latin typeface="Consolas" panose="020B0609020204030204" pitchFamily="49" charset="0"/>
              </a:rPr>
              <a:t> = set(</a:t>
            </a:r>
            <a:r>
              <a:rPr lang="en-US" sz="1200" b="0" dirty="0" err="1">
                <a:solidFill>
                  <a:srgbClr val="000000"/>
                </a:solidFill>
                <a:effectLst/>
                <a:latin typeface="Consolas" panose="020B0609020204030204" pitchFamily="49" charset="0"/>
              </a:rPr>
              <a:t>stopwords.words</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english</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filtered = [token </a:t>
            </a: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token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tokens </a:t>
            </a:r>
            <a:r>
              <a:rPr lang="en-US" sz="1200" b="0" dirty="0">
                <a:solidFill>
                  <a:srgbClr val="0000FF"/>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token </a:t>
            </a:r>
            <a:r>
              <a:rPr lang="en-US" sz="1200" b="0" dirty="0">
                <a:solidFill>
                  <a:srgbClr val="0000FF"/>
                </a:solidFill>
                <a:effectLst/>
                <a:latin typeface="Consolas" panose="020B0609020204030204" pitchFamily="49" charset="0"/>
              </a:rPr>
              <a:t>not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stop_words</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"After</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stopword</a:t>
            </a:r>
            <a:r>
              <a:rPr lang="en-US" sz="1200" b="0" dirty="0">
                <a:solidFill>
                  <a:srgbClr val="A31515"/>
                </a:solidFill>
                <a:effectLst/>
                <a:latin typeface="Consolas" panose="020B0609020204030204" pitchFamily="49" charset="0"/>
              </a:rPr>
              <a:t> removal: </a:t>
            </a:r>
            <a:r>
              <a:rPr lang="en-US" sz="1200" b="0" dirty="0">
                <a:solidFill>
                  <a:srgbClr val="000000"/>
                </a:solidFill>
                <a:effectLst/>
                <a:latin typeface="Consolas" panose="020B0609020204030204" pitchFamily="49" charset="0"/>
              </a:rPr>
              <a:t>{filtered}</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filtered</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Step 4a: Stemming</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def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stem_tokens</a:t>
            </a:r>
            <a:r>
              <a:rPr lang="en-US" sz="1200" b="0" dirty="0">
                <a:solidFill>
                  <a:srgbClr val="000000"/>
                </a:solidFill>
                <a:effectLst/>
                <a:latin typeface="Consolas" panose="020B0609020204030204" pitchFamily="49" charset="0"/>
              </a:rPr>
              <a:t>(tokens):</a:t>
            </a:r>
          </a:p>
          <a:p>
            <a:pPr>
              <a:lnSpc>
                <a:spcPts val="1425"/>
              </a:lnSpc>
              <a:buNone/>
            </a:pPr>
            <a:r>
              <a:rPr lang="en-US" sz="1200" b="0" dirty="0">
                <a:solidFill>
                  <a:srgbClr val="000000"/>
                </a:solidFill>
                <a:effectLst/>
                <a:latin typeface="Consolas" panose="020B0609020204030204" pitchFamily="49" charset="0"/>
              </a:rPr>
              <a:t>    stemmer = </a:t>
            </a:r>
            <a:r>
              <a:rPr lang="en-US" sz="1200" b="0" dirty="0" err="1">
                <a:solidFill>
                  <a:srgbClr val="000000"/>
                </a:solidFill>
                <a:effectLst/>
                <a:latin typeface="Consolas" panose="020B0609020204030204" pitchFamily="49" charset="0"/>
              </a:rPr>
              <a:t>PorterStemmer</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stemmed = [</a:t>
            </a:r>
            <a:r>
              <a:rPr lang="en-US" sz="1200" b="0" dirty="0" err="1">
                <a:solidFill>
                  <a:srgbClr val="000000"/>
                </a:solidFill>
                <a:effectLst/>
                <a:latin typeface="Consolas" panose="020B0609020204030204" pitchFamily="49" charset="0"/>
              </a:rPr>
              <a:t>stemmer.stem</a:t>
            </a:r>
            <a:r>
              <a:rPr lang="en-US" sz="1200" b="0" dirty="0">
                <a:solidFill>
                  <a:srgbClr val="000000"/>
                </a:solidFill>
                <a:effectLst/>
                <a:latin typeface="Consolas" panose="020B0609020204030204" pitchFamily="49" charset="0"/>
              </a:rPr>
              <a:t>(token) </a:t>
            </a: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token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tokens]</a:t>
            </a:r>
          </a:p>
          <a:p>
            <a:pPr>
              <a:lnSpc>
                <a:spcPts val="1425"/>
              </a:lnSpc>
              <a:buNone/>
            </a:pPr>
            <a:r>
              <a:rPr lang="en-US" sz="1200" b="0" dirty="0">
                <a:solidFill>
                  <a:srgbClr val="000000"/>
                </a:solidFill>
                <a:effectLst/>
                <a:latin typeface="Consolas" panose="020B0609020204030204" pitchFamily="49" charset="0"/>
              </a:rPr>
              <a:t>    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"After</a:t>
            </a:r>
            <a:r>
              <a:rPr lang="en-US" sz="1200" b="0" dirty="0">
                <a:solidFill>
                  <a:srgbClr val="A31515"/>
                </a:solidFill>
                <a:effectLst/>
                <a:latin typeface="Consolas" panose="020B0609020204030204" pitchFamily="49" charset="0"/>
              </a:rPr>
              <a:t> stemming: </a:t>
            </a:r>
            <a:r>
              <a:rPr lang="en-US" sz="1200" b="0" dirty="0">
                <a:solidFill>
                  <a:srgbClr val="000000"/>
                </a:solidFill>
                <a:effectLst/>
                <a:latin typeface="Consolas" panose="020B0609020204030204" pitchFamily="49" charset="0"/>
              </a:rPr>
              <a:t>{stemmed}</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stemmed</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Step 4b: Lemmatization</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def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lemmatize_tokens</a:t>
            </a:r>
            <a:r>
              <a:rPr lang="en-US" sz="1200" b="0" dirty="0">
                <a:solidFill>
                  <a:srgbClr val="000000"/>
                </a:solidFill>
                <a:effectLst/>
                <a:latin typeface="Consolas" panose="020B0609020204030204" pitchFamily="49" charset="0"/>
              </a:rPr>
              <a:t>(tokens):</a:t>
            </a:r>
          </a:p>
          <a:p>
            <a:pPr>
              <a:lnSpc>
                <a:spcPts val="1425"/>
              </a:lnSpc>
              <a:buNone/>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lemmatizer</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WordNetLemmatizer</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lemmatized = [</a:t>
            </a:r>
            <a:r>
              <a:rPr lang="en-US" sz="1200" b="0" dirty="0" err="1">
                <a:solidFill>
                  <a:srgbClr val="000000"/>
                </a:solidFill>
                <a:effectLst/>
                <a:latin typeface="Consolas" panose="020B0609020204030204" pitchFamily="49" charset="0"/>
              </a:rPr>
              <a:t>lemmatizer.lemmatize</a:t>
            </a:r>
            <a:r>
              <a:rPr lang="en-US" sz="1200" b="0" dirty="0">
                <a:solidFill>
                  <a:srgbClr val="000000"/>
                </a:solidFill>
                <a:effectLst/>
                <a:latin typeface="Consolas" panose="020B0609020204030204" pitchFamily="49" charset="0"/>
              </a:rPr>
              <a:t>(token) </a:t>
            </a: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token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tokens]</a:t>
            </a:r>
          </a:p>
          <a:p>
            <a:pPr>
              <a:lnSpc>
                <a:spcPts val="1425"/>
              </a:lnSpc>
              <a:buNone/>
            </a:pPr>
            <a:r>
              <a:rPr lang="en-US" sz="1200" b="0" dirty="0">
                <a:solidFill>
                  <a:srgbClr val="000000"/>
                </a:solidFill>
                <a:effectLst/>
                <a:latin typeface="Consolas" panose="020B0609020204030204" pitchFamily="49" charset="0"/>
              </a:rPr>
              <a:t>    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"After</a:t>
            </a:r>
            <a:r>
              <a:rPr lang="en-US" sz="1200" b="0" dirty="0">
                <a:solidFill>
                  <a:srgbClr val="A31515"/>
                </a:solidFill>
                <a:effectLst/>
                <a:latin typeface="Consolas" panose="020B0609020204030204" pitchFamily="49" charset="0"/>
              </a:rPr>
              <a:t> lemmatization: </a:t>
            </a:r>
            <a:r>
              <a:rPr lang="en-US" sz="1200" b="0" dirty="0">
                <a:solidFill>
                  <a:srgbClr val="000000"/>
                </a:solidFill>
                <a:effectLst/>
                <a:latin typeface="Consolas" panose="020B0609020204030204" pitchFamily="49" charset="0"/>
              </a:rPr>
              <a:t>{lemmatized}</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lemmatized</a:t>
            </a:r>
          </a:p>
        </p:txBody>
      </p:sp>
    </p:spTree>
    <p:extLst>
      <p:ext uri="{BB962C8B-B14F-4D97-AF65-F5344CB8AC3E}">
        <p14:creationId xmlns:p14="http://schemas.microsoft.com/office/powerpoint/2010/main" val="4066624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1003-FB54-8F8A-86EB-8558D15119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D8AF12-87DE-57A8-CC84-2D601E00B4EE}"/>
              </a:ext>
            </a:extLst>
          </p:cNvPr>
          <p:cNvSpPr txBox="1"/>
          <p:nvPr/>
        </p:nvSpPr>
        <p:spPr>
          <a:xfrm>
            <a:off x="189412" y="-28357"/>
            <a:ext cx="11567160" cy="6914713"/>
          </a:xfrm>
          <a:prstGeom prst="rect">
            <a:avLst/>
          </a:prstGeom>
          <a:noFill/>
        </p:spPr>
        <p:txBody>
          <a:bodyPr wrap="square">
            <a:spAutoFit/>
          </a:bodyPr>
          <a:lstStyle/>
          <a:p>
            <a:pPr>
              <a:lnSpc>
                <a:spcPts val="1425"/>
              </a:lnSpc>
              <a:buNone/>
            </a:pPr>
            <a:r>
              <a:rPr lang="en-US" sz="1200" b="0" dirty="0">
                <a:solidFill>
                  <a:srgbClr val="008000"/>
                </a:solidFill>
                <a:effectLst/>
                <a:latin typeface="Consolas" panose="020B0609020204030204" pitchFamily="49" charset="0"/>
              </a:rPr>
              <a:t># Complete preprocessing pipeline</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FF"/>
                </a:solidFill>
                <a:effectLst/>
                <a:latin typeface="Consolas" panose="020B0609020204030204" pitchFamily="49" charset="0"/>
              </a:rPr>
              <a:t>def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preprocess_text</a:t>
            </a:r>
            <a:r>
              <a:rPr lang="en-US" sz="1200" b="0" dirty="0">
                <a:solidFill>
                  <a:srgbClr val="000000"/>
                </a:solidFill>
                <a:effectLst/>
                <a:latin typeface="Consolas" panose="020B0609020204030204" pitchFamily="49" charset="0"/>
              </a:rPr>
              <a:t>(text, </a:t>
            </a:r>
            <a:r>
              <a:rPr lang="en-US" sz="1200" b="0" dirty="0" err="1">
                <a:solidFill>
                  <a:srgbClr val="000000"/>
                </a:solidFill>
                <a:effectLst/>
                <a:latin typeface="Consolas" panose="020B0609020204030204" pitchFamily="49" charset="0"/>
              </a:rPr>
              <a:t>use_stemming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True</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tokens = </a:t>
            </a:r>
            <a:r>
              <a:rPr lang="en-US" sz="1200" b="0" dirty="0" err="1">
                <a:solidFill>
                  <a:srgbClr val="000000"/>
                </a:solidFill>
                <a:effectLst/>
                <a:latin typeface="Consolas" panose="020B0609020204030204" pitchFamily="49" charset="0"/>
              </a:rPr>
              <a:t>tokenize_text</a:t>
            </a:r>
            <a:r>
              <a:rPr lang="en-US" sz="1200" b="0" dirty="0">
                <a:solidFill>
                  <a:srgbClr val="000000"/>
                </a:solidFill>
                <a:effectLst/>
                <a:latin typeface="Consolas" panose="020B0609020204030204" pitchFamily="49" charset="0"/>
              </a:rPr>
              <a:t>(text)</a:t>
            </a:r>
          </a:p>
          <a:p>
            <a:pPr>
              <a:lnSpc>
                <a:spcPts val="1425"/>
              </a:lnSpc>
              <a:buNone/>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normalized_tokens</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normalize_tokens</a:t>
            </a:r>
            <a:r>
              <a:rPr lang="en-US" sz="1200" b="0" dirty="0">
                <a:solidFill>
                  <a:srgbClr val="000000"/>
                </a:solidFill>
                <a:effectLst/>
                <a:latin typeface="Consolas" panose="020B0609020204030204" pitchFamily="49" charset="0"/>
              </a:rPr>
              <a:t>(tokens)</a:t>
            </a:r>
          </a:p>
          <a:p>
            <a:pPr>
              <a:lnSpc>
                <a:spcPts val="1425"/>
              </a:lnSpc>
              <a:buNone/>
            </a:pP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no_stopwords</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remove_stopwords</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normalized_tokens</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use_stemming</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stem_tokens</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no_stopwords</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else</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lemmatize_tokens</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no_stopwords</a:t>
            </a:r>
            <a:r>
              <a:rPr lang="en-US" sz="1200" b="0" dirty="0">
                <a:solidFill>
                  <a:srgbClr val="000000"/>
                </a:solidFill>
                <a:effectLst/>
                <a:latin typeface="Consolas" panose="020B0609020204030204" pitchFamily="49" charset="0"/>
              </a:rPr>
              <a:t>)</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Demonstrate the preprocessing pipeline on one example</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"PREPROCESSING PIPELINE DEMONSTRATION:"</a:t>
            </a:r>
            <a:r>
              <a:rPr lang="en-US" sz="1200" b="0" dirty="0">
                <a:solidFill>
                  <a:srgbClr val="000000"/>
                </a:solidFill>
                <a:effectLst/>
                <a:latin typeface="Consolas" panose="020B0609020204030204" pitchFamily="49" charset="0"/>
              </a:rPr>
              <a:t>)</a:t>
            </a:r>
          </a:p>
          <a:p>
            <a:pPr>
              <a:lnSpc>
                <a:spcPts val="1425"/>
              </a:lnSpc>
              <a:buNone/>
            </a:pPr>
            <a:r>
              <a:rPr lang="en-US" sz="1200" b="0" dirty="0" err="1">
                <a:solidFill>
                  <a:srgbClr val="000000"/>
                </a:solidFill>
                <a:effectLst/>
                <a:latin typeface="Consolas" panose="020B0609020204030204" pitchFamily="49" charset="0"/>
              </a:rPr>
              <a:t>sample_text</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df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"Original</a:t>
            </a:r>
            <a:r>
              <a:rPr lang="en-US" sz="1200" b="0" dirty="0">
                <a:solidFill>
                  <a:srgbClr val="A31515"/>
                </a:solidFill>
                <a:effectLst/>
                <a:latin typeface="Consolas" panose="020B0609020204030204" pitchFamily="49" charset="0"/>
              </a:rPr>
              <a:t> text: '</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sample_text</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r>
              <a:rPr lang="en-US" sz="1200" b="0" dirty="0" err="1">
                <a:solidFill>
                  <a:srgbClr val="000000"/>
                </a:solidFill>
                <a:effectLst/>
                <a:latin typeface="Consolas" panose="020B0609020204030204" pitchFamily="49" charset="0"/>
              </a:rPr>
              <a:t>processed_tokens</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preprocess_text</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sample_text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use_stemming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True</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"\n"</a:t>
            </a:r>
            <a:r>
              <a:rPr lang="en-US" sz="1200" b="0" dirty="0">
                <a:solidFill>
                  <a:srgbClr val="000000"/>
                </a:solidFill>
                <a:effectLst/>
                <a:latin typeface="Consolas" panose="020B0609020204030204" pitchFamily="49" charset="0"/>
              </a:rPr>
              <a:t>)</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Process all reviews</a:t>
            </a:r>
            <a:endParaRPr lang="en-US" sz="1200" b="0" dirty="0">
              <a:solidFill>
                <a:srgbClr val="000000"/>
              </a:solidFill>
              <a:effectLst/>
              <a:latin typeface="Consolas" panose="020B0609020204030204" pitchFamily="49" charset="0"/>
            </a:endParaRPr>
          </a:p>
          <a:p>
            <a:pPr>
              <a:lnSpc>
                <a:spcPts val="1425"/>
              </a:lnSpc>
              <a:buNone/>
            </a:pPr>
            <a:r>
              <a:rPr lang="en-US" sz="1200" b="0" dirty="0" err="1">
                <a:solidFill>
                  <a:srgbClr val="000000"/>
                </a:solidFill>
                <a:effectLst/>
                <a:latin typeface="Consolas" panose="020B0609020204030204" pitchFamily="49" charset="0"/>
              </a:rPr>
              <a:t>df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processed_text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df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].apply(</a:t>
            </a:r>
            <a:r>
              <a:rPr lang="en-US" sz="1200" b="0" dirty="0">
                <a:solidFill>
                  <a:srgbClr val="0000FF"/>
                </a:solidFill>
                <a:effectLst/>
                <a:latin typeface="Consolas" panose="020B0609020204030204" pitchFamily="49" charset="0"/>
              </a:rPr>
              <a:t>lambda</a:t>
            </a:r>
            <a:r>
              <a:rPr lang="en-US" sz="1200" b="0" dirty="0">
                <a:solidFill>
                  <a:srgbClr val="000000"/>
                </a:solidFill>
                <a:effectLst/>
                <a:latin typeface="Consolas" panose="020B0609020204030204" pitchFamily="49" charset="0"/>
              </a:rPr>
              <a:t> x: </a:t>
            </a:r>
            <a:r>
              <a:rPr lang="en-US" sz="1200" b="0" dirty="0">
                <a:solidFill>
                  <a:srgbClr val="A31515"/>
                </a:solidFill>
                <a:effectLst/>
                <a:latin typeface="Consolas" panose="020B0609020204030204" pitchFamily="49" charset="0"/>
              </a:rPr>
              <a:t>' '</a:t>
            </a:r>
            <a:r>
              <a:rPr lang="en-US" sz="1200" b="0" dirty="0">
                <a:solidFill>
                  <a:srgbClr val="000000"/>
                </a:solidFill>
                <a:effectLst/>
                <a:latin typeface="Consolas" panose="020B0609020204030204" pitchFamily="49" charset="0"/>
              </a:rPr>
              <a:t>.join(</a:t>
            </a:r>
            <a:r>
              <a:rPr lang="en-US" sz="1200" b="0" dirty="0" err="1">
                <a:solidFill>
                  <a:srgbClr val="000000"/>
                </a:solidFill>
                <a:effectLst/>
                <a:latin typeface="Consolas" panose="020B0609020204030204" pitchFamily="49" charset="0"/>
              </a:rPr>
              <a:t>preprocess_text</a:t>
            </a:r>
            <a:r>
              <a:rPr lang="en-US" sz="1200" b="0" dirty="0">
                <a:solidFill>
                  <a:srgbClr val="000000"/>
                </a:solidFill>
                <a:effectLst/>
                <a:latin typeface="Consolas" panose="020B0609020204030204" pitchFamily="49" charset="0"/>
              </a:rPr>
              <a:t>(x, </a:t>
            </a:r>
            <a:r>
              <a:rPr lang="en-US" sz="1200" b="0" dirty="0" err="1">
                <a:solidFill>
                  <a:srgbClr val="000000"/>
                </a:solidFill>
                <a:effectLst/>
                <a:latin typeface="Consolas" panose="020B0609020204030204" pitchFamily="49" charset="0"/>
              </a:rPr>
              <a:t>use_stemming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True</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"Processed Reviews:"</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err="1">
                <a:solidFill>
                  <a:srgbClr val="000000"/>
                </a:solidFill>
                <a:effectLst/>
                <a:latin typeface="Consolas" panose="020B0609020204030204" pitchFamily="49" charset="0"/>
              </a:rPr>
              <a:t>df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'text'</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processed_text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]].head())</a:t>
            </a: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"\n"</a:t>
            </a:r>
            <a:r>
              <a:rPr lang="en-US" sz="1200" b="0" dirty="0">
                <a:solidFill>
                  <a:srgbClr val="000000"/>
                </a:solidFill>
                <a:effectLst/>
                <a:latin typeface="Consolas" panose="020B0609020204030204" pitchFamily="49" charset="0"/>
              </a:rPr>
              <a:t>)</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Step 5: Bag of Words representation</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00"/>
                </a:solidFill>
                <a:effectLst/>
                <a:latin typeface="Consolas" panose="020B0609020204030204" pitchFamily="49" charset="0"/>
              </a:rPr>
              <a:t>vectorizer = </a:t>
            </a:r>
            <a:r>
              <a:rPr lang="en-US" sz="1200" b="0" dirty="0" err="1">
                <a:solidFill>
                  <a:srgbClr val="000000"/>
                </a:solidFill>
                <a:effectLst/>
                <a:latin typeface="Consolas" panose="020B0609020204030204" pitchFamily="49" charset="0"/>
              </a:rPr>
              <a:t>CountVectorizer</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X = </a:t>
            </a:r>
            <a:r>
              <a:rPr lang="en-US" sz="1200" b="0" dirty="0" err="1">
                <a:solidFill>
                  <a:srgbClr val="000000"/>
                </a:solidFill>
                <a:effectLst/>
                <a:latin typeface="Consolas" panose="020B0609020204030204" pitchFamily="49" charset="0"/>
              </a:rPr>
              <a:t>vectorizer.fit_transform</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df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processed_text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Show vocabulary</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"Bag of Words Vocabulary:"</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err="1">
                <a:solidFill>
                  <a:srgbClr val="000000"/>
                </a:solidFill>
                <a:effectLst/>
                <a:latin typeface="Consolas" panose="020B0609020204030204" pitchFamily="49" charset="0"/>
              </a:rPr>
              <a:t>vectorizer.get_feature_names_out</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"\n"</a:t>
            </a:r>
            <a:r>
              <a:rPr lang="en-US" sz="1200" b="0" dirty="0">
                <a:solidFill>
                  <a:srgbClr val="000000"/>
                </a:solidFill>
                <a:effectLst/>
                <a:latin typeface="Consolas" panose="020B0609020204030204" pitchFamily="49" charset="0"/>
              </a:rPr>
              <a:t>)</a:t>
            </a:r>
          </a:p>
          <a:p>
            <a:pPr>
              <a:lnSpc>
                <a:spcPts val="1425"/>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Show BOW representation for first few documents</a:t>
            </a:r>
            <a:endParaRPr lang="en-US" sz="1200" b="0" dirty="0">
              <a:solidFill>
                <a:srgbClr val="000000"/>
              </a:solidFill>
              <a:effectLst/>
              <a:latin typeface="Consolas" panose="020B0609020204030204" pitchFamily="49" charset="0"/>
            </a:endParaRP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"BOW Matrix (First 3 Documents):"</a:t>
            </a:r>
            <a:r>
              <a:rPr lang="en-US" sz="1200" b="0" dirty="0">
                <a:solidFill>
                  <a:srgbClr val="000000"/>
                </a:solidFill>
                <a:effectLst/>
                <a:latin typeface="Consolas" panose="020B0609020204030204" pitchFamily="49" charset="0"/>
              </a:rPr>
              <a:t>)</a:t>
            </a:r>
          </a:p>
          <a:p>
            <a:pPr>
              <a:lnSpc>
                <a:spcPts val="1425"/>
              </a:lnSpc>
              <a:buNone/>
            </a:pPr>
            <a:r>
              <a:rPr lang="en-US" sz="1200" b="0" dirty="0" err="1">
                <a:solidFill>
                  <a:srgbClr val="000000"/>
                </a:solidFill>
                <a:effectLst/>
                <a:latin typeface="Consolas" panose="020B0609020204030204" pitchFamily="49" charset="0"/>
              </a:rPr>
              <a:t>bow_df</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pd.DataFrame</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X.toarray</a:t>
            </a:r>
            <a:r>
              <a:rPr lang="en-US" sz="1200" b="0" dirty="0">
                <a:solidFill>
                  <a:srgbClr val="000000"/>
                </a:solidFill>
                <a:effectLst/>
                <a:latin typeface="Consolas" panose="020B0609020204030204" pitchFamily="49" charset="0"/>
              </a:rPr>
              <a:t>(), columns=</a:t>
            </a:r>
            <a:r>
              <a:rPr lang="en-US" sz="1200" b="0" dirty="0" err="1">
                <a:solidFill>
                  <a:srgbClr val="000000"/>
                </a:solidFill>
                <a:effectLst/>
                <a:latin typeface="Consolas" panose="020B0609020204030204" pitchFamily="49" charset="0"/>
              </a:rPr>
              <a:t>vectorizer.get_feature_names_out</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err="1">
                <a:solidFill>
                  <a:srgbClr val="000000"/>
                </a:solidFill>
                <a:effectLst/>
                <a:latin typeface="Consolas" panose="020B0609020204030204" pitchFamily="49" charset="0"/>
              </a:rPr>
              <a:t>bow_df.head</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3</a:t>
            </a:r>
            <a:r>
              <a:rPr lang="en-US" sz="1200" b="0" dirty="0">
                <a:solidFill>
                  <a:srgbClr val="000000"/>
                </a:solidFill>
                <a:effectLst/>
                <a:latin typeface="Consolas" panose="020B0609020204030204" pitchFamily="49" charset="0"/>
              </a:rPr>
              <a:t>))</a:t>
            </a:r>
          </a:p>
          <a:p>
            <a:pPr>
              <a:lnSpc>
                <a:spcPts val="1425"/>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"\n"</a:t>
            </a: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318473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5A0E5-2076-8DAF-F901-8E7F82D244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7810EE-8111-BD9B-4A1B-7D196A06E838}"/>
              </a:ext>
            </a:extLst>
          </p:cNvPr>
          <p:cNvSpPr txBox="1"/>
          <p:nvPr/>
        </p:nvSpPr>
        <p:spPr>
          <a:xfrm>
            <a:off x="58783" y="515022"/>
            <a:ext cx="12579531" cy="6095066"/>
          </a:xfrm>
          <a:prstGeom prst="rect">
            <a:avLst/>
          </a:prstGeom>
          <a:noFill/>
        </p:spPr>
        <p:txBody>
          <a:bodyPr wrap="square">
            <a:spAutoFit/>
          </a:bodyPr>
          <a:lstStyle/>
          <a:p>
            <a:pPr>
              <a:lnSpc>
                <a:spcPts val="1200"/>
              </a:lnSpc>
              <a:buNone/>
            </a:pPr>
            <a:r>
              <a:rPr lang="en-US" sz="1200" b="0" dirty="0">
                <a:solidFill>
                  <a:srgbClr val="008000"/>
                </a:solidFill>
                <a:effectLst/>
                <a:latin typeface="Consolas" panose="020B0609020204030204" pitchFamily="49" charset="0"/>
              </a:rPr>
              <a:t># Step 6: Simple classifier</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X_train, </a:t>
            </a:r>
            <a:r>
              <a:rPr lang="en-US" sz="1200" b="0" dirty="0" err="1">
                <a:solidFill>
                  <a:srgbClr val="000000"/>
                </a:solidFill>
                <a:effectLst/>
                <a:latin typeface="Consolas" panose="020B0609020204030204" pitchFamily="49" charset="0"/>
              </a:rPr>
              <a:t>X_test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y_train</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y_test</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train_test_split</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    X, </a:t>
            </a:r>
            <a:r>
              <a:rPr lang="en-US" sz="1200" b="0" dirty="0" err="1">
                <a:solidFill>
                  <a:srgbClr val="000000"/>
                </a:solidFill>
                <a:effectLst/>
                <a:latin typeface="Consolas" panose="020B0609020204030204" pitchFamily="49" charset="0"/>
              </a:rPr>
              <a:t>df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'sentiment'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test_size</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0.3</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random_state</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42</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a:t>
            </a:r>
          </a:p>
          <a:p>
            <a:pPr>
              <a:lnSpc>
                <a:spcPts val="1200"/>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Train a Naive Bayes classifier</a:t>
            </a:r>
            <a:endParaRPr lang="en-US" sz="1200" b="0" dirty="0">
              <a:solidFill>
                <a:srgbClr val="000000"/>
              </a:solidFill>
              <a:effectLst/>
              <a:latin typeface="Consolas" panose="020B0609020204030204" pitchFamily="49" charset="0"/>
            </a:endParaRPr>
          </a:p>
          <a:p>
            <a:pPr>
              <a:lnSpc>
                <a:spcPts val="1200"/>
              </a:lnSpc>
              <a:buNone/>
            </a:pPr>
            <a:r>
              <a:rPr lang="en-US" sz="1200" b="0" dirty="0" err="1">
                <a:solidFill>
                  <a:srgbClr val="000000"/>
                </a:solidFill>
                <a:effectLst/>
                <a:latin typeface="Consolas" panose="020B0609020204030204" pitchFamily="49" charset="0"/>
              </a:rPr>
              <a:t>clf</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MultinomialNB</a:t>
            </a:r>
            <a:r>
              <a:rPr lang="en-US" sz="1200" b="0" dirty="0">
                <a:solidFill>
                  <a:srgbClr val="000000"/>
                </a:solidFill>
                <a:effectLst/>
                <a:latin typeface="Consolas" panose="020B0609020204030204" pitchFamily="49" charset="0"/>
              </a:rPr>
              <a:t>()</a:t>
            </a:r>
          </a:p>
          <a:p>
            <a:pPr>
              <a:lnSpc>
                <a:spcPts val="1200"/>
              </a:lnSpc>
              <a:buNone/>
            </a:pPr>
            <a:r>
              <a:rPr lang="en-US" sz="1200" b="0" dirty="0" err="1">
                <a:solidFill>
                  <a:srgbClr val="000000"/>
                </a:solidFill>
                <a:effectLst/>
                <a:latin typeface="Consolas" panose="020B0609020204030204" pitchFamily="49" charset="0"/>
              </a:rPr>
              <a:t>clf.fit</a:t>
            </a:r>
            <a:r>
              <a:rPr lang="en-US" sz="1200" b="0" dirty="0">
                <a:solidFill>
                  <a:srgbClr val="000000"/>
                </a:solidFill>
                <a:effectLst/>
                <a:latin typeface="Consolas" panose="020B0609020204030204" pitchFamily="49" charset="0"/>
              </a:rPr>
              <a:t>(X_train, </a:t>
            </a:r>
            <a:r>
              <a:rPr lang="en-US" sz="1200" b="0" dirty="0" err="1">
                <a:solidFill>
                  <a:srgbClr val="000000"/>
                </a:solidFill>
                <a:effectLst/>
                <a:latin typeface="Consolas" panose="020B0609020204030204" pitchFamily="49" charset="0"/>
              </a:rPr>
              <a:t>y_train</a:t>
            </a:r>
            <a:r>
              <a:rPr lang="en-US" sz="1200" b="0" dirty="0">
                <a:solidFill>
                  <a:srgbClr val="000000"/>
                </a:solidFill>
                <a:effectLst/>
                <a:latin typeface="Consolas" panose="020B0609020204030204" pitchFamily="49" charset="0"/>
              </a:rPr>
              <a:t>)</a:t>
            </a:r>
          </a:p>
          <a:p>
            <a:pPr>
              <a:lnSpc>
                <a:spcPts val="1200"/>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Make predictions</a:t>
            </a:r>
            <a:endParaRPr lang="en-US" sz="1200" b="0" dirty="0">
              <a:solidFill>
                <a:srgbClr val="000000"/>
              </a:solidFill>
              <a:effectLst/>
              <a:latin typeface="Consolas" panose="020B0609020204030204" pitchFamily="49" charset="0"/>
            </a:endParaRPr>
          </a:p>
          <a:p>
            <a:pPr>
              <a:lnSpc>
                <a:spcPts val="1200"/>
              </a:lnSpc>
              <a:buNone/>
            </a:pPr>
            <a:r>
              <a:rPr lang="en-US" sz="1200" b="0" dirty="0" err="1">
                <a:solidFill>
                  <a:srgbClr val="000000"/>
                </a:solidFill>
                <a:effectLst/>
                <a:latin typeface="Consolas" panose="020B0609020204030204" pitchFamily="49" charset="0"/>
              </a:rPr>
              <a:t>y_pred</a:t>
            </a:r>
            <a:r>
              <a:rPr lang="en-US" sz="1200" b="0" dirty="0">
                <a:solidFill>
                  <a:srgbClr val="000000"/>
                </a:solidFill>
                <a:effectLst/>
                <a:latin typeface="Consolas" panose="020B0609020204030204" pitchFamily="49" charset="0"/>
              </a:rPr>
              <a:t> = </a:t>
            </a:r>
            <a:r>
              <a:rPr lang="en-US" sz="1200" b="0" dirty="0" err="1">
                <a:solidFill>
                  <a:srgbClr val="000000"/>
                </a:solidFill>
                <a:effectLst/>
                <a:latin typeface="Consolas" panose="020B0609020204030204" pitchFamily="49" charset="0"/>
              </a:rPr>
              <a:t>clf.predict</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X_test</a:t>
            </a:r>
            <a:r>
              <a:rPr lang="en-US" sz="1200" b="0" dirty="0">
                <a:solidFill>
                  <a:srgbClr val="000000"/>
                </a:solidFill>
                <a:effectLst/>
                <a:latin typeface="Consolas" panose="020B0609020204030204" pitchFamily="49" charset="0"/>
              </a:rPr>
              <a:t>)</a:t>
            </a:r>
          </a:p>
          <a:p>
            <a:pPr>
              <a:lnSpc>
                <a:spcPts val="1200"/>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Evaluate</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"SENTIMENT CLASSIFICATION RESULTS:"</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"Accuracy</a:t>
            </a:r>
            <a:r>
              <a:rPr lang="en-US" sz="1200" b="0" dirty="0">
                <a:solidFill>
                  <a:srgbClr val="A31515"/>
                </a:solidFill>
                <a:effectLst/>
                <a:latin typeface="Consolas" panose="020B0609020204030204" pitchFamily="49" charset="0"/>
              </a:rPr>
              <a:t>: </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accuracy_score</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y_test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y_pred</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:.2f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nClassification</a:t>
            </a:r>
            <a:r>
              <a:rPr lang="en-US" sz="1200" b="0" dirty="0">
                <a:solidFill>
                  <a:srgbClr val="A31515"/>
                </a:solidFill>
                <a:effectLst/>
                <a:latin typeface="Consolas" panose="020B0609020204030204" pitchFamily="49" charset="0"/>
              </a:rPr>
              <a:t> Report:"</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print(</a:t>
            </a:r>
            <a:r>
              <a:rPr lang="en-US" sz="1200" b="0" dirty="0" err="1">
                <a:solidFill>
                  <a:srgbClr val="000000"/>
                </a:solidFill>
                <a:effectLst/>
                <a:latin typeface="Consolas" panose="020B0609020204030204" pitchFamily="49" charset="0"/>
              </a:rPr>
              <a:t>classification_report</a:t>
            </a:r>
            <a:r>
              <a:rPr lang="en-US" sz="1200" b="0" dirty="0">
                <a:solidFill>
                  <a:srgbClr val="000000"/>
                </a:solidFill>
                <a:effectLst/>
                <a:latin typeface="Consolas" panose="020B0609020204030204" pitchFamily="49" charset="0"/>
              </a:rPr>
              <a:t>(</a:t>
            </a:r>
            <a:r>
              <a:rPr lang="en-US" sz="1200" b="0" dirty="0" err="1">
                <a:solidFill>
                  <a:srgbClr val="000000"/>
                </a:solidFill>
                <a:effectLst/>
                <a:latin typeface="Consolas" panose="020B0609020204030204" pitchFamily="49" charset="0"/>
              </a:rPr>
              <a:t>y_test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y_pred</a:t>
            </a:r>
            <a:r>
              <a:rPr lang="en-US" sz="1200" b="0" dirty="0">
                <a:solidFill>
                  <a:srgbClr val="000000"/>
                </a:solidFill>
                <a:effectLst/>
                <a:latin typeface="Consolas" panose="020B0609020204030204" pitchFamily="49" charset="0"/>
              </a:rPr>
              <a:t>))</a:t>
            </a:r>
          </a:p>
          <a:p>
            <a:pPr>
              <a:lnSpc>
                <a:spcPts val="1200"/>
              </a:lnSpc>
              <a:buNone/>
            </a:pPr>
            <a:br>
              <a:rPr lang="en-US" sz="1200" b="0" dirty="0">
                <a:solidFill>
                  <a:srgbClr val="000000"/>
                </a:solidFill>
                <a:effectLst/>
                <a:latin typeface="Consolas" panose="020B0609020204030204" pitchFamily="49" charset="0"/>
              </a:rPr>
            </a:br>
            <a:r>
              <a:rPr lang="en-US" sz="1200" b="0" dirty="0">
                <a:solidFill>
                  <a:srgbClr val="008000"/>
                </a:solidFill>
                <a:effectLst/>
                <a:latin typeface="Consolas" panose="020B0609020204030204" pitchFamily="49" charset="0"/>
              </a:rPr>
              <a:t># Demonstrate classification on new examples</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FF"/>
                </a:solidFill>
                <a:effectLst/>
                <a:latin typeface="Consolas" panose="020B0609020204030204" pitchFamily="49" charset="0"/>
              </a:rPr>
              <a:t>def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predict_sentiment</a:t>
            </a:r>
            <a:r>
              <a:rPr lang="en-US" sz="1200" b="0" dirty="0">
                <a:solidFill>
                  <a:srgbClr val="000000"/>
                </a:solidFill>
                <a:effectLst/>
                <a:latin typeface="Consolas" panose="020B0609020204030204" pitchFamily="49" charset="0"/>
              </a:rPr>
              <a:t>(text):</a:t>
            </a:r>
          </a:p>
          <a:p>
            <a:pPr>
              <a:lnSpc>
                <a:spcPts val="1200"/>
              </a:lnSpc>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Preprocess</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    processed = </a:t>
            </a:r>
            <a:r>
              <a:rPr lang="en-US" sz="1200" b="0" dirty="0">
                <a:solidFill>
                  <a:srgbClr val="A31515"/>
                </a:solidFill>
                <a:effectLst/>
                <a:latin typeface="Consolas" panose="020B0609020204030204" pitchFamily="49" charset="0"/>
              </a:rPr>
              <a:t>' '</a:t>
            </a:r>
            <a:r>
              <a:rPr lang="en-US" sz="1200" b="0" dirty="0">
                <a:solidFill>
                  <a:srgbClr val="000000"/>
                </a:solidFill>
                <a:effectLst/>
                <a:latin typeface="Consolas" panose="020B0609020204030204" pitchFamily="49" charset="0"/>
              </a:rPr>
              <a:t>.join(</a:t>
            </a:r>
            <a:r>
              <a:rPr lang="en-US" sz="1200" b="0" dirty="0" err="1">
                <a:solidFill>
                  <a:srgbClr val="000000"/>
                </a:solidFill>
                <a:effectLst/>
                <a:latin typeface="Consolas" panose="020B0609020204030204" pitchFamily="49" charset="0"/>
              </a:rPr>
              <a:t>preprocess_text</a:t>
            </a:r>
            <a:r>
              <a:rPr lang="en-US" sz="1200" b="0" dirty="0">
                <a:solidFill>
                  <a:srgbClr val="000000"/>
                </a:solidFill>
                <a:effectLst/>
                <a:latin typeface="Consolas" panose="020B0609020204030204" pitchFamily="49" charset="0"/>
              </a:rPr>
              <a:t>(text, </a:t>
            </a:r>
            <a:r>
              <a:rPr lang="en-US" sz="1200" b="0" dirty="0" err="1">
                <a:solidFill>
                  <a:srgbClr val="000000"/>
                </a:solidFill>
                <a:effectLst/>
                <a:latin typeface="Consolas" panose="020B0609020204030204" pitchFamily="49" charset="0"/>
              </a:rPr>
              <a:t>use_stemming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True</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Transform to BOW</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    bow = </a:t>
            </a:r>
            <a:r>
              <a:rPr lang="en-US" sz="1200" b="0" dirty="0" err="1">
                <a:solidFill>
                  <a:srgbClr val="000000"/>
                </a:solidFill>
                <a:effectLst/>
                <a:latin typeface="Consolas" panose="020B0609020204030204" pitchFamily="49" charset="0"/>
              </a:rPr>
              <a:t>vectorizer.transform</a:t>
            </a:r>
            <a:r>
              <a:rPr lang="en-US" sz="1200" b="0" dirty="0">
                <a:solidFill>
                  <a:srgbClr val="000000"/>
                </a:solidFill>
                <a:effectLst/>
                <a:latin typeface="Consolas" panose="020B0609020204030204" pitchFamily="49" charset="0"/>
              </a:rPr>
              <a:t>([processed])</a:t>
            </a:r>
          </a:p>
          <a:p>
            <a:pPr>
              <a:lnSpc>
                <a:spcPts val="1200"/>
              </a:lnSpc>
              <a:buNone/>
            </a:pP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Predict</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    prediction = </a:t>
            </a:r>
            <a:r>
              <a:rPr lang="en-US" sz="1200" b="0" dirty="0" err="1">
                <a:solidFill>
                  <a:srgbClr val="000000"/>
                </a:solidFill>
                <a:effectLst/>
                <a:latin typeface="Consolas" panose="020B0609020204030204" pitchFamily="49" charset="0"/>
              </a:rPr>
              <a:t>clf.predict</a:t>
            </a:r>
            <a:r>
              <a:rPr lang="en-US" sz="1200" b="0" dirty="0">
                <a:solidFill>
                  <a:srgbClr val="000000"/>
                </a:solidFill>
                <a:effectLst/>
                <a:latin typeface="Consolas" panose="020B0609020204030204" pitchFamily="49" charset="0"/>
              </a:rPr>
              <a:t>(bow)[</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    sentiment = </a:t>
            </a:r>
            <a:r>
              <a:rPr lang="en-US" sz="1200" b="0" dirty="0">
                <a:solidFill>
                  <a:srgbClr val="A31515"/>
                </a:solidFill>
                <a:effectLst/>
                <a:latin typeface="Consolas" panose="020B0609020204030204" pitchFamily="49" charset="0"/>
              </a:rPr>
              <a:t>"Positive"</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if</a:t>
            </a:r>
            <a:r>
              <a:rPr lang="en-US" sz="1200" b="0" dirty="0">
                <a:solidFill>
                  <a:srgbClr val="000000"/>
                </a:solidFill>
                <a:effectLst/>
                <a:latin typeface="Consolas" panose="020B0609020204030204" pitchFamily="49" charset="0"/>
              </a:rPr>
              <a:t> prediction == </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else</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"Negative"</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sentiment</a:t>
            </a:r>
          </a:p>
          <a:p>
            <a:pPr>
              <a:lnSpc>
                <a:spcPts val="1200"/>
              </a:lnSpc>
              <a:buNone/>
            </a:pPr>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print(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nTRY</a:t>
            </a:r>
            <a:r>
              <a:rPr lang="en-US" sz="1200" b="0" dirty="0">
                <a:solidFill>
                  <a:srgbClr val="A31515"/>
                </a:solidFill>
                <a:effectLst/>
                <a:latin typeface="Consolas" panose="020B0609020204030204" pitchFamily="49" charset="0"/>
              </a:rPr>
              <a:t> WITH NEW EXAMPLES:"</a:t>
            </a:r>
            <a:r>
              <a:rPr lang="en-US" sz="1200" b="0" dirty="0">
                <a:solidFill>
                  <a:srgbClr val="000000"/>
                </a:solidFill>
                <a:effectLst/>
                <a:latin typeface="Consolas" panose="020B0609020204030204" pitchFamily="49" charset="0"/>
              </a:rPr>
              <a:t>)</a:t>
            </a:r>
          </a:p>
          <a:p>
            <a:pPr>
              <a:lnSpc>
                <a:spcPts val="1200"/>
              </a:lnSpc>
              <a:buNone/>
            </a:pPr>
            <a:r>
              <a:rPr lang="en-US" sz="1200" b="0" dirty="0" err="1">
                <a:solidFill>
                  <a:srgbClr val="000000"/>
                </a:solidFill>
                <a:effectLst/>
                <a:latin typeface="Consolas" panose="020B0609020204030204" pitchFamily="49" charset="0"/>
              </a:rPr>
              <a:t>new_reviews</a:t>
            </a:r>
            <a:r>
              <a:rPr lang="en-US" sz="1200" b="0" dirty="0">
                <a:solidFill>
                  <a:srgbClr val="000000"/>
                </a:solidFill>
                <a:effectLst/>
                <a:latin typeface="Consolas" panose="020B0609020204030204" pitchFamily="49" charset="0"/>
              </a:rPr>
              <a:t> = [</a:t>
            </a:r>
          </a:p>
          <a:p>
            <a:pPr>
              <a:lnSpc>
                <a:spcPts val="1200"/>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"This movie exceeded all my expectations. The plot was incredible!"</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"What a waste of time. The worst movie I've seen this year."</a:t>
            </a:r>
            <a:endParaRPr lang="en-US" sz="1200" b="0" dirty="0">
              <a:solidFill>
                <a:srgbClr val="000000"/>
              </a:solidFill>
              <a:effectLst/>
              <a:latin typeface="Consolas" panose="020B0609020204030204" pitchFamily="49" charset="0"/>
            </a:endParaRPr>
          </a:p>
          <a:p>
            <a:pPr>
              <a:lnSpc>
                <a:spcPts val="1200"/>
              </a:lnSpc>
              <a:buNone/>
            </a:pPr>
            <a:r>
              <a:rPr lang="en-US" sz="1200" b="0" dirty="0">
                <a:solidFill>
                  <a:srgbClr val="000000"/>
                </a:solidFill>
                <a:effectLst/>
                <a:latin typeface="Consolas" panose="020B0609020204030204" pitchFamily="49" charset="0"/>
              </a:rPr>
              <a:t>]</a:t>
            </a:r>
          </a:p>
          <a:p>
            <a:pPr>
              <a:lnSpc>
                <a:spcPts val="1200"/>
              </a:lnSpc>
              <a:buNone/>
            </a:pPr>
            <a:br>
              <a:rPr lang="en-US" sz="1200" b="0" dirty="0">
                <a:solidFill>
                  <a:srgbClr val="000000"/>
                </a:solidFill>
                <a:effectLst/>
                <a:latin typeface="Consolas" panose="020B0609020204030204" pitchFamily="49" charset="0"/>
              </a:rPr>
            </a:br>
            <a:r>
              <a:rPr lang="en-US" sz="1200" b="0" dirty="0">
                <a:solidFill>
                  <a:srgbClr val="0000FF"/>
                </a:solidFill>
                <a:effectLst/>
                <a:latin typeface="Consolas" panose="020B0609020204030204" pitchFamily="49" charset="0"/>
              </a:rPr>
              <a:t>for</a:t>
            </a:r>
            <a:r>
              <a:rPr lang="en-US" sz="1200" b="0" dirty="0">
                <a:solidFill>
                  <a:srgbClr val="000000"/>
                </a:solidFill>
                <a:effectLst/>
                <a:latin typeface="Consolas" panose="020B0609020204030204" pitchFamily="49" charset="0"/>
              </a:rPr>
              <a:t> review </a:t>
            </a:r>
            <a:r>
              <a:rPr lang="en-US" sz="1200" b="0" dirty="0">
                <a:solidFill>
                  <a:srgbClr val="0000FF"/>
                </a:solidFill>
                <a:effectLst/>
                <a:latin typeface="Consolas" panose="020B0609020204030204" pitchFamily="49" charset="0"/>
              </a:rPr>
              <a:t>in</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new_reviews</a:t>
            </a:r>
            <a:r>
              <a:rPr lang="en-US" sz="1200" b="0" dirty="0">
                <a:solidFill>
                  <a:srgbClr val="000000"/>
                </a:solidFill>
                <a:effectLst/>
                <a:latin typeface="Consolas" panose="020B0609020204030204" pitchFamily="49" charset="0"/>
              </a:rPr>
              <a:t>:</a:t>
            </a:r>
          </a:p>
          <a:p>
            <a:pPr>
              <a:lnSpc>
                <a:spcPts val="1200"/>
              </a:lnSpc>
              <a:buNone/>
            </a:pPr>
            <a:r>
              <a:rPr lang="en-US" sz="1200" b="0" dirty="0">
                <a:solidFill>
                  <a:srgbClr val="000000"/>
                </a:solidFill>
                <a:effectLst/>
                <a:latin typeface="Consolas" panose="020B0609020204030204" pitchFamily="49" charset="0"/>
              </a:rPr>
              <a:t>    sentiment = </a:t>
            </a:r>
            <a:r>
              <a:rPr lang="en-US" sz="1200" b="0" dirty="0" err="1">
                <a:solidFill>
                  <a:srgbClr val="000000"/>
                </a:solidFill>
                <a:effectLst/>
                <a:latin typeface="Consolas" panose="020B0609020204030204" pitchFamily="49" charset="0"/>
              </a:rPr>
              <a:t>predict_sentiment</a:t>
            </a:r>
            <a:r>
              <a:rPr lang="en-US" sz="1200" b="0" dirty="0">
                <a:solidFill>
                  <a:srgbClr val="000000"/>
                </a:solidFill>
                <a:effectLst/>
                <a:latin typeface="Consolas" panose="020B0609020204030204" pitchFamily="49" charset="0"/>
              </a:rPr>
              <a:t>(review)</a:t>
            </a:r>
          </a:p>
          <a:p>
            <a:pPr>
              <a:lnSpc>
                <a:spcPts val="1200"/>
              </a:lnSpc>
              <a:buNone/>
            </a:pPr>
            <a:r>
              <a:rPr lang="en-US" sz="1200" b="0" dirty="0">
                <a:solidFill>
                  <a:srgbClr val="000000"/>
                </a:solidFill>
                <a:effectLst/>
                <a:latin typeface="Consolas" panose="020B0609020204030204" pitchFamily="49" charset="0"/>
              </a:rPr>
              <a:t>    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"Review</a:t>
            </a:r>
            <a:r>
              <a:rPr lang="en-US" sz="1200" b="0" dirty="0">
                <a:solidFill>
                  <a:srgbClr val="A31515"/>
                </a:solidFill>
                <a:effectLst/>
                <a:latin typeface="Consolas" panose="020B0609020204030204" pitchFamily="49" charset="0"/>
              </a:rPr>
              <a:t>: '</a:t>
            </a:r>
            <a:r>
              <a:rPr lang="en-US" sz="1200" b="0" dirty="0">
                <a:solidFill>
                  <a:srgbClr val="000000"/>
                </a:solidFill>
                <a:effectLst/>
                <a:latin typeface="Consolas" panose="020B0609020204030204" pitchFamily="49" charset="0"/>
              </a:rPr>
              <a:t>{review}</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pPr>
              <a:lnSpc>
                <a:spcPts val="1200"/>
              </a:lnSpc>
            </a:pPr>
            <a:r>
              <a:rPr lang="en-US" sz="1200" b="0" dirty="0">
                <a:solidFill>
                  <a:srgbClr val="000000"/>
                </a:solidFill>
                <a:effectLst/>
                <a:latin typeface="Consolas" panose="020B0609020204030204" pitchFamily="49" charset="0"/>
              </a:rPr>
              <a:t>    print(</a:t>
            </a:r>
            <a:r>
              <a:rPr lang="en-US" sz="1200" b="0" dirty="0" err="1">
                <a:solidFill>
                  <a:srgbClr val="0000FF"/>
                </a:solidFill>
                <a:effectLst/>
                <a:latin typeface="Consolas" panose="020B0609020204030204" pitchFamily="49" charset="0"/>
              </a:rPr>
              <a:t>f</a:t>
            </a:r>
            <a:r>
              <a:rPr lang="en-US" sz="1200" b="0" dirty="0" err="1">
                <a:solidFill>
                  <a:srgbClr val="A31515"/>
                </a:solidFill>
                <a:effectLst/>
                <a:latin typeface="Consolas" panose="020B0609020204030204" pitchFamily="49" charset="0"/>
              </a:rPr>
              <a:t>"Predicted</a:t>
            </a:r>
            <a:r>
              <a:rPr lang="en-US" sz="1200" b="0" dirty="0">
                <a:solidFill>
                  <a:srgbClr val="A31515"/>
                </a:solidFill>
                <a:effectLst/>
                <a:latin typeface="Consolas" panose="020B0609020204030204" pitchFamily="49" charset="0"/>
              </a:rPr>
              <a:t> sentiment: </a:t>
            </a:r>
            <a:r>
              <a:rPr lang="en-US" sz="1200" b="0" dirty="0">
                <a:solidFill>
                  <a:srgbClr val="000000"/>
                </a:solidFill>
                <a:effectLst/>
                <a:latin typeface="Consolas" panose="020B0609020204030204" pitchFamily="49" charset="0"/>
              </a:rPr>
              <a:t>{sentiment}\n</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85077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C91F0E-E051-C42F-5CF0-4301F606A56E}"/>
              </a:ext>
            </a:extLst>
          </p:cNvPr>
          <p:cNvSpPr>
            <a:spLocks noGrp="1"/>
          </p:cNvSpPr>
          <p:nvPr>
            <p:ph type="title"/>
          </p:nvPr>
        </p:nvSpPr>
        <p:spPr/>
        <p:txBody>
          <a:bodyPr/>
          <a:lstStyle/>
          <a:p>
            <a:r>
              <a:rPr lang="en-US" dirty="0"/>
              <a:t>Language Models</a:t>
            </a:r>
          </a:p>
        </p:txBody>
      </p:sp>
      <p:sp>
        <p:nvSpPr>
          <p:cNvPr id="5" name="Text Placeholder 4">
            <a:extLst>
              <a:ext uri="{FF2B5EF4-FFF2-40B4-BE49-F238E27FC236}">
                <a16:creationId xmlns:a16="http://schemas.microsoft.com/office/drawing/2014/main" id="{E91FDDBF-6326-4631-9B52-C042061CEE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2627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EF83F-1AF2-9F93-36C9-599166F18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03DAF-5696-AC19-F8F3-CD988D3057AE}"/>
              </a:ext>
            </a:extLst>
          </p:cNvPr>
          <p:cNvSpPr>
            <a:spLocks noGrp="1"/>
          </p:cNvSpPr>
          <p:nvPr>
            <p:ph type="title"/>
          </p:nvPr>
        </p:nvSpPr>
        <p:spPr/>
        <p:txBody>
          <a:bodyPr/>
          <a:lstStyle/>
          <a:p>
            <a:r>
              <a:rPr lang="en-US" dirty="0"/>
              <a:t>Classical Language Models: N-grams</a:t>
            </a:r>
          </a:p>
        </p:txBody>
      </p:sp>
      <p:sp>
        <p:nvSpPr>
          <p:cNvPr id="3" name="Content Placeholder 2">
            <a:extLst>
              <a:ext uri="{FF2B5EF4-FFF2-40B4-BE49-F238E27FC236}">
                <a16:creationId xmlns:a16="http://schemas.microsoft.com/office/drawing/2014/main" id="{7D988BEA-61D0-FF52-BEAC-D65E0B8CE8A1}"/>
              </a:ext>
            </a:extLst>
          </p:cNvPr>
          <p:cNvSpPr>
            <a:spLocks noGrp="1"/>
          </p:cNvSpPr>
          <p:nvPr>
            <p:ph idx="1"/>
          </p:nvPr>
        </p:nvSpPr>
        <p:spPr/>
        <p:txBody>
          <a:bodyPr>
            <a:normAutofit/>
          </a:bodyPr>
          <a:lstStyle/>
          <a:p>
            <a:r>
              <a:rPr lang="en-US" dirty="0"/>
              <a:t>N-gram models were among the earliest statistical language models, predicting the probability of a sequence of words by analyzing patterns in training data.</a:t>
            </a:r>
          </a:p>
          <a:p>
            <a:r>
              <a:rPr lang="en-US" dirty="0"/>
              <a:t>What are N-grams?</a:t>
            </a:r>
          </a:p>
          <a:p>
            <a:r>
              <a:rPr lang="en-US" dirty="0"/>
              <a:t>N-grams are contiguous sequences of n items (words, characters, etc.) from a text:</a:t>
            </a:r>
          </a:p>
          <a:p>
            <a:pPr lvl="1"/>
            <a:r>
              <a:rPr lang="en-US" dirty="0"/>
              <a:t>Unigrams: Single words (e.g., "language")</a:t>
            </a:r>
          </a:p>
          <a:p>
            <a:pPr lvl="1"/>
            <a:r>
              <a:rPr lang="en-US" dirty="0"/>
              <a:t>Bigrams: Two consecutive words (e.g., "language models")</a:t>
            </a:r>
          </a:p>
          <a:p>
            <a:pPr lvl="1"/>
            <a:r>
              <a:rPr lang="en-US" dirty="0"/>
              <a:t>Trigrams: Three consecutive words (e.g., "large language models")</a:t>
            </a:r>
          </a:p>
          <a:p>
            <a:pPr marL="0" indent="0">
              <a:buNone/>
            </a:pPr>
            <a:endParaRPr lang="en-US" dirty="0"/>
          </a:p>
        </p:txBody>
      </p:sp>
    </p:spTree>
    <p:extLst>
      <p:ext uri="{BB962C8B-B14F-4D97-AF65-F5344CB8AC3E}">
        <p14:creationId xmlns:p14="http://schemas.microsoft.com/office/powerpoint/2010/main" val="184126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753B2-8577-073C-9D54-375F0C88B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30C5D-F7A6-57A6-FC91-B22735582863}"/>
              </a:ext>
            </a:extLst>
          </p:cNvPr>
          <p:cNvSpPr>
            <a:spLocks noGrp="1"/>
          </p:cNvSpPr>
          <p:nvPr>
            <p:ph type="title"/>
          </p:nvPr>
        </p:nvSpPr>
        <p:spPr/>
        <p:txBody>
          <a:bodyPr/>
          <a:lstStyle/>
          <a:p>
            <a:r>
              <a:rPr lang="en-US" dirty="0"/>
              <a:t>Implementing N-grams</a:t>
            </a:r>
          </a:p>
        </p:txBody>
      </p:sp>
      <p:sp>
        <p:nvSpPr>
          <p:cNvPr id="3" name="Content Placeholder 2">
            <a:extLst>
              <a:ext uri="{FF2B5EF4-FFF2-40B4-BE49-F238E27FC236}">
                <a16:creationId xmlns:a16="http://schemas.microsoft.com/office/drawing/2014/main" id="{F2642ABB-E5EA-5E94-ECA2-1C5C13EC4A20}"/>
              </a:ext>
            </a:extLst>
          </p:cNvPr>
          <p:cNvSpPr>
            <a:spLocks noGrp="1"/>
          </p:cNvSpPr>
          <p:nvPr>
            <p:ph idx="1"/>
          </p:nvPr>
        </p:nvSpPr>
        <p:spPr>
          <a:xfrm>
            <a:off x="838200" y="1600200"/>
            <a:ext cx="10515600" cy="5257799"/>
          </a:xfrm>
        </p:spPr>
        <p:txBody>
          <a:bodyPr>
            <a:normAutofit fontScale="92500" lnSpcReduction="10000"/>
          </a:bodyPr>
          <a:lstStyle/>
          <a:p>
            <a:pPr marL="0" indent="0">
              <a:lnSpc>
                <a:spcPct val="120000"/>
              </a:lnSpc>
              <a:spcBef>
                <a:spcPts val="0"/>
              </a:spcBef>
              <a:buNone/>
            </a:pPr>
            <a:r>
              <a:rPr lang="en-US" sz="700" b="0" dirty="0">
                <a:solidFill>
                  <a:srgbClr val="0000FF"/>
                </a:solidFill>
                <a:effectLst/>
                <a:latin typeface="Consolas" panose="020B0609020204030204" pitchFamily="49" charset="0"/>
              </a:rPr>
              <a:t>import</a:t>
            </a:r>
            <a:r>
              <a:rPr lang="en-US" sz="700" b="0" dirty="0">
                <a:solidFill>
                  <a:srgbClr val="000000"/>
                </a:solidFill>
                <a:effectLst/>
                <a:latin typeface="Consolas" panose="020B0609020204030204" pitchFamily="49" charset="0"/>
              </a:rPr>
              <a:t> random</a:t>
            </a:r>
          </a:p>
          <a:p>
            <a:pPr marL="0" indent="0">
              <a:lnSpc>
                <a:spcPct val="120000"/>
              </a:lnSpc>
              <a:spcBef>
                <a:spcPts val="0"/>
              </a:spcBef>
              <a:buNone/>
            </a:pPr>
            <a:r>
              <a:rPr lang="en-US" sz="700" b="0" dirty="0">
                <a:solidFill>
                  <a:srgbClr val="0000FF"/>
                </a:solidFill>
                <a:effectLst/>
                <a:latin typeface="Consolas" panose="020B0609020204030204" pitchFamily="49" charset="0"/>
              </a:rPr>
              <a:t>from</a:t>
            </a:r>
            <a:r>
              <a:rPr lang="en-US" sz="700" b="0" dirty="0">
                <a:solidFill>
                  <a:srgbClr val="000000"/>
                </a:solidFill>
                <a:effectLst/>
                <a:latin typeface="Consolas" panose="020B0609020204030204" pitchFamily="49" charset="0"/>
              </a:rPr>
              <a:t> collections </a:t>
            </a:r>
            <a:r>
              <a:rPr lang="en-US" sz="700" b="0" dirty="0">
                <a:solidFill>
                  <a:srgbClr val="0000FF"/>
                </a:solidFill>
                <a:effectLst/>
                <a:latin typeface="Consolas" panose="020B0609020204030204" pitchFamily="49" charset="0"/>
              </a:rPr>
              <a:t>import</a:t>
            </a: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defaultdict</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br>
              <a:rPr lang="en-US" sz="700" b="0" dirty="0">
                <a:solidFill>
                  <a:srgbClr val="000000"/>
                </a:solidFill>
                <a:effectLst/>
                <a:latin typeface="Consolas" panose="020B0609020204030204" pitchFamily="49" charset="0"/>
              </a:rPr>
            </a:br>
            <a:r>
              <a:rPr lang="en-US" sz="700" b="0" dirty="0">
                <a:solidFill>
                  <a:srgbClr val="0000FF"/>
                </a:solidFill>
                <a:effectLst/>
                <a:latin typeface="Consolas" panose="020B0609020204030204" pitchFamily="49" charset="0"/>
              </a:rPr>
              <a:t>def</a:t>
            </a: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build_ngram_model</a:t>
            </a:r>
            <a:r>
              <a:rPr lang="en-US" sz="700" b="0" dirty="0">
                <a:solidFill>
                  <a:srgbClr val="000000"/>
                </a:solidFill>
                <a:effectLst/>
                <a:latin typeface="Consolas" panose="020B0609020204030204" pitchFamily="49" charset="0"/>
              </a:rPr>
              <a:t>(text, n=</a:t>
            </a:r>
            <a:r>
              <a:rPr lang="en-US" sz="700" b="0" dirty="0">
                <a:solidFill>
                  <a:srgbClr val="098658"/>
                </a:solidFill>
                <a:effectLst/>
                <a:latin typeface="Consolas" panose="020B0609020204030204" pitchFamily="49" charset="0"/>
              </a:rPr>
              <a:t>2</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A31515"/>
                </a:solidFill>
                <a:effectLst/>
                <a:latin typeface="Consolas" panose="020B0609020204030204" pitchFamily="49" charset="0"/>
              </a:rPr>
              <a:t>"""Build an n-gram language model from text."""</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    tokens = </a:t>
            </a:r>
            <a:r>
              <a:rPr lang="en-US" sz="700" b="0" dirty="0" err="1">
                <a:solidFill>
                  <a:srgbClr val="000000"/>
                </a:solidFill>
                <a:effectLst/>
                <a:latin typeface="Consolas" panose="020B0609020204030204" pitchFamily="49" charset="0"/>
              </a:rPr>
              <a:t>word_tokenize</a:t>
            </a:r>
            <a:r>
              <a:rPr lang="en-US" sz="700" b="0" dirty="0">
                <a:solidFill>
                  <a:srgbClr val="000000"/>
                </a:solidFill>
                <a:effectLst/>
                <a:latin typeface="Consolas" panose="020B0609020204030204" pitchFamily="49" charset="0"/>
              </a:rPr>
              <a:t>(</a:t>
            </a:r>
            <a:r>
              <a:rPr lang="en-US" sz="700" b="0" dirty="0" err="1">
                <a:solidFill>
                  <a:srgbClr val="000000"/>
                </a:solidFill>
                <a:effectLst/>
                <a:latin typeface="Consolas" panose="020B0609020204030204" pitchFamily="49" charset="0"/>
              </a:rPr>
              <a:t>text.lower</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ngrams_dict</a:t>
            </a:r>
            <a:r>
              <a:rPr lang="en-US" sz="700" b="0" dirty="0">
                <a:solidFill>
                  <a:srgbClr val="000000"/>
                </a:solidFill>
                <a:effectLst/>
                <a:latin typeface="Consolas" panose="020B0609020204030204" pitchFamily="49" charset="0"/>
              </a:rPr>
              <a:t> = </a:t>
            </a:r>
            <a:r>
              <a:rPr lang="en-US" sz="700" b="0" dirty="0" err="1">
                <a:solidFill>
                  <a:srgbClr val="000000"/>
                </a:solidFill>
                <a:effectLst/>
                <a:latin typeface="Consolas" panose="020B0609020204030204" pitchFamily="49" charset="0"/>
              </a:rPr>
              <a:t>defaultdict</a:t>
            </a:r>
            <a:r>
              <a:rPr lang="en-US" sz="700" b="0" dirty="0">
                <a:solidFill>
                  <a:srgbClr val="000000"/>
                </a:solidFill>
                <a:effectLst/>
                <a:latin typeface="Consolas" panose="020B0609020204030204" pitchFamily="49" charset="0"/>
              </a:rPr>
              <a:t>(list)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8000"/>
                </a:solidFill>
                <a:effectLst/>
                <a:latin typeface="Consolas" panose="020B0609020204030204" pitchFamily="49" charset="0"/>
              </a:rPr>
              <a:t># Create dictionary of n-grams and possible next words</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for</a:t>
            </a: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i</a:t>
            </a: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in</a:t>
            </a:r>
            <a:r>
              <a:rPr lang="en-US" sz="700" b="0" dirty="0">
                <a:solidFill>
                  <a:srgbClr val="000000"/>
                </a:solidFill>
                <a:effectLst/>
                <a:latin typeface="Consolas" panose="020B0609020204030204" pitchFamily="49" charset="0"/>
              </a:rPr>
              <a:t> range(</a:t>
            </a:r>
            <a:r>
              <a:rPr lang="en-US" sz="700" b="0" dirty="0" err="1">
                <a:solidFill>
                  <a:srgbClr val="000000"/>
                </a:solidFill>
                <a:effectLst/>
                <a:latin typeface="Consolas" panose="020B0609020204030204" pitchFamily="49" charset="0"/>
              </a:rPr>
              <a:t>len</a:t>
            </a:r>
            <a:r>
              <a:rPr lang="en-US" sz="700" b="0" dirty="0">
                <a:solidFill>
                  <a:srgbClr val="000000"/>
                </a:solidFill>
                <a:effectLst/>
                <a:latin typeface="Consolas" panose="020B0609020204030204" pitchFamily="49" charset="0"/>
              </a:rPr>
              <a:t>(tokens) - n):</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current_ngram</a:t>
            </a:r>
            <a:r>
              <a:rPr lang="en-US" sz="700" b="0" dirty="0">
                <a:solidFill>
                  <a:srgbClr val="000000"/>
                </a:solidFill>
                <a:effectLst/>
                <a:latin typeface="Consolas" panose="020B0609020204030204" pitchFamily="49" charset="0"/>
              </a:rPr>
              <a:t> = tuple(tokens[</a:t>
            </a:r>
            <a:r>
              <a:rPr lang="en-US" sz="700" b="0" dirty="0" err="1">
                <a:solidFill>
                  <a:srgbClr val="000000"/>
                </a:solidFill>
                <a:effectLst/>
                <a:latin typeface="Consolas" panose="020B0609020204030204" pitchFamily="49" charset="0"/>
              </a:rPr>
              <a:t>i:i+n</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next_word</a:t>
            </a:r>
            <a:r>
              <a:rPr lang="en-US" sz="700" b="0" dirty="0">
                <a:solidFill>
                  <a:srgbClr val="000000"/>
                </a:solidFill>
                <a:effectLst/>
                <a:latin typeface="Consolas" panose="020B0609020204030204" pitchFamily="49" charset="0"/>
              </a:rPr>
              <a:t> = tokens[</a:t>
            </a:r>
            <a:r>
              <a:rPr lang="en-US" sz="700" b="0" dirty="0" err="1">
                <a:solidFill>
                  <a:srgbClr val="000000"/>
                </a:solidFill>
                <a:effectLst/>
                <a:latin typeface="Consolas" panose="020B0609020204030204" pitchFamily="49" charset="0"/>
              </a:rPr>
              <a:t>i+n</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ngrams_dict</a:t>
            </a:r>
            <a:r>
              <a:rPr lang="en-US" sz="700" b="0" dirty="0">
                <a:solidFill>
                  <a:srgbClr val="000000"/>
                </a:solidFill>
                <a:effectLst/>
                <a:latin typeface="Consolas" panose="020B0609020204030204" pitchFamily="49" charset="0"/>
              </a:rPr>
              <a:t>[</a:t>
            </a:r>
            <a:r>
              <a:rPr lang="en-US" sz="700" b="0" dirty="0" err="1">
                <a:solidFill>
                  <a:srgbClr val="000000"/>
                </a:solidFill>
                <a:effectLst/>
                <a:latin typeface="Consolas" panose="020B0609020204030204" pitchFamily="49" charset="0"/>
              </a:rPr>
              <a:t>current_ngram</a:t>
            </a:r>
            <a:r>
              <a:rPr lang="en-US" sz="700" b="0" dirty="0">
                <a:solidFill>
                  <a:srgbClr val="000000"/>
                </a:solidFill>
                <a:effectLst/>
                <a:latin typeface="Consolas" panose="020B0609020204030204" pitchFamily="49" charset="0"/>
              </a:rPr>
              <a:t>].append(</a:t>
            </a:r>
            <a:r>
              <a:rPr lang="en-US" sz="700" b="0" dirty="0" err="1">
                <a:solidFill>
                  <a:srgbClr val="000000"/>
                </a:solidFill>
                <a:effectLst/>
                <a:latin typeface="Consolas" panose="020B0609020204030204" pitchFamily="49" charset="0"/>
              </a:rPr>
              <a:t>next_word</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return</a:t>
            </a: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ngrams_dict</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br>
              <a:rPr lang="en-US" sz="700" b="0" dirty="0">
                <a:solidFill>
                  <a:srgbClr val="000000"/>
                </a:solidFill>
                <a:effectLst/>
                <a:latin typeface="Consolas" panose="020B0609020204030204" pitchFamily="49" charset="0"/>
              </a:rPr>
            </a:br>
            <a:r>
              <a:rPr lang="en-US" sz="700" b="0" dirty="0">
                <a:solidFill>
                  <a:srgbClr val="0000FF"/>
                </a:solidFill>
                <a:effectLst/>
                <a:latin typeface="Consolas" panose="020B0609020204030204" pitchFamily="49" charset="0"/>
              </a:rPr>
              <a:t>def</a:t>
            </a: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generate_text</a:t>
            </a:r>
            <a:r>
              <a:rPr lang="en-US" sz="700" b="0" dirty="0">
                <a:solidFill>
                  <a:srgbClr val="000000"/>
                </a:solidFill>
                <a:effectLst/>
                <a:latin typeface="Consolas" panose="020B0609020204030204" pitchFamily="49" charset="0"/>
              </a:rPr>
              <a:t>(model, seed, length=</a:t>
            </a:r>
            <a:r>
              <a:rPr lang="en-US" sz="700" b="0" dirty="0">
                <a:solidFill>
                  <a:srgbClr val="098658"/>
                </a:solidFill>
                <a:effectLst/>
                <a:latin typeface="Consolas" panose="020B0609020204030204" pitchFamily="49" charset="0"/>
              </a:rPr>
              <a:t>20</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A31515"/>
                </a:solidFill>
                <a:effectLst/>
                <a:latin typeface="Consolas" panose="020B0609020204030204" pitchFamily="49" charset="0"/>
              </a:rPr>
              <a:t>"""Generate text using the n-gram model."""</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    current = seed</a:t>
            </a:r>
          </a:p>
          <a:p>
            <a:pPr marL="0" indent="0">
              <a:lnSpc>
                <a:spcPct val="120000"/>
              </a:lnSpc>
              <a:spcBef>
                <a:spcPts val="0"/>
              </a:spcBef>
              <a:buNone/>
            </a:pPr>
            <a:r>
              <a:rPr lang="en-US" sz="700" b="0" dirty="0">
                <a:solidFill>
                  <a:srgbClr val="000000"/>
                </a:solidFill>
                <a:effectLst/>
                <a:latin typeface="Consolas" panose="020B0609020204030204" pitchFamily="49" charset="0"/>
              </a:rPr>
              <a:t>    result = list(seed)</a:t>
            </a:r>
          </a:p>
          <a:p>
            <a:pPr marL="0" indent="0">
              <a:lnSpc>
                <a:spcPct val="120000"/>
              </a:lnSpc>
              <a:spcBef>
                <a:spcPts val="0"/>
              </a:spcBef>
              <a:buNone/>
            </a:pPr>
            <a:r>
              <a:rPr lang="en-US" sz="700" b="0" dirty="0">
                <a:solidFill>
                  <a:srgbClr val="000000"/>
                </a:solidFill>
                <a:effectLst/>
                <a:latin typeface="Consolas" panose="020B0609020204030204" pitchFamily="49" charset="0"/>
              </a:rPr>
              <a:t>    </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for</a:t>
            </a:r>
            <a:r>
              <a:rPr lang="en-US" sz="700" b="0" dirty="0">
                <a:solidFill>
                  <a:srgbClr val="000000"/>
                </a:solidFill>
                <a:effectLst/>
                <a:latin typeface="Consolas" panose="020B0609020204030204" pitchFamily="49" charset="0"/>
              </a:rPr>
              <a:t> _ </a:t>
            </a:r>
            <a:r>
              <a:rPr lang="en-US" sz="700" b="0" dirty="0">
                <a:solidFill>
                  <a:srgbClr val="0000FF"/>
                </a:solidFill>
                <a:effectLst/>
                <a:latin typeface="Consolas" panose="020B0609020204030204" pitchFamily="49" charset="0"/>
              </a:rPr>
              <a:t>in</a:t>
            </a:r>
            <a:r>
              <a:rPr lang="en-US" sz="700" b="0" dirty="0">
                <a:solidFill>
                  <a:srgbClr val="000000"/>
                </a:solidFill>
                <a:effectLst/>
                <a:latin typeface="Consolas" panose="020B0609020204030204" pitchFamily="49" charset="0"/>
              </a:rPr>
              <a:t> range(length):</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if</a:t>
            </a:r>
            <a:r>
              <a:rPr lang="en-US" sz="700" b="0" dirty="0">
                <a:solidFill>
                  <a:srgbClr val="000000"/>
                </a:solidFill>
                <a:effectLst/>
                <a:latin typeface="Consolas" panose="020B0609020204030204" pitchFamily="49" charset="0"/>
              </a:rPr>
              <a:t> current </a:t>
            </a:r>
            <a:r>
              <a:rPr lang="en-US" sz="700" b="0" dirty="0">
                <a:solidFill>
                  <a:srgbClr val="0000FF"/>
                </a:solidFill>
                <a:effectLst/>
                <a:latin typeface="Consolas" panose="020B0609020204030204" pitchFamily="49" charset="0"/>
              </a:rPr>
              <a:t>in</a:t>
            </a:r>
            <a:r>
              <a:rPr lang="en-US" sz="700" b="0" dirty="0">
                <a:solidFill>
                  <a:srgbClr val="000000"/>
                </a:solidFill>
                <a:effectLst/>
                <a:latin typeface="Consolas" panose="020B0609020204030204" pitchFamily="49" charset="0"/>
              </a:rPr>
              <a:t> model:</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8000"/>
                </a:solidFill>
                <a:effectLst/>
                <a:latin typeface="Consolas" panose="020B0609020204030204" pitchFamily="49" charset="0"/>
              </a:rPr>
              <a:t># Randomly select a possible next word</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next_word</a:t>
            </a:r>
            <a:r>
              <a:rPr lang="en-US" sz="700" b="0" dirty="0">
                <a:solidFill>
                  <a:srgbClr val="000000"/>
                </a:solidFill>
                <a:effectLst/>
                <a:latin typeface="Consolas" panose="020B0609020204030204" pitchFamily="49" charset="0"/>
              </a:rPr>
              <a:t> = </a:t>
            </a:r>
            <a:r>
              <a:rPr lang="en-US" sz="700" b="0" dirty="0" err="1">
                <a:solidFill>
                  <a:srgbClr val="000000"/>
                </a:solidFill>
                <a:effectLst/>
                <a:latin typeface="Consolas" panose="020B0609020204030204" pitchFamily="49" charset="0"/>
              </a:rPr>
              <a:t>random.choice</a:t>
            </a:r>
            <a:r>
              <a:rPr lang="en-US" sz="700" b="0" dirty="0">
                <a:solidFill>
                  <a:srgbClr val="000000"/>
                </a:solidFill>
                <a:effectLst/>
                <a:latin typeface="Consolas" panose="020B0609020204030204" pitchFamily="49" charset="0"/>
              </a:rPr>
              <a:t>(model[current])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err="1">
                <a:solidFill>
                  <a:srgbClr val="000000"/>
                </a:solidFill>
                <a:effectLst/>
                <a:latin typeface="Consolas" panose="020B0609020204030204" pitchFamily="49" charset="0"/>
              </a:rPr>
              <a:t>result.append</a:t>
            </a:r>
            <a:r>
              <a:rPr lang="en-US" sz="700" b="0" dirty="0">
                <a:solidFill>
                  <a:srgbClr val="000000"/>
                </a:solidFill>
                <a:effectLst/>
                <a:latin typeface="Consolas" panose="020B0609020204030204" pitchFamily="49" charset="0"/>
              </a:rPr>
              <a:t>(</a:t>
            </a:r>
            <a:r>
              <a:rPr lang="en-US" sz="700" b="0" dirty="0" err="1">
                <a:solidFill>
                  <a:srgbClr val="000000"/>
                </a:solidFill>
                <a:effectLst/>
                <a:latin typeface="Consolas" panose="020B0609020204030204" pitchFamily="49" charset="0"/>
              </a:rPr>
              <a:t>next_word</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8000"/>
                </a:solidFill>
                <a:effectLst/>
                <a:latin typeface="Consolas" panose="020B0609020204030204" pitchFamily="49" charset="0"/>
              </a:rPr>
              <a:t># Update current n-gram</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            current = current[</a:t>
            </a:r>
            <a:r>
              <a:rPr lang="en-US" sz="700" b="0" dirty="0">
                <a:solidFill>
                  <a:srgbClr val="098658"/>
                </a:solidFill>
                <a:effectLst/>
                <a:latin typeface="Consolas" panose="020B0609020204030204" pitchFamily="49" charset="0"/>
              </a:rPr>
              <a:t>1</a:t>
            </a:r>
            <a:r>
              <a:rPr lang="en-US" sz="700" b="0" dirty="0">
                <a:solidFill>
                  <a:srgbClr val="000000"/>
                </a:solidFill>
                <a:effectLst/>
                <a:latin typeface="Consolas" panose="020B0609020204030204" pitchFamily="49" charset="0"/>
              </a:rPr>
              <a:t>:] + (</a:t>
            </a:r>
            <a:r>
              <a:rPr lang="en-US" sz="700" b="0" dirty="0" err="1">
                <a:solidFill>
                  <a:srgbClr val="000000"/>
                </a:solidFill>
                <a:effectLst/>
                <a:latin typeface="Consolas" panose="020B0609020204030204" pitchFamily="49" charset="0"/>
              </a:rPr>
              <a:t>next_word</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else</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8000"/>
                </a:solidFill>
                <a:effectLst/>
                <a:latin typeface="Consolas" panose="020B0609020204030204" pitchFamily="49" charset="0"/>
              </a:rPr>
              <a:t># If current n-gram is not in model, break</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break</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    </a:t>
            </a:r>
          </a:p>
          <a:p>
            <a:pPr marL="0" indent="0">
              <a:lnSpc>
                <a:spcPct val="120000"/>
              </a:lnSpc>
              <a:spcBef>
                <a:spcPts val="0"/>
              </a:spcBef>
              <a:buNone/>
            </a:pPr>
            <a:r>
              <a:rPr lang="en-US" sz="700" b="0" dirty="0">
                <a:solidFill>
                  <a:srgbClr val="000000"/>
                </a:solidFill>
                <a:effectLst/>
                <a:latin typeface="Consolas" panose="020B0609020204030204" pitchFamily="49" charset="0"/>
              </a:rPr>
              <a:t>    </a:t>
            </a:r>
            <a:r>
              <a:rPr lang="en-US" sz="700" b="0" dirty="0">
                <a:solidFill>
                  <a:srgbClr val="0000FF"/>
                </a:solidFill>
                <a:effectLst/>
                <a:latin typeface="Consolas" panose="020B0609020204030204" pitchFamily="49" charset="0"/>
              </a:rPr>
              <a:t>return</a:t>
            </a:r>
            <a:r>
              <a:rPr lang="en-US" sz="700" b="0" dirty="0">
                <a:solidFill>
                  <a:srgbClr val="000000"/>
                </a:solidFill>
                <a:effectLst/>
                <a:latin typeface="Consolas" panose="020B0609020204030204" pitchFamily="49" charset="0"/>
              </a:rPr>
              <a:t> </a:t>
            </a:r>
            <a:r>
              <a:rPr lang="en-US" sz="700" b="0" dirty="0">
                <a:solidFill>
                  <a:srgbClr val="A31515"/>
                </a:solidFill>
                <a:effectLst/>
                <a:latin typeface="Consolas" panose="020B0609020204030204" pitchFamily="49" charset="0"/>
              </a:rPr>
              <a:t>' '</a:t>
            </a:r>
            <a:r>
              <a:rPr lang="en-US" sz="700" b="0" dirty="0">
                <a:solidFill>
                  <a:srgbClr val="000000"/>
                </a:solidFill>
                <a:effectLst/>
                <a:latin typeface="Consolas" panose="020B0609020204030204" pitchFamily="49" charset="0"/>
              </a:rPr>
              <a:t>.join(result)</a:t>
            </a:r>
          </a:p>
          <a:p>
            <a:pPr marL="0" indent="0">
              <a:lnSpc>
                <a:spcPct val="120000"/>
              </a:lnSpc>
              <a:spcBef>
                <a:spcPts val="0"/>
              </a:spcBef>
              <a:buNone/>
            </a:pPr>
            <a:br>
              <a:rPr lang="en-US" sz="700" b="0" dirty="0">
                <a:solidFill>
                  <a:srgbClr val="000000"/>
                </a:solidFill>
                <a:effectLst/>
                <a:latin typeface="Consolas" panose="020B0609020204030204" pitchFamily="49" charset="0"/>
              </a:rPr>
            </a:br>
            <a:r>
              <a:rPr lang="en-US" sz="700" b="0" dirty="0">
                <a:solidFill>
                  <a:srgbClr val="008000"/>
                </a:solidFill>
                <a:effectLst/>
                <a:latin typeface="Consolas" panose="020B0609020204030204" pitchFamily="49" charset="0"/>
              </a:rPr>
              <a:t># Sample text corpus</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corpus = </a:t>
            </a:r>
            <a:r>
              <a:rPr lang="en-US" sz="700" b="0" dirty="0">
                <a:solidFill>
                  <a:srgbClr val="A31515"/>
                </a:solidFill>
                <a:effectLst/>
                <a:latin typeface="Consolas" panose="020B0609020204030204" pitchFamily="49" charset="0"/>
              </a:rPr>
              <a:t>"""Large language models are transforming how businesses operate. </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A31515"/>
                </a:solidFill>
                <a:effectLst/>
                <a:latin typeface="Consolas" panose="020B0609020204030204" pitchFamily="49" charset="0"/>
              </a:rPr>
              <a:t>These models can understand language, generate text, and perform various tasks. </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A31515"/>
                </a:solidFill>
                <a:effectLst/>
                <a:latin typeface="Consolas" panose="020B0609020204030204" pitchFamily="49" charset="0"/>
              </a:rPr>
              <a:t>Businesses use language models for customer service, content creation, and data analysis.</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A31515"/>
                </a:solidFill>
                <a:effectLst/>
                <a:latin typeface="Consolas" panose="020B0609020204030204" pitchFamily="49" charset="0"/>
              </a:rPr>
              <a:t>Language models learn patterns from vast amounts of text data."""</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br>
              <a:rPr lang="en-US" sz="700" b="0" dirty="0">
                <a:solidFill>
                  <a:srgbClr val="000000"/>
                </a:solidFill>
                <a:effectLst/>
                <a:latin typeface="Consolas" panose="020B0609020204030204" pitchFamily="49" charset="0"/>
              </a:rPr>
            </a:br>
            <a:r>
              <a:rPr lang="en-US" sz="700" b="0" dirty="0">
                <a:solidFill>
                  <a:srgbClr val="008000"/>
                </a:solidFill>
                <a:effectLst/>
                <a:latin typeface="Consolas" panose="020B0609020204030204" pitchFamily="49" charset="0"/>
              </a:rPr>
              <a:t># Build a bigram model</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err="1">
                <a:solidFill>
                  <a:srgbClr val="000000"/>
                </a:solidFill>
                <a:effectLst/>
                <a:latin typeface="Consolas" panose="020B0609020204030204" pitchFamily="49" charset="0"/>
              </a:rPr>
              <a:t>bigram_model</a:t>
            </a:r>
            <a:r>
              <a:rPr lang="en-US" sz="700" b="0" dirty="0">
                <a:solidFill>
                  <a:srgbClr val="000000"/>
                </a:solidFill>
                <a:effectLst/>
                <a:latin typeface="Consolas" panose="020B0609020204030204" pitchFamily="49" charset="0"/>
              </a:rPr>
              <a:t> = </a:t>
            </a:r>
            <a:r>
              <a:rPr lang="en-US" sz="700" b="0" dirty="0" err="1">
                <a:solidFill>
                  <a:srgbClr val="000000"/>
                </a:solidFill>
                <a:effectLst/>
                <a:latin typeface="Consolas" panose="020B0609020204030204" pitchFamily="49" charset="0"/>
              </a:rPr>
              <a:t>build_ngram_model</a:t>
            </a:r>
            <a:r>
              <a:rPr lang="en-US" sz="700" b="0" dirty="0">
                <a:solidFill>
                  <a:srgbClr val="000000"/>
                </a:solidFill>
                <a:effectLst/>
                <a:latin typeface="Consolas" panose="020B0609020204030204" pitchFamily="49" charset="0"/>
              </a:rPr>
              <a:t>(corpus, </a:t>
            </a:r>
            <a:r>
              <a:rPr lang="en-US" sz="700" b="0" dirty="0">
                <a:solidFill>
                  <a:srgbClr val="098658"/>
                </a:solidFill>
                <a:effectLst/>
                <a:latin typeface="Consolas" panose="020B0609020204030204" pitchFamily="49" charset="0"/>
              </a:rPr>
              <a:t>2</a:t>
            </a:r>
            <a:r>
              <a:rPr lang="en-US" sz="700" b="0" dirty="0">
                <a:solidFill>
                  <a:srgbClr val="000000"/>
                </a:solidFill>
                <a:effectLst/>
                <a:latin typeface="Consolas" panose="020B0609020204030204" pitchFamily="49" charset="0"/>
              </a:rPr>
              <a:t>)</a:t>
            </a:r>
          </a:p>
          <a:p>
            <a:pPr marL="0" indent="0">
              <a:lnSpc>
                <a:spcPct val="120000"/>
              </a:lnSpc>
              <a:spcBef>
                <a:spcPts val="0"/>
              </a:spcBef>
              <a:buNone/>
            </a:pPr>
            <a:br>
              <a:rPr lang="en-US" sz="700" b="0" dirty="0">
                <a:solidFill>
                  <a:srgbClr val="000000"/>
                </a:solidFill>
                <a:effectLst/>
                <a:latin typeface="Consolas" panose="020B0609020204030204" pitchFamily="49" charset="0"/>
              </a:rPr>
            </a:br>
            <a:r>
              <a:rPr lang="en-US" sz="700" b="0" dirty="0">
                <a:solidFill>
                  <a:srgbClr val="008000"/>
                </a:solidFill>
                <a:effectLst/>
                <a:latin typeface="Consolas" panose="020B0609020204030204" pitchFamily="49" charset="0"/>
              </a:rPr>
              <a:t># Generate text using the model</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r>
              <a:rPr lang="en-US" sz="700" b="0" dirty="0">
                <a:solidFill>
                  <a:srgbClr val="000000"/>
                </a:solidFill>
                <a:effectLst/>
                <a:latin typeface="Consolas" panose="020B0609020204030204" pitchFamily="49" charset="0"/>
              </a:rPr>
              <a:t>seed = (</a:t>
            </a:r>
            <a:r>
              <a:rPr lang="en-US" sz="700" b="0" dirty="0">
                <a:solidFill>
                  <a:srgbClr val="A31515"/>
                </a:solidFill>
                <a:effectLst/>
                <a:latin typeface="Consolas" panose="020B0609020204030204" pitchFamily="49" charset="0"/>
              </a:rPr>
              <a:t>'language'</a:t>
            </a:r>
            <a:r>
              <a:rPr lang="en-US" sz="700" b="0" dirty="0">
                <a:solidFill>
                  <a:srgbClr val="000000"/>
                </a:solidFill>
                <a:effectLst/>
                <a:latin typeface="Consolas" panose="020B0609020204030204" pitchFamily="49" charset="0"/>
              </a:rPr>
              <a:t>, </a:t>
            </a:r>
            <a:r>
              <a:rPr lang="en-US" sz="700" b="0" dirty="0">
                <a:solidFill>
                  <a:srgbClr val="A31515"/>
                </a:solidFill>
                <a:effectLst/>
                <a:latin typeface="Consolas" panose="020B0609020204030204" pitchFamily="49" charset="0"/>
              </a:rPr>
              <a:t>'models'</a:t>
            </a:r>
            <a:r>
              <a:rPr lang="en-US" sz="700" b="0" dirty="0">
                <a:solidFill>
                  <a:srgbClr val="000000"/>
                </a:solidFill>
                <a:effectLst/>
                <a:latin typeface="Consolas" panose="020B0609020204030204" pitchFamily="49" charset="0"/>
              </a:rPr>
              <a:t>)</a:t>
            </a:r>
          </a:p>
          <a:p>
            <a:pPr marL="0" indent="0">
              <a:lnSpc>
                <a:spcPct val="120000"/>
              </a:lnSpc>
              <a:spcBef>
                <a:spcPts val="0"/>
              </a:spcBef>
              <a:buNone/>
            </a:pPr>
            <a:r>
              <a:rPr lang="en-US" sz="700" b="0" dirty="0" err="1">
                <a:solidFill>
                  <a:srgbClr val="000000"/>
                </a:solidFill>
                <a:effectLst/>
                <a:latin typeface="Consolas" panose="020B0609020204030204" pitchFamily="49" charset="0"/>
              </a:rPr>
              <a:t>generated_text</a:t>
            </a:r>
            <a:r>
              <a:rPr lang="en-US" sz="700" b="0" dirty="0">
                <a:solidFill>
                  <a:srgbClr val="000000"/>
                </a:solidFill>
                <a:effectLst/>
                <a:latin typeface="Consolas" panose="020B0609020204030204" pitchFamily="49" charset="0"/>
              </a:rPr>
              <a:t> = </a:t>
            </a:r>
            <a:r>
              <a:rPr lang="en-US" sz="700" b="0" dirty="0" err="1">
                <a:solidFill>
                  <a:srgbClr val="000000"/>
                </a:solidFill>
                <a:effectLst/>
                <a:latin typeface="Consolas" panose="020B0609020204030204" pitchFamily="49" charset="0"/>
              </a:rPr>
              <a:t>generate_text</a:t>
            </a:r>
            <a:r>
              <a:rPr lang="en-US" sz="700" b="0" dirty="0">
                <a:solidFill>
                  <a:srgbClr val="000000"/>
                </a:solidFill>
                <a:effectLst/>
                <a:latin typeface="Consolas" panose="020B0609020204030204" pitchFamily="49" charset="0"/>
              </a:rPr>
              <a:t>(</a:t>
            </a:r>
            <a:r>
              <a:rPr lang="en-US" sz="700" b="0" dirty="0" err="1">
                <a:solidFill>
                  <a:srgbClr val="000000"/>
                </a:solidFill>
                <a:effectLst/>
                <a:latin typeface="Consolas" panose="020B0609020204030204" pitchFamily="49" charset="0"/>
              </a:rPr>
              <a:t>bigram_model</a:t>
            </a:r>
            <a:r>
              <a:rPr lang="en-US" sz="700" b="0" dirty="0">
                <a:solidFill>
                  <a:srgbClr val="000000"/>
                </a:solidFill>
                <a:effectLst/>
                <a:latin typeface="Consolas" panose="020B0609020204030204" pitchFamily="49" charset="0"/>
              </a:rPr>
              <a:t>, seed)</a:t>
            </a:r>
          </a:p>
          <a:p>
            <a:pPr marL="0" indent="0">
              <a:lnSpc>
                <a:spcPct val="120000"/>
              </a:lnSpc>
              <a:spcBef>
                <a:spcPts val="0"/>
              </a:spcBef>
              <a:buNone/>
            </a:pPr>
            <a:r>
              <a:rPr lang="en-US" sz="700" b="0" dirty="0">
                <a:solidFill>
                  <a:srgbClr val="000000"/>
                </a:solidFill>
                <a:effectLst/>
                <a:latin typeface="Consolas" panose="020B0609020204030204" pitchFamily="49" charset="0"/>
              </a:rPr>
              <a:t>print(</a:t>
            </a:r>
            <a:r>
              <a:rPr lang="en-US" sz="700" b="0" dirty="0" err="1">
                <a:solidFill>
                  <a:srgbClr val="000000"/>
                </a:solidFill>
                <a:effectLst/>
                <a:latin typeface="Consolas" panose="020B0609020204030204" pitchFamily="49" charset="0"/>
              </a:rPr>
              <a:t>generated_text</a:t>
            </a:r>
            <a:r>
              <a:rPr lang="en-US" sz="700" b="0" dirty="0">
                <a:solidFill>
                  <a:srgbClr val="000000"/>
                </a:solidFill>
                <a:effectLst/>
                <a:latin typeface="Consolas" panose="020B0609020204030204" pitchFamily="49" charset="0"/>
              </a:rPr>
              <a:t>)</a:t>
            </a:r>
          </a:p>
          <a:p>
            <a:pPr marL="0" indent="0">
              <a:lnSpc>
                <a:spcPct val="120000"/>
              </a:lnSpc>
              <a:spcBef>
                <a:spcPts val="0"/>
              </a:spcBef>
            </a:pPr>
            <a:r>
              <a:rPr lang="en-US" sz="700" b="0" dirty="0">
                <a:solidFill>
                  <a:srgbClr val="008000"/>
                </a:solidFill>
                <a:effectLst/>
                <a:latin typeface="Consolas" panose="020B0609020204030204" pitchFamily="49" charset="0"/>
              </a:rPr>
              <a:t># Output might be: "language models learn patterns from vast amounts of text data businesses use language models for customer service content creation and data analysis"</a:t>
            </a:r>
            <a:endParaRPr lang="en-US" sz="700" b="0" dirty="0">
              <a:solidFill>
                <a:srgbClr val="000000"/>
              </a:solidFill>
              <a:effectLst/>
              <a:latin typeface="Consolas" panose="020B0609020204030204" pitchFamily="49" charset="0"/>
            </a:endParaRPr>
          </a:p>
          <a:p>
            <a:pPr marL="0" indent="0">
              <a:lnSpc>
                <a:spcPct val="120000"/>
              </a:lnSpc>
              <a:spcBef>
                <a:spcPts val="0"/>
              </a:spcBef>
              <a:buNone/>
            </a:pPr>
            <a:endParaRPr lang="en-US" sz="700" dirty="0"/>
          </a:p>
        </p:txBody>
      </p:sp>
    </p:spTree>
    <p:extLst>
      <p:ext uri="{BB962C8B-B14F-4D97-AF65-F5344CB8AC3E}">
        <p14:creationId xmlns:p14="http://schemas.microsoft.com/office/powerpoint/2010/main" val="1532144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7441</TotalTime>
  <Words>4341</Words>
  <Application>Microsoft Office PowerPoint</Application>
  <PresentationFormat>Widescreen</PresentationFormat>
  <Paragraphs>421</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Calibri Light</vt:lpstr>
      <vt:lpstr>Consolas</vt:lpstr>
      <vt:lpstr>TimesNewRomanPS-ItalicMT</vt:lpstr>
      <vt:lpstr>var(--font-tiempos)</vt:lpstr>
      <vt:lpstr>var(--notebook-cell-output-font-family)</vt:lpstr>
      <vt:lpstr>Office Theme</vt:lpstr>
      <vt:lpstr>307307 Introduction to Text Mining and  Natural Language Processing</vt:lpstr>
      <vt:lpstr>What is Natural Language Processing?</vt:lpstr>
      <vt:lpstr>Why is NLP Challenging?</vt:lpstr>
      <vt:lpstr>Common NLP Applications</vt:lpstr>
      <vt:lpstr>Fundamental NLP Techniques</vt:lpstr>
      <vt:lpstr>NLTK (Natural Language Toolkit)</vt:lpstr>
      <vt:lpstr>Tokenization</vt:lpstr>
      <vt:lpstr>Tokenize text using NLTK package</vt:lpstr>
      <vt:lpstr>Normalization</vt:lpstr>
      <vt:lpstr>Stopwords Removal</vt:lpstr>
      <vt:lpstr>Stemming and Lemmatization</vt:lpstr>
      <vt:lpstr>Stemming</vt:lpstr>
      <vt:lpstr>Lemmatization</vt:lpstr>
      <vt:lpstr>PowerPoint Presentation</vt:lpstr>
      <vt:lpstr>Representing Text Bag of Words (BoW)</vt:lpstr>
      <vt:lpstr>Bag of Words (BoW)</vt:lpstr>
      <vt:lpstr>BoW Example</vt:lpstr>
      <vt:lpstr>Representing Text TF-IDF (Term Frequency-Inverse Document Frequency)</vt:lpstr>
      <vt:lpstr>TF-IDF (Term Frequency-Inverse Document Frequency)</vt:lpstr>
      <vt:lpstr>TF-IDF (Term Frequency-Inverse Document Frequency)</vt:lpstr>
      <vt:lpstr>TF-IDF (Term Frequency-Inverse Document Frequency)</vt:lpstr>
      <vt:lpstr>Practical Example</vt:lpstr>
      <vt:lpstr>Sentiment Analysis of Movie Reviews</vt:lpstr>
      <vt:lpstr>PowerPoint Presentation</vt:lpstr>
      <vt:lpstr>PowerPoint Presentation</vt:lpstr>
      <vt:lpstr>PowerPoint Presentation</vt:lpstr>
      <vt:lpstr>PowerPoint Presentation</vt:lpstr>
      <vt:lpstr>Language Models</vt:lpstr>
      <vt:lpstr>Classical Language Models: N-grams</vt:lpstr>
      <vt:lpstr>Implementing N-grams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1115</cp:revision>
  <dcterms:created xsi:type="dcterms:W3CDTF">2023-03-26T11:17:23Z</dcterms:created>
  <dcterms:modified xsi:type="dcterms:W3CDTF">2025-03-15T15:25:50Z</dcterms:modified>
</cp:coreProperties>
</file>