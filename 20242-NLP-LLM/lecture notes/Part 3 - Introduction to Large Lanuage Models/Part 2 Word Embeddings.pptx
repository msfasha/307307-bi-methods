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455" r:id="rId2"/>
    <p:sldId id="477" r:id="rId3"/>
    <p:sldId id="459" r:id="rId4"/>
    <p:sldId id="460" r:id="rId5"/>
    <p:sldId id="466" r:id="rId6"/>
    <p:sldId id="462" r:id="rId7"/>
    <p:sldId id="471" r:id="rId8"/>
    <p:sldId id="469" r:id="rId9"/>
    <p:sldId id="470" r:id="rId10"/>
    <p:sldId id="461" r:id="rId11"/>
    <p:sldId id="463" r:id="rId12"/>
    <p:sldId id="464" r:id="rId13"/>
    <p:sldId id="465" r:id="rId14"/>
    <p:sldId id="458" r:id="rId15"/>
    <p:sldId id="457" r:id="rId16"/>
    <p:sldId id="456" r:id="rId17"/>
    <p:sldId id="289" r:id="rId18"/>
    <p:sldId id="290" r:id="rId19"/>
    <p:sldId id="291" r:id="rId20"/>
    <p:sldId id="292" r:id="rId21"/>
    <p:sldId id="293" r:id="rId22"/>
    <p:sldId id="294" r:id="rId23"/>
    <p:sldId id="296" r:id="rId24"/>
    <p:sldId id="309" r:id="rId25"/>
    <p:sldId id="297" r:id="rId26"/>
    <p:sldId id="298" r:id="rId27"/>
    <p:sldId id="299" r:id="rId28"/>
    <p:sldId id="300" r:id="rId29"/>
    <p:sldId id="305" r:id="rId30"/>
    <p:sldId id="308" r:id="rId31"/>
    <p:sldId id="302" r:id="rId32"/>
    <p:sldId id="303" r:id="rId33"/>
    <p:sldId id="304" r:id="rId34"/>
    <p:sldId id="28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A92A6-FC46-466F-A1EC-286E38E3120A}" v="62" dt="2025-03-18T02:48:22.800"/>
    <p1510:client id="{62069D60-D12A-7A57-A3B1-F34941615567}" v="112" dt="2025-03-17T14:17:29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0F6A92A6-FC46-466F-A1EC-286E38E3120A}"/>
    <pc:docChg chg="undo custSel addSld delSld modSld">
      <pc:chgData name="Mohammed Fasha" userId="cc64f42d-a1a6-4f08-b97b-0c37f877119f" providerId="ADAL" clId="{0F6A92A6-FC46-466F-A1EC-286E38E3120A}" dt="2025-03-18T04:57:12.217" v="586" actId="47"/>
      <pc:docMkLst>
        <pc:docMk/>
      </pc:docMkLst>
      <pc:sldChg chg="modSp mod">
        <pc:chgData name="Mohammed Fasha" userId="cc64f42d-a1a6-4f08-b97b-0c37f877119f" providerId="ADAL" clId="{0F6A92A6-FC46-466F-A1EC-286E38E3120A}" dt="2025-03-18T02:37:01.142" v="535" actId="20577"/>
        <pc:sldMkLst>
          <pc:docMk/>
          <pc:sldMk cId="1489447582" sldId="455"/>
        </pc:sldMkLst>
        <pc:spChg chg="mod">
          <ac:chgData name="Mohammed Fasha" userId="cc64f42d-a1a6-4f08-b97b-0c37f877119f" providerId="ADAL" clId="{0F6A92A6-FC46-466F-A1EC-286E38E3120A}" dt="2025-03-18T02:37:01.142" v="535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addSp delSp modSp mod modClrScheme chgLayout">
        <pc:chgData name="Mohammed Fasha" userId="cc64f42d-a1a6-4f08-b97b-0c37f877119f" providerId="ADAL" clId="{0F6A92A6-FC46-466F-A1EC-286E38E3120A}" dt="2025-03-17T14:38:14.346" v="59" actId="14100"/>
        <pc:sldMkLst>
          <pc:docMk/>
          <pc:sldMk cId="48836864" sldId="459"/>
        </pc:sldMkLst>
        <pc:spChg chg="mod">
          <ac:chgData name="Mohammed Fasha" userId="cc64f42d-a1a6-4f08-b97b-0c37f877119f" providerId="ADAL" clId="{0F6A92A6-FC46-466F-A1EC-286E38E3120A}" dt="2025-03-17T14:37:38.457" v="50" actId="26606"/>
          <ac:spMkLst>
            <pc:docMk/>
            <pc:sldMk cId="48836864" sldId="459"/>
            <ac:spMk id="2" creationId="{155C2314-3CF3-F0A9-685A-3156E5CE2674}"/>
          </ac:spMkLst>
        </pc:spChg>
        <pc:spChg chg="mod ord">
          <ac:chgData name="Mohammed Fasha" userId="cc64f42d-a1a6-4f08-b97b-0c37f877119f" providerId="ADAL" clId="{0F6A92A6-FC46-466F-A1EC-286E38E3120A}" dt="2025-03-17T14:38:14.346" v="59" actId="14100"/>
          <ac:spMkLst>
            <pc:docMk/>
            <pc:sldMk cId="48836864" sldId="459"/>
            <ac:spMk id="3" creationId="{B1CD1ADE-0294-A1FB-F5E9-1676C5183664}"/>
          </ac:spMkLst>
        </pc:spChg>
        <pc:picChg chg="add mod">
          <ac:chgData name="Mohammed Fasha" userId="cc64f42d-a1a6-4f08-b97b-0c37f877119f" providerId="ADAL" clId="{0F6A92A6-FC46-466F-A1EC-286E38E3120A}" dt="2025-03-17T14:38:11.721" v="58" actId="1076"/>
          <ac:picMkLst>
            <pc:docMk/>
            <pc:sldMk cId="48836864" sldId="459"/>
            <ac:picMk id="5" creationId="{C6DBBC5E-1505-3C9E-BC4A-D989A6A248A4}"/>
          </ac:picMkLst>
        </pc:picChg>
        <pc:picChg chg="add del mod">
          <ac:chgData name="Mohammed Fasha" userId="cc64f42d-a1a6-4f08-b97b-0c37f877119f" providerId="ADAL" clId="{0F6A92A6-FC46-466F-A1EC-286E38E3120A}" dt="2025-03-17T14:38:04.327" v="55" actId="478"/>
          <ac:picMkLst>
            <pc:docMk/>
            <pc:sldMk cId="48836864" sldId="459"/>
            <ac:picMk id="2050" creationId="{09D0301F-3995-0626-F659-923E8B7772AB}"/>
          </ac:picMkLst>
        </pc:picChg>
      </pc:sldChg>
      <pc:sldChg chg="modSp mod">
        <pc:chgData name="Mohammed Fasha" userId="cc64f42d-a1a6-4f08-b97b-0c37f877119f" providerId="ADAL" clId="{0F6A92A6-FC46-466F-A1EC-286E38E3120A}" dt="2025-03-17T14:33:30.790" v="46" actId="27636"/>
        <pc:sldMkLst>
          <pc:docMk/>
          <pc:sldMk cId="1395444050" sldId="461"/>
        </pc:sldMkLst>
        <pc:spChg chg="mod">
          <ac:chgData name="Mohammed Fasha" userId="cc64f42d-a1a6-4f08-b97b-0c37f877119f" providerId="ADAL" clId="{0F6A92A6-FC46-466F-A1EC-286E38E3120A}" dt="2025-03-17T14:33:01.997" v="29"/>
          <ac:spMkLst>
            <pc:docMk/>
            <pc:sldMk cId="1395444050" sldId="461"/>
            <ac:spMk id="2" creationId="{138B03B8-D3CB-E120-0A40-13913A6145E3}"/>
          </ac:spMkLst>
        </pc:spChg>
        <pc:spChg chg="mod">
          <ac:chgData name="Mohammed Fasha" userId="cc64f42d-a1a6-4f08-b97b-0c37f877119f" providerId="ADAL" clId="{0F6A92A6-FC46-466F-A1EC-286E38E3120A}" dt="2025-03-17T14:33:30.790" v="46" actId="27636"/>
          <ac:spMkLst>
            <pc:docMk/>
            <pc:sldMk cId="1395444050" sldId="461"/>
            <ac:spMk id="7" creationId="{CB06B31B-619A-A1D9-FE73-ACF05C08B9EA}"/>
          </ac:spMkLst>
        </pc:spChg>
      </pc:sldChg>
      <pc:sldChg chg="del">
        <pc:chgData name="Mohammed Fasha" userId="cc64f42d-a1a6-4f08-b97b-0c37f877119f" providerId="ADAL" clId="{0F6A92A6-FC46-466F-A1EC-286E38E3120A}" dt="2025-03-17T14:38:51.198" v="60" actId="2696"/>
        <pc:sldMkLst>
          <pc:docMk/>
          <pc:sldMk cId="1353442942" sldId="467"/>
        </pc:sldMkLst>
      </pc:sldChg>
      <pc:sldChg chg="del">
        <pc:chgData name="Mohammed Fasha" userId="cc64f42d-a1a6-4f08-b97b-0c37f877119f" providerId="ADAL" clId="{0F6A92A6-FC46-466F-A1EC-286E38E3120A}" dt="2025-03-17T14:39:27.881" v="64" actId="47"/>
        <pc:sldMkLst>
          <pc:docMk/>
          <pc:sldMk cId="885699272" sldId="468"/>
        </pc:sldMkLst>
      </pc:sldChg>
      <pc:sldChg chg="modSp mod">
        <pc:chgData name="Mohammed Fasha" userId="cc64f42d-a1a6-4f08-b97b-0c37f877119f" providerId="ADAL" clId="{0F6A92A6-FC46-466F-A1EC-286E38E3120A}" dt="2025-03-17T14:40:17.818" v="84" actId="27636"/>
        <pc:sldMkLst>
          <pc:docMk/>
          <pc:sldMk cId="2161886032" sldId="469"/>
        </pc:sldMkLst>
        <pc:spChg chg="mod">
          <ac:chgData name="Mohammed Fasha" userId="cc64f42d-a1a6-4f08-b97b-0c37f877119f" providerId="ADAL" clId="{0F6A92A6-FC46-466F-A1EC-286E38E3120A}" dt="2025-03-17T14:32:44.192" v="27"/>
          <ac:spMkLst>
            <pc:docMk/>
            <pc:sldMk cId="2161886032" sldId="469"/>
            <ac:spMk id="2" creationId="{ED4FA32C-6F9C-9804-E093-09E74C9799C1}"/>
          </ac:spMkLst>
        </pc:spChg>
        <pc:spChg chg="mod">
          <ac:chgData name="Mohammed Fasha" userId="cc64f42d-a1a6-4f08-b97b-0c37f877119f" providerId="ADAL" clId="{0F6A92A6-FC46-466F-A1EC-286E38E3120A}" dt="2025-03-17T14:40:17.818" v="84" actId="27636"/>
          <ac:spMkLst>
            <pc:docMk/>
            <pc:sldMk cId="2161886032" sldId="469"/>
            <ac:spMk id="3" creationId="{770A7C21-6D02-B7DF-767E-E64352F45247}"/>
          </ac:spMkLst>
        </pc:spChg>
      </pc:sldChg>
      <pc:sldChg chg="addSp delSp modSp mod">
        <pc:chgData name="Mohammed Fasha" userId="cc64f42d-a1a6-4f08-b97b-0c37f877119f" providerId="ADAL" clId="{0F6A92A6-FC46-466F-A1EC-286E38E3120A}" dt="2025-03-17T14:32:20.173" v="25" actId="27636"/>
        <pc:sldMkLst>
          <pc:docMk/>
          <pc:sldMk cId="228845551" sldId="470"/>
        </pc:sldMkLst>
        <pc:spChg chg="add del mod">
          <ac:chgData name="Mohammed Fasha" userId="cc64f42d-a1a6-4f08-b97b-0c37f877119f" providerId="ADAL" clId="{0F6A92A6-FC46-466F-A1EC-286E38E3120A}" dt="2025-03-17T14:31:53.366" v="15"/>
          <ac:spMkLst>
            <pc:docMk/>
            <pc:sldMk cId="228845551" sldId="470"/>
            <ac:spMk id="2" creationId="{7F64B6DA-ED95-BF11-2E4C-2DFDC2E7185E}"/>
          </ac:spMkLst>
        </pc:spChg>
        <pc:spChg chg="mod">
          <ac:chgData name="Mohammed Fasha" userId="cc64f42d-a1a6-4f08-b97b-0c37f877119f" providerId="ADAL" clId="{0F6A92A6-FC46-466F-A1EC-286E38E3120A}" dt="2025-03-17T14:32:20.173" v="25" actId="27636"/>
          <ac:spMkLst>
            <pc:docMk/>
            <pc:sldMk cId="228845551" sldId="470"/>
            <ac:spMk id="3" creationId="{83BE0D35-F5BE-5721-912E-D6942DC23075}"/>
          </ac:spMkLst>
        </pc:spChg>
        <pc:spChg chg="add mod">
          <ac:chgData name="Mohammed Fasha" userId="cc64f42d-a1a6-4f08-b97b-0c37f877119f" providerId="ADAL" clId="{0F6A92A6-FC46-466F-A1EC-286E38E3120A}" dt="2025-03-17T14:31:51.225" v="13"/>
          <ac:spMkLst>
            <pc:docMk/>
            <pc:sldMk cId="228845551" sldId="470"/>
            <ac:spMk id="4" creationId="{BE57F77A-E83D-97EF-1829-633F8DD32E26}"/>
          </ac:spMkLst>
        </pc:spChg>
      </pc:sldChg>
      <pc:sldChg chg="modSp new mod">
        <pc:chgData name="Mohammed Fasha" userId="cc64f42d-a1a6-4f08-b97b-0c37f877119f" providerId="ADAL" clId="{0F6A92A6-FC46-466F-A1EC-286E38E3120A}" dt="2025-03-17T14:39:47.242" v="67" actId="27636"/>
        <pc:sldMkLst>
          <pc:docMk/>
          <pc:sldMk cId="1729735699" sldId="471"/>
        </pc:sldMkLst>
        <pc:spChg chg="mod">
          <ac:chgData name="Mohammed Fasha" userId="cc64f42d-a1a6-4f08-b97b-0c37f877119f" providerId="ADAL" clId="{0F6A92A6-FC46-466F-A1EC-286E38E3120A}" dt="2025-03-17T14:39:47.242" v="67" actId="27636"/>
          <ac:spMkLst>
            <pc:docMk/>
            <pc:sldMk cId="1729735699" sldId="471"/>
            <ac:spMk id="3" creationId="{F03A864D-27D6-2882-82A2-FC76937F57AC}"/>
          </ac:spMkLst>
        </pc:spChg>
      </pc:sldChg>
      <pc:sldChg chg="addSp modSp new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2766696385" sldId="472"/>
        </pc:sldMkLst>
        <pc:spChg chg="mod">
          <ac:chgData name="Mohammed Fasha" userId="cc64f42d-a1a6-4f08-b97b-0c37f877119f" providerId="ADAL" clId="{0F6A92A6-FC46-466F-A1EC-286E38E3120A}" dt="2025-03-18T02:19:07.816" v="96" actId="113"/>
          <ac:spMkLst>
            <pc:docMk/>
            <pc:sldMk cId="2766696385" sldId="472"/>
            <ac:spMk id="2" creationId="{4452D5B9-2871-5EBC-A17B-8B8ADA8C4D99}"/>
          </ac:spMkLst>
        </pc:spChg>
        <pc:spChg chg="mod">
          <ac:chgData name="Mohammed Fasha" userId="cc64f42d-a1a6-4f08-b97b-0c37f877119f" providerId="ADAL" clId="{0F6A92A6-FC46-466F-A1EC-286E38E3120A}" dt="2025-03-18T02:18:59.725" v="87" actId="21"/>
          <ac:spMkLst>
            <pc:docMk/>
            <pc:sldMk cId="2766696385" sldId="472"/>
            <ac:spMk id="3" creationId="{79E5C41B-2FD3-F992-A765-8444BB41DA04}"/>
          </ac:spMkLst>
        </pc:spChg>
        <pc:picChg chg="add mod">
          <ac:chgData name="Mohammed Fasha" userId="cc64f42d-a1a6-4f08-b97b-0c37f877119f" providerId="ADAL" clId="{0F6A92A6-FC46-466F-A1EC-286E38E3120A}" dt="2025-03-18T02:42:09.841" v="548" actId="1076"/>
          <ac:picMkLst>
            <pc:docMk/>
            <pc:sldMk cId="2766696385" sldId="472"/>
            <ac:picMk id="4098" creationId="{025DC2D0-6CA1-4038-E4E8-460213DD782D}"/>
          </ac:picMkLst>
        </pc:picChg>
      </pc:sldChg>
      <pc:sldChg chg="addSp delSp modSp new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4180559926" sldId="473"/>
        </pc:sldMkLst>
        <pc:spChg chg="mod">
          <ac:chgData name="Mohammed Fasha" userId="cc64f42d-a1a6-4f08-b97b-0c37f877119f" providerId="ADAL" clId="{0F6A92A6-FC46-466F-A1EC-286E38E3120A}" dt="2025-03-18T02:19:27.391" v="107" actId="113"/>
          <ac:spMkLst>
            <pc:docMk/>
            <pc:sldMk cId="4180559926" sldId="473"/>
            <ac:spMk id="2" creationId="{8B7D17C4-6900-2C0F-0B47-9A5FCC6EA098}"/>
          </ac:spMkLst>
        </pc:spChg>
        <pc:spChg chg="mod">
          <ac:chgData name="Mohammed Fasha" userId="cc64f42d-a1a6-4f08-b97b-0c37f877119f" providerId="ADAL" clId="{0F6A92A6-FC46-466F-A1EC-286E38E3120A}" dt="2025-03-18T02:19:23.100" v="102" actId="21"/>
          <ac:spMkLst>
            <pc:docMk/>
            <pc:sldMk cId="4180559926" sldId="473"/>
            <ac:spMk id="3" creationId="{C9361DA7-17F8-D8A5-8BD1-3E036B1B7481}"/>
          </ac:spMkLst>
        </pc:spChg>
        <pc:picChg chg="add del mod">
          <ac:chgData name="Mohammed Fasha" userId="cc64f42d-a1a6-4f08-b97b-0c37f877119f" providerId="ADAL" clId="{0F6A92A6-FC46-466F-A1EC-286E38E3120A}" dt="2025-03-18T02:40:39.450" v="539" actId="22"/>
          <ac:picMkLst>
            <pc:docMk/>
            <pc:sldMk cId="4180559926" sldId="473"/>
            <ac:picMk id="5" creationId="{5A3C67CC-E1A4-5501-1743-F4AEBE201B9C}"/>
          </ac:picMkLst>
        </pc:picChg>
        <pc:picChg chg="add mod">
          <ac:chgData name="Mohammed Fasha" userId="cc64f42d-a1a6-4f08-b97b-0c37f877119f" providerId="ADAL" clId="{0F6A92A6-FC46-466F-A1EC-286E38E3120A}" dt="2025-03-18T02:42:46.847" v="555" actId="1076"/>
          <ac:picMkLst>
            <pc:docMk/>
            <pc:sldMk cId="4180559926" sldId="473"/>
            <ac:picMk id="2050" creationId="{7630116A-9923-96DA-8CF5-ADBBBEB7A036}"/>
          </ac:picMkLst>
        </pc:picChg>
        <pc:picChg chg="add mod">
          <ac:chgData name="Mohammed Fasha" userId="cc64f42d-a1a6-4f08-b97b-0c37f877119f" providerId="ADAL" clId="{0F6A92A6-FC46-466F-A1EC-286E38E3120A}" dt="2025-03-18T02:42:48.015" v="556" actId="1076"/>
          <ac:picMkLst>
            <pc:docMk/>
            <pc:sldMk cId="4180559926" sldId="473"/>
            <ac:picMk id="2052" creationId="{EB087AD0-73F9-30FA-5ABB-5FA070408EF8}"/>
          </ac:picMkLst>
        </pc:picChg>
      </pc:sldChg>
      <pc:sldChg chg="addSp 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3886989038" sldId="474"/>
        </pc:sldMkLst>
        <pc:spChg chg="mod">
          <ac:chgData name="Mohammed Fasha" userId="cc64f42d-a1a6-4f08-b97b-0c37f877119f" providerId="ADAL" clId="{0F6A92A6-FC46-466F-A1EC-286E38E3120A}" dt="2025-03-18T02:19:41.981" v="114" actId="113"/>
          <ac:spMkLst>
            <pc:docMk/>
            <pc:sldMk cId="3886989038" sldId="474"/>
            <ac:spMk id="2" creationId="{9CF2ADF3-F48A-EB49-7342-FC2BDB58C924}"/>
          </ac:spMkLst>
        </pc:spChg>
        <pc:spChg chg="mod">
          <ac:chgData name="Mohammed Fasha" userId="cc64f42d-a1a6-4f08-b97b-0c37f877119f" providerId="ADAL" clId="{0F6A92A6-FC46-466F-A1EC-286E38E3120A}" dt="2025-03-18T02:43:57.732" v="559" actId="14100"/>
          <ac:spMkLst>
            <pc:docMk/>
            <pc:sldMk cId="3886989038" sldId="474"/>
            <ac:spMk id="3" creationId="{33F57CBD-BDEE-A091-DC95-C0CF009F3621}"/>
          </ac:spMkLst>
        </pc:spChg>
        <pc:picChg chg="add mod">
          <ac:chgData name="Mohammed Fasha" userId="cc64f42d-a1a6-4f08-b97b-0c37f877119f" providerId="ADAL" clId="{0F6A92A6-FC46-466F-A1EC-286E38E3120A}" dt="2025-03-18T02:43:54.290" v="558" actId="1076"/>
          <ac:picMkLst>
            <pc:docMk/>
            <pc:sldMk cId="3886989038" sldId="474"/>
            <ac:picMk id="5122" creationId="{F2502AE8-6FF3-3DFC-ACDD-63C906EA0049}"/>
          </ac:picMkLst>
        </pc:picChg>
      </pc:sldChg>
      <pc:sldChg chg="addSp 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2121122174" sldId="475"/>
        </pc:sldMkLst>
        <pc:spChg chg="mod">
          <ac:chgData name="Mohammed Fasha" userId="cc64f42d-a1a6-4f08-b97b-0c37f877119f" providerId="ADAL" clId="{0F6A92A6-FC46-466F-A1EC-286E38E3120A}" dt="2025-03-18T02:19:58.553" v="121" actId="113"/>
          <ac:spMkLst>
            <pc:docMk/>
            <pc:sldMk cId="2121122174" sldId="475"/>
            <ac:spMk id="2" creationId="{034644BA-C533-71FC-2C08-CE0B1E6B70FB}"/>
          </ac:spMkLst>
        </pc:spChg>
        <pc:spChg chg="mod">
          <ac:chgData name="Mohammed Fasha" userId="cc64f42d-a1a6-4f08-b97b-0c37f877119f" providerId="ADAL" clId="{0F6A92A6-FC46-466F-A1EC-286E38E3120A}" dt="2025-03-18T02:46:14.881" v="569" actId="14100"/>
          <ac:spMkLst>
            <pc:docMk/>
            <pc:sldMk cId="2121122174" sldId="475"/>
            <ac:spMk id="3" creationId="{E646A0DA-1B84-8ED0-EB37-1184187E49A0}"/>
          </ac:spMkLst>
        </pc:spChg>
        <pc:spChg chg="add">
          <ac:chgData name="Mohammed Fasha" userId="cc64f42d-a1a6-4f08-b97b-0c37f877119f" providerId="ADAL" clId="{0F6A92A6-FC46-466F-A1EC-286E38E3120A}" dt="2025-03-18T02:44:58.943" v="560"/>
          <ac:spMkLst>
            <pc:docMk/>
            <pc:sldMk cId="2121122174" sldId="475"/>
            <ac:spMk id="4" creationId="{044390B4-4495-AD64-202E-3159467E9114}"/>
          </ac:spMkLst>
        </pc:spChg>
        <pc:picChg chg="add mod">
          <ac:chgData name="Mohammed Fasha" userId="cc64f42d-a1a6-4f08-b97b-0c37f877119f" providerId="ADAL" clId="{0F6A92A6-FC46-466F-A1EC-286E38E3120A}" dt="2025-03-18T02:46:11.470" v="568" actId="1076"/>
          <ac:picMkLst>
            <pc:docMk/>
            <pc:sldMk cId="2121122174" sldId="475"/>
            <ac:picMk id="6148" creationId="{20CF0278-6C37-7374-B778-0F7349739BD4}"/>
          </ac:picMkLst>
        </pc:picChg>
      </pc:sldChg>
      <pc:sldChg chg="addSp 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3813044436" sldId="476"/>
        </pc:sldMkLst>
        <pc:spChg chg="mod">
          <ac:chgData name="Mohammed Fasha" userId="cc64f42d-a1a6-4f08-b97b-0c37f877119f" providerId="ADAL" clId="{0F6A92A6-FC46-466F-A1EC-286E38E3120A}" dt="2025-03-18T02:20:12.430" v="128" actId="113"/>
          <ac:spMkLst>
            <pc:docMk/>
            <pc:sldMk cId="3813044436" sldId="476"/>
            <ac:spMk id="2" creationId="{A2227078-7C24-6BBE-77CD-F9CDDA21086E}"/>
          </ac:spMkLst>
        </pc:spChg>
        <pc:spChg chg="mod">
          <ac:chgData name="Mohammed Fasha" userId="cc64f42d-a1a6-4f08-b97b-0c37f877119f" providerId="ADAL" clId="{0F6A92A6-FC46-466F-A1EC-286E38E3120A}" dt="2025-03-18T02:48:17.415" v="574" actId="27636"/>
          <ac:spMkLst>
            <pc:docMk/>
            <pc:sldMk cId="3813044436" sldId="476"/>
            <ac:spMk id="3" creationId="{B5680A53-1621-580E-DC68-4CC426721DC7}"/>
          </ac:spMkLst>
        </pc:spChg>
        <pc:spChg chg="add mod">
          <ac:chgData name="Mohammed Fasha" userId="cc64f42d-a1a6-4f08-b97b-0c37f877119f" providerId="ADAL" clId="{0F6A92A6-FC46-466F-A1EC-286E38E3120A}" dt="2025-03-18T02:48:33.776" v="584" actId="1076"/>
          <ac:spMkLst>
            <pc:docMk/>
            <pc:sldMk cId="3813044436" sldId="476"/>
            <ac:spMk id="5" creationId="{2C79CABB-8FF8-C238-31C7-C756933F0AFC}"/>
          </ac:spMkLst>
        </pc:spChg>
      </pc:sldChg>
      <pc:sldChg chg="addSp delSp modSp new mod modClrScheme chgLayout">
        <pc:chgData name="Mohammed Fasha" userId="cc64f42d-a1a6-4f08-b97b-0c37f877119f" providerId="ADAL" clId="{0F6A92A6-FC46-466F-A1EC-286E38E3120A}" dt="2025-03-18T02:20:48.718" v="171" actId="26606"/>
        <pc:sldMkLst>
          <pc:docMk/>
          <pc:sldMk cId="1668182246" sldId="477"/>
        </pc:sldMkLst>
        <pc:spChg chg="del mod ord">
          <ac:chgData name="Mohammed Fasha" userId="cc64f42d-a1a6-4f08-b97b-0c37f877119f" providerId="ADAL" clId="{0F6A92A6-FC46-466F-A1EC-286E38E3120A}" dt="2025-03-18T02:20:18.302" v="130" actId="700"/>
          <ac:spMkLst>
            <pc:docMk/>
            <pc:sldMk cId="1668182246" sldId="477"/>
            <ac:spMk id="2" creationId="{480EB751-1AC3-164C-8ED7-DFF76B255433}"/>
          </ac:spMkLst>
        </pc:spChg>
        <pc:spChg chg="del">
          <ac:chgData name="Mohammed Fasha" userId="cc64f42d-a1a6-4f08-b97b-0c37f877119f" providerId="ADAL" clId="{0F6A92A6-FC46-466F-A1EC-286E38E3120A}" dt="2025-03-18T02:20:18.302" v="130" actId="700"/>
          <ac:spMkLst>
            <pc:docMk/>
            <pc:sldMk cId="1668182246" sldId="477"/>
            <ac:spMk id="3" creationId="{0B59A71D-8D56-3575-D385-E6CCABA0E109}"/>
          </ac:spMkLst>
        </pc:spChg>
        <pc:spChg chg="add del mod ord">
          <ac:chgData name="Mohammed Fasha" userId="cc64f42d-a1a6-4f08-b97b-0c37f877119f" providerId="ADAL" clId="{0F6A92A6-FC46-466F-A1EC-286E38E3120A}" dt="2025-03-18T02:20:22.533" v="131" actId="700"/>
          <ac:spMkLst>
            <pc:docMk/>
            <pc:sldMk cId="1668182246" sldId="477"/>
            <ac:spMk id="4" creationId="{2CCC674E-0FE3-C50D-D1F5-86649D89E5EC}"/>
          </ac:spMkLst>
        </pc:spChg>
        <pc:spChg chg="add mod ord">
          <ac:chgData name="Mohammed Fasha" userId="cc64f42d-a1a6-4f08-b97b-0c37f877119f" providerId="ADAL" clId="{0F6A92A6-FC46-466F-A1EC-286E38E3120A}" dt="2025-03-18T02:20:48.718" v="171" actId="26606"/>
          <ac:spMkLst>
            <pc:docMk/>
            <pc:sldMk cId="1668182246" sldId="477"/>
            <ac:spMk id="5" creationId="{41133BFA-5BB3-2A95-7FFB-71799237C144}"/>
          </ac:spMkLst>
        </pc:spChg>
        <pc:spChg chg="add del mod ord">
          <ac:chgData name="Mohammed Fasha" userId="cc64f42d-a1a6-4f08-b97b-0c37f877119f" providerId="ADAL" clId="{0F6A92A6-FC46-466F-A1EC-286E38E3120A}" dt="2025-03-18T02:20:48.718" v="171" actId="26606"/>
          <ac:spMkLst>
            <pc:docMk/>
            <pc:sldMk cId="1668182246" sldId="477"/>
            <ac:spMk id="6" creationId="{F055FB20-75AA-C3E2-08F5-78605162D8E3}"/>
          </ac:spMkLst>
        </pc:spChg>
        <pc:picChg chg="add del">
          <ac:chgData name="Mohammed Fasha" userId="cc64f42d-a1a6-4f08-b97b-0c37f877119f" providerId="ADAL" clId="{0F6A92A6-FC46-466F-A1EC-286E38E3120A}" dt="2025-03-18T02:20:48.718" v="171" actId="26606"/>
          <ac:picMkLst>
            <pc:docMk/>
            <pc:sldMk cId="1668182246" sldId="477"/>
            <ac:picMk id="8" creationId="{A8AE14D0-945A-04D7-0E42-6429905FE345}"/>
          </ac:picMkLst>
        </pc:picChg>
      </pc:sldChg>
      <pc:sldChg chg="addSp delSp modSp new del mod modClrScheme chgLayout">
        <pc:chgData name="Mohammed Fasha" userId="cc64f42d-a1a6-4f08-b97b-0c37f877119f" providerId="ADAL" clId="{0F6A92A6-FC46-466F-A1EC-286E38E3120A}" dt="2025-03-18T04:57:10.317" v="585" actId="2696"/>
        <pc:sldMkLst>
          <pc:docMk/>
          <pc:sldMk cId="4029215541" sldId="478"/>
        </pc:sldMkLst>
        <pc:spChg chg="del mod ord">
          <ac:chgData name="Mohammed Fasha" userId="cc64f42d-a1a6-4f08-b97b-0c37f877119f" providerId="ADAL" clId="{0F6A92A6-FC46-466F-A1EC-286E38E3120A}" dt="2025-03-18T02:20:59.138" v="173" actId="700"/>
          <ac:spMkLst>
            <pc:docMk/>
            <pc:sldMk cId="4029215541" sldId="478"/>
            <ac:spMk id="2" creationId="{2514CBE5-0B96-313A-9EEC-507BA7D771F0}"/>
          </ac:spMkLst>
        </pc:spChg>
        <pc:spChg chg="del mod ord">
          <ac:chgData name="Mohammed Fasha" userId="cc64f42d-a1a6-4f08-b97b-0c37f877119f" providerId="ADAL" clId="{0F6A92A6-FC46-466F-A1EC-286E38E3120A}" dt="2025-03-18T02:20:59.138" v="173" actId="700"/>
          <ac:spMkLst>
            <pc:docMk/>
            <pc:sldMk cId="4029215541" sldId="478"/>
            <ac:spMk id="3" creationId="{5F0ADC11-941B-F19D-E1DA-9066DA3AC0F1}"/>
          </ac:spMkLst>
        </pc:spChg>
        <pc:spChg chg="add mod ord">
          <ac:chgData name="Mohammed Fasha" userId="cc64f42d-a1a6-4f08-b97b-0c37f877119f" providerId="ADAL" clId="{0F6A92A6-FC46-466F-A1EC-286E38E3120A}" dt="2025-03-18T02:21:12.820" v="213" actId="313"/>
          <ac:spMkLst>
            <pc:docMk/>
            <pc:sldMk cId="4029215541" sldId="478"/>
            <ac:spMk id="4" creationId="{793E821F-BAF6-0898-5351-94EACE7EC986}"/>
          </ac:spMkLst>
        </pc:spChg>
        <pc:spChg chg="add mod ord">
          <ac:chgData name="Mohammed Fasha" userId="cc64f42d-a1a6-4f08-b97b-0c37f877119f" providerId="ADAL" clId="{0F6A92A6-FC46-466F-A1EC-286E38E3120A}" dt="2025-03-18T02:20:59.138" v="173" actId="700"/>
          <ac:spMkLst>
            <pc:docMk/>
            <pc:sldMk cId="4029215541" sldId="478"/>
            <ac:spMk id="5" creationId="{1A932A36-31D2-0C47-D223-E7AF6CE8B777}"/>
          </ac:spMkLst>
        </pc:spChg>
      </pc:sldChg>
      <pc:sldChg chg="modSp new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1482389771" sldId="479"/>
        </pc:sldMkLst>
        <pc:spChg chg="mod">
          <ac:chgData name="Mohammed Fasha" userId="cc64f42d-a1a6-4f08-b97b-0c37f877119f" providerId="ADAL" clId="{0F6A92A6-FC46-466F-A1EC-286E38E3120A}" dt="2025-03-18T02:21:36.912" v="223" actId="113"/>
          <ac:spMkLst>
            <pc:docMk/>
            <pc:sldMk cId="1482389771" sldId="479"/>
            <ac:spMk id="2" creationId="{CB035CE7-80AB-8635-4D30-14DEED3D6874}"/>
          </ac:spMkLst>
        </pc:spChg>
        <pc:spChg chg="mod">
          <ac:chgData name="Mohammed Fasha" userId="cc64f42d-a1a6-4f08-b97b-0c37f877119f" providerId="ADAL" clId="{0F6A92A6-FC46-466F-A1EC-286E38E3120A}" dt="2025-03-18T02:21:33.290" v="218" actId="21"/>
          <ac:spMkLst>
            <pc:docMk/>
            <pc:sldMk cId="1482389771" sldId="479"/>
            <ac:spMk id="3" creationId="{F3111502-A9CC-025F-C1CA-98E6013AA1B7}"/>
          </ac:spMkLst>
        </pc:spChg>
      </pc:sldChg>
      <pc:sldChg chg="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3600746956" sldId="480"/>
        </pc:sldMkLst>
        <pc:spChg chg="mod">
          <ac:chgData name="Mohammed Fasha" userId="cc64f42d-a1a6-4f08-b97b-0c37f877119f" providerId="ADAL" clId="{0F6A92A6-FC46-466F-A1EC-286E38E3120A}" dt="2025-03-18T02:21:51.405" v="230" actId="113"/>
          <ac:spMkLst>
            <pc:docMk/>
            <pc:sldMk cId="3600746956" sldId="480"/>
            <ac:spMk id="2" creationId="{216EFD43-EC78-2760-4441-6FA5BB144341}"/>
          </ac:spMkLst>
        </pc:spChg>
        <pc:spChg chg="mod">
          <ac:chgData name="Mohammed Fasha" userId="cc64f42d-a1a6-4f08-b97b-0c37f877119f" providerId="ADAL" clId="{0F6A92A6-FC46-466F-A1EC-286E38E3120A}" dt="2025-03-18T02:21:47.479" v="225" actId="21"/>
          <ac:spMkLst>
            <pc:docMk/>
            <pc:sldMk cId="3600746956" sldId="480"/>
            <ac:spMk id="3" creationId="{F475C58F-C92D-F889-C5B6-A17F6FDA146D}"/>
          </ac:spMkLst>
        </pc:spChg>
      </pc:sldChg>
      <pc:sldChg chg="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2640097628" sldId="481"/>
        </pc:sldMkLst>
        <pc:spChg chg="mod">
          <ac:chgData name="Mohammed Fasha" userId="cc64f42d-a1a6-4f08-b97b-0c37f877119f" providerId="ADAL" clId="{0F6A92A6-FC46-466F-A1EC-286E38E3120A}" dt="2025-03-18T02:22:08.346" v="237" actId="113"/>
          <ac:spMkLst>
            <pc:docMk/>
            <pc:sldMk cId="2640097628" sldId="481"/>
            <ac:spMk id="2" creationId="{EE500019-8324-2143-7CB7-6F3BC99C24FF}"/>
          </ac:spMkLst>
        </pc:spChg>
        <pc:spChg chg="mod">
          <ac:chgData name="Mohammed Fasha" userId="cc64f42d-a1a6-4f08-b97b-0c37f877119f" providerId="ADAL" clId="{0F6A92A6-FC46-466F-A1EC-286E38E3120A}" dt="2025-03-18T02:22:03.964" v="232" actId="21"/>
          <ac:spMkLst>
            <pc:docMk/>
            <pc:sldMk cId="2640097628" sldId="481"/>
            <ac:spMk id="3" creationId="{F40983DB-FB32-D093-B285-908335E0EBCB}"/>
          </ac:spMkLst>
        </pc:spChg>
      </pc:sldChg>
      <pc:sldChg chg="addSp delSp modSp new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2594727727" sldId="482"/>
        </pc:sldMkLst>
        <pc:spChg chg="mod">
          <ac:chgData name="Mohammed Fasha" userId="cc64f42d-a1a6-4f08-b97b-0c37f877119f" providerId="ADAL" clId="{0F6A92A6-FC46-466F-A1EC-286E38E3120A}" dt="2025-03-18T02:29:59.903" v="364" actId="113"/>
          <ac:spMkLst>
            <pc:docMk/>
            <pc:sldMk cId="2594727727" sldId="482"/>
            <ac:spMk id="2" creationId="{EACFC16C-8860-B029-0EE9-E73174EF5713}"/>
          </ac:spMkLst>
        </pc:spChg>
        <pc:spChg chg="mod">
          <ac:chgData name="Mohammed Fasha" userId="cc64f42d-a1a6-4f08-b97b-0c37f877119f" providerId="ADAL" clId="{0F6A92A6-FC46-466F-A1EC-286E38E3120A}" dt="2025-03-18T02:25:37.533" v="293" actId="14100"/>
          <ac:spMkLst>
            <pc:docMk/>
            <pc:sldMk cId="2594727727" sldId="482"/>
            <ac:spMk id="3" creationId="{F2BED763-A0A8-5732-8758-7FD0E4F9D426}"/>
          </ac:spMkLst>
        </pc:spChg>
        <pc:spChg chg="add">
          <ac:chgData name="Mohammed Fasha" userId="cc64f42d-a1a6-4f08-b97b-0c37f877119f" providerId="ADAL" clId="{0F6A92A6-FC46-466F-A1EC-286E38E3120A}" dt="2025-03-18T02:25:40.375" v="294"/>
          <ac:spMkLst>
            <pc:docMk/>
            <pc:sldMk cId="2594727727" sldId="482"/>
            <ac:spMk id="4" creationId="{648BC27D-70F7-9339-C6A4-8F1FD5105A26}"/>
          </ac:spMkLst>
        </pc:spChg>
        <pc:spChg chg="add del mod">
          <ac:chgData name="Mohammed Fasha" userId="cc64f42d-a1a6-4f08-b97b-0c37f877119f" providerId="ADAL" clId="{0F6A92A6-FC46-466F-A1EC-286E38E3120A}" dt="2025-03-18T02:35:02.545" v="507" actId="1076"/>
          <ac:spMkLst>
            <pc:docMk/>
            <pc:sldMk cId="2594727727" sldId="482"/>
            <ac:spMk id="5" creationId="{18F80362-1732-E569-BE73-51486D1CD695}"/>
          </ac:spMkLst>
        </pc:spChg>
        <pc:spChg chg="add">
          <ac:chgData name="Mohammed Fasha" userId="cc64f42d-a1a6-4f08-b97b-0c37f877119f" providerId="ADAL" clId="{0F6A92A6-FC46-466F-A1EC-286E38E3120A}" dt="2025-03-18T02:25:49.702" v="296"/>
          <ac:spMkLst>
            <pc:docMk/>
            <pc:sldMk cId="2594727727" sldId="482"/>
            <ac:spMk id="6" creationId="{05CF45DF-F9F3-4A55-FFD9-1F7E626D8DFF}"/>
          </ac:spMkLst>
        </pc:spChg>
        <pc:picChg chg="add mod">
          <ac:chgData name="Mohammed Fasha" userId="cc64f42d-a1a6-4f08-b97b-0c37f877119f" providerId="ADAL" clId="{0F6A92A6-FC46-466F-A1EC-286E38E3120A}" dt="2025-03-18T02:35:07.740" v="509" actId="1076"/>
          <ac:picMkLst>
            <pc:docMk/>
            <pc:sldMk cId="2594727727" sldId="482"/>
            <ac:picMk id="8" creationId="{AB7816A1-1E19-6FFB-9D01-9972659A1DFA}"/>
          </ac:picMkLst>
        </pc:picChg>
      </pc:sldChg>
      <pc:sldChg chg="addSp 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395748561" sldId="483"/>
        </pc:sldMkLst>
        <pc:spChg chg="mod">
          <ac:chgData name="Mohammed Fasha" userId="cc64f42d-a1a6-4f08-b97b-0c37f877119f" providerId="ADAL" clId="{0F6A92A6-FC46-466F-A1EC-286E38E3120A}" dt="2025-03-18T02:29:45.039" v="355" actId="113"/>
          <ac:spMkLst>
            <pc:docMk/>
            <pc:sldMk cId="395748561" sldId="483"/>
            <ac:spMk id="2" creationId="{82FAE5B0-8B42-A9B6-913D-6BC3C8CE02B4}"/>
          </ac:spMkLst>
        </pc:spChg>
        <pc:spChg chg="mod">
          <ac:chgData name="Mohammed Fasha" userId="cc64f42d-a1a6-4f08-b97b-0c37f877119f" providerId="ADAL" clId="{0F6A92A6-FC46-466F-A1EC-286E38E3120A}" dt="2025-03-18T02:32:56.805" v="407" actId="948"/>
          <ac:spMkLst>
            <pc:docMk/>
            <pc:sldMk cId="395748561" sldId="483"/>
            <ac:spMk id="3" creationId="{F5393F2B-7C45-0710-E1FA-4562BC905689}"/>
          </ac:spMkLst>
        </pc:spChg>
        <pc:spChg chg="add mod">
          <ac:chgData name="Mohammed Fasha" userId="cc64f42d-a1a6-4f08-b97b-0c37f877119f" providerId="ADAL" clId="{0F6A92A6-FC46-466F-A1EC-286E38E3120A}" dt="2025-03-18T02:29:28.065" v="349" actId="1076"/>
          <ac:spMkLst>
            <pc:docMk/>
            <pc:sldMk cId="395748561" sldId="483"/>
            <ac:spMk id="4" creationId="{48DA7D80-E0D4-EBF4-547D-9B64B160E756}"/>
          </ac:spMkLst>
        </pc:spChg>
      </pc:sldChg>
      <pc:sldChg chg="addSp 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1898826015" sldId="484"/>
        </pc:sldMkLst>
        <pc:spChg chg="mod">
          <ac:chgData name="Mohammed Fasha" userId="cc64f42d-a1a6-4f08-b97b-0c37f877119f" providerId="ADAL" clId="{0F6A92A6-FC46-466F-A1EC-286E38E3120A}" dt="2025-03-18T02:30:16.761" v="373" actId="113"/>
          <ac:spMkLst>
            <pc:docMk/>
            <pc:sldMk cId="1898826015" sldId="484"/>
            <ac:spMk id="2" creationId="{D779CBF4-EB4D-4CA8-B5D3-C93329CF2647}"/>
          </ac:spMkLst>
        </pc:spChg>
        <pc:spChg chg="mod">
          <ac:chgData name="Mohammed Fasha" userId="cc64f42d-a1a6-4f08-b97b-0c37f877119f" providerId="ADAL" clId="{0F6A92A6-FC46-466F-A1EC-286E38E3120A}" dt="2025-03-18T02:31:14.338" v="401" actId="14100"/>
          <ac:spMkLst>
            <pc:docMk/>
            <pc:sldMk cId="1898826015" sldId="484"/>
            <ac:spMk id="3" creationId="{3BA454D4-9812-1209-CD60-8EB223E38EEF}"/>
          </ac:spMkLst>
        </pc:spChg>
        <pc:spChg chg="add mod">
          <ac:chgData name="Mohammed Fasha" userId="cc64f42d-a1a6-4f08-b97b-0c37f877119f" providerId="ADAL" clId="{0F6A92A6-FC46-466F-A1EC-286E38E3120A}" dt="2025-03-18T02:33:26.635" v="416" actId="1076"/>
          <ac:spMkLst>
            <pc:docMk/>
            <pc:sldMk cId="1898826015" sldId="484"/>
            <ac:spMk id="4" creationId="{F66949F1-BF3E-9D3B-4FE8-CC86D498208F}"/>
          </ac:spMkLst>
        </pc:spChg>
      </pc:sldChg>
      <pc:sldChg chg="add del">
        <pc:chgData name="Mohammed Fasha" userId="cc64f42d-a1a6-4f08-b97b-0c37f877119f" providerId="ADAL" clId="{0F6A92A6-FC46-466F-A1EC-286E38E3120A}" dt="2025-03-18T04:57:12.217" v="586" actId="47"/>
        <pc:sldMkLst>
          <pc:docMk/>
          <pc:sldMk cId="2357244130" sldId="485"/>
        </pc:sldMkLst>
      </pc:sldChg>
      <pc:sldChg chg="delSp modSp add del mod">
        <pc:chgData name="Mohammed Fasha" userId="cc64f42d-a1a6-4f08-b97b-0c37f877119f" providerId="ADAL" clId="{0F6A92A6-FC46-466F-A1EC-286E38E3120A}" dt="2025-03-18T04:57:10.317" v="585" actId="2696"/>
        <pc:sldMkLst>
          <pc:docMk/>
          <pc:sldMk cId="2842851281" sldId="486"/>
        </pc:sldMkLst>
        <pc:spChg chg="mod">
          <ac:chgData name="Mohammed Fasha" userId="cc64f42d-a1a6-4f08-b97b-0c37f877119f" providerId="ADAL" clId="{0F6A92A6-FC46-466F-A1EC-286E38E3120A}" dt="2025-03-18T02:34:14.790" v="492" actId="20577"/>
          <ac:spMkLst>
            <pc:docMk/>
            <pc:sldMk cId="2842851281" sldId="486"/>
            <ac:spMk id="2" creationId="{33305948-F64F-5764-8258-F72ACF557022}"/>
          </ac:spMkLst>
        </pc:spChg>
        <pc:spChg chg="mod">
          <ac:chgData name="Mohammed Fasha" userId="cc64f42d-a1a6-4f08-b97b-0c37f877119f" providerId="ADAL" clId="{0F6A92A6-FC46-466F-A1EC-286E38E3120A}" dt="2025-03-18T02:34:45.917" v="503" actId="27636"/>
          <ac:spMkLst>
            <pc:docMk/>
            <pc:sldMk cId="2842851281" sldId="486"/>
            <ac:spMk id="3" creationId="{9B51F95D-5599-9D1A-17E3-049E587B0402}"/>
          </ac:spMkLst>
        </pc:spChg>
        <pc:spChg chg="mod">
          <ac:chgData name="Mohammed Fasha" userId="cc64f42d-a1a6-4f08-b97b-0c37f877119f" providerId="ADAL" clId="{0F6A92A6-FC46-466F-A1EC-286E38E3120A}" dt="2025-03-18T02:36:29.747" v="520" actId="20577"/>
          <ac:spMkLst>
            <pc:docMk/>
            <pc:sldMk cId="2842851281" sldId="486"/>
            <ac:spMk id="5" creationId="{0E875229-EE15-C44C-F1A7-4DB41F5AF424}"/>
          </ac:spMkLst>
        </pc:spChg>
        <pc:picChg chg="del">
          <ac:chgData name="Mohammed Fasha" userId="cc64f42d-a1a6-4f08-b97b-0c37f877119f" providerId="ADAL" clId="{0F6A92A6-FC46-466F-A1EC-286E38E3120A}" dt="2025-03-18T02:36:06.491" v="513" actId="21"/>
          <ac:picMkLst>
            <pc:docMk/>
            <pc:sldMk cId="2842851281" sldId="486"/>
            <ac:picMk id="8" creationId="{56EAB362-4498-3680-79F0-AF103DB7E266}"/>
          </ac:picMkLst>
        </pc:picChg>
      </pc:sldChg>
    </pc:docChg>
  </pc:docChgLst>
  <pc:docChgLst>
    <pc:chgData name="Mohammed Fasha" userId="S::mohammed.fasha@uop.edu.jo::cc64f42d-a1a6-4f08-b97b-0c37f877119f" providerId="AD" clId="Web-{5C86E801-D2EF-92BA-0550-CFAF0E1AFAFC}"/>
    <pc:docChg chg="addSld delSld modSld">
      <pc:chgData name="Mohammed Fasha" userId="S::mohammed.fasha@uop.edu.jo::cc64f42d-a1a6-4f08-b97b-0c37f877119f" providerId="AD" clId="Web-{5C86E801-D2EF-92BA-0550-CFAF0E1AFAFC}" dt="2025-03-15T08:07:49.192" v="76"/>
      <pc:docMkLst>
        <pc:docMk/>
      </pc:docMkLst>
      <pc:sldChg chg="add del">
        <pc:chgData name="Mohammed Fasha" userId="S::mohammed.fasha@uop.edu.jo::cc64f42d-a1a6-4f08-b97b-0c37f877119f" providerId="AD" clId="Web-{5C86E801-D2EF-92BA-0550-CFAF0E1AFAFC}" dt="2025-03-15T08:04:21.688" v="38"/>
        <pc:sldMkLst>
          <pc:docMk/>
          <pc:sldMk cId="0" sldId="256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1.422" v="37"/>
        <pc:sldMkLst>
          <pc:docMk/>
          <pc:sldMk cId="1934860174" sldId="285"/>
        </pc:sldMkLst>
      </pc:sldChg>
      <pc:sldChg chg="addSp delSp modSp add del mod modClrScheme chgLayout">
        <pc:chgData name="Mohammed Fasha" userId="S::mohammed.fasha@uop.edu.jo::cc64f42d-a1a6-4f08-b97b-0c37f877119f" providerId="AD" clId="Web-{5C86E801-D2EF-92BA-0550-CFAF0E1AFAFC}" dt="2025-03-15T08:05:55.002" v="64"/>
        <pc:sldMkLst>
          <pc:docMk/>
          <pc:sldMk cId="1294835954" sldId="288"/>
        </pc:sldMkLst>
      </pc:sldChg>
      <pc:sldChg chg="add">
        <pc:chgData name="Mohammed Fasha" userId="S::mohammed.fasha@uop.edu.jo::cc64f42d-a1a6-4f08-b97b-0c37f877119f" providerId="AD" clId="Web-{5C86E801-D2EF-92BA-0550-CFAF0E1AFAFC}" dt="2025-03-15T08:04:09.547" v="20"/>
        <pc:sldMkLst>
          <pc:docMk/>
          <pc:sldMk cId="416776941" sldId="289"/>
        </pc:sldMkLst>
      </pc:sldChg>
      <pc:sldChg chg="add">
        <pc:chgData name="Mohammed Fasha" userId="S::mohammed.fasha@uop.edu.jo::cc64f42d-a1a6-4f08-b97b-0c37f877119f" providerId="AD" clId="Web-{5C86E801-D2EF-92BA-0550-CFAF0E1AFAFC}" dt="2025-03-15T08:04:09.641" v="21"/>
        <pc:sldMkLst>
          <pc:docMk/>
          <pc:sldMk cId="2079225657" sldId="290"/>
        </pc:sldMkLst>
      </pc:sldChg>
      <pc:sldChg chg="add">
        <pc:chgData name="Mohammed Fasha" userId="S::mohammed.fasha@uop.edu.jo::cc64f42d-a1a6-4f08-b97b-0c37f877119f" providerId="AD" clId="Web-{5C86E801-D2EF-92BA-0550-CFAF0E1AFAFC}" dt="2025-03-15T08:04:09.906" v="22"/>
        <pc:sldMkLst>
          <pc:docMk/>
          <pc:sldMk cId="2088001872" sldId="291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141" v="23"/>
        <pc:sldMkLst>
          <pc:docMk/>
          <pc:sldMk cId="1893373019" sldId="292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578" v="24"/>
        <pc:sldMkLst>
          <pc:docMk/>
          <pc:sldMk cId="105675678" sldId="293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594" v="25"/>
        <pc:sldMkLst>
          <pc:docMk/>
          <pc:sldMk cId="2028619254" sldId="294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594" v="26"/>
        <pc:sldMkLst>
          <pc:docMk/>
          <pc:sldMk cId="1648889151" sldId="296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672" v="28"/>
        <pc:sldMkLst>
          <pc:docMk/>
          <pc:sldMk cId="1751924142" sldId="297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688" v="29"/>
        <pc:sldMkLst>
          <pc:docMk/>
          <pc:sldMk cId="1359989136" sldId="298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703" v="30"/>
        <pc:sldMkLst>
          <pc:docMk/>
          <pc:sldMk cId="1821443450" sldId="299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891" v="31"/>
        <pc:sldMkLst>
          <pc:docMk/>
          <pc:sldMk cId="1376231676" sldId="300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1.203" v="34"/>
        <pc:sldMkLst>
          <pc:docMk/>
          <pc:sldMk cId="1620554975" sldId="302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1.359" v="35"/>
        <pc:sldMkLst>
          <pc:docMk/>
          <pc:sldMk cId="2095738023" sldId="303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1.422" v="36"/>
        <pc:sldMkLst>
          <pc:docMk/>
          <pc:sldMk cId="156663359" sldId="304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1.016" v="32"/>
        <pc:sldMkLst>
          <pc:docMk/>
          <pc:sldMk cId="155004230" sldId="305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1.094" v="33"/>
        <pc:sldMkLst>
          <pc:docMk/>
          <pc:sldMk cId="1689879719" sldId="308"/>
        </pc:sldMkLst>
      </pc:sldChg>
      <pc:sldChg chg="add">
        <pc:chgData name="Mohammed Fasha" userId="S::mohammed.fasha@uop.edu.jo::cc64f42d-a1a6-4f08-b97b-0c37f877119f" providerId="AD" clId="Web-{5C86E801-D2EF-92BA-0550-CFAF0E1AFAFC}" dt="2025-03-15T08:04:10.672" v="27"/>
        <pc:sldMkLst>
          <pc:docMk/>
          <pc:sldMk cId="15685033" sldId="309"/>
        </pc:sldMkLst>
      </pc:sldChg>
      <pc:sldChg chg="addSp delSp modSp">
        <pc:chgData name="Mohammed Fasha" userId="S::mohammed.fasha@uop.edu.jo::cc64f42d-a1a6-4f08-b97b-0c37f877119f" providerId="AD" clId="Web-{5C86E801-D2EF-92BA-0550-CFAF0E1AFAFC}" dt="2025-03-15T08:04:38.188" v="43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5C86E801-D2EF-92BA-0550-CFAF0E1AFAFC}" dt="2025-03-15T08:04:38.188" v="43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del">
        <pc:chgData name="Mohammed Fasha" userId="S::mohammed.fasha@uop.edu.jo::cc64f42d-a1a6-4f08-b97b-0c37f877119f" providerId="AD" clId="Web-{5C86E801-D2EF-92BA-0550-CFAF0E1AFAFC}" dt="2025-03-15T08:02:15.216" v="15"/>
        <pc:sldMkLst>
          <pc:docMk/>
          <pc:sldMk cId="2282942957" sldId="456"/>
        </pc:sldMkLst>
      </pc:sldChg>
      <pc:sldChg chg="addSp delSp modSp new">
        <pc:chgData name="Mohammed Fasha" userId="S::mohammed.fasha@uop.edu.jo::cc64f42d-a1a6-4f08-b97b-0c37f877119f" providerId="AD" clId="Web-{5C86E801-D2EF-92BA-0550-CFAF0E1AFAFC}" dt="2025-03-15T08:07:49.192" v="76"/>
        <pc:sldMkLst>
          <pc:docMk/>
          <pc:sldMk cId="3313801511" sldId="456"/>
        </pc:sldMkLst>
        <pc:spChg chg="mod">
          <ac:chgData name="Mohammed Fasha" userId="S::mohammed.fasha@uop.edu.jo::cc64f42d-a1a6-4f08-b97b-0c37f877119f" providerId="AD" clId="Web-{5C86E801-D2EF-92BA-0550-CFAF0E1AFAFC}" dt="2025-03-15T08:05:39.924" v="61" actId="20577"/>
          <ac:spMkLst>
            <pc:docMk/>
            <pc:sldMk cId="3313801511" sldId="456"/>
            <ac:spMk id="2" creationId="{0D249FBB-3121-E31B-EA14-7A6C8004056E}"/>
          </ac:spMkLst>
        </pc:spChg>
        <pc:spChg chg="add mod">
          <ac:chgData name="Mohammed Fasha" userId="S::mohammed.fasha@uop.edu.jo::cc64f42d-a1a6-4f08-b97b-0c37f877119f" providerId="AD" clId="Web-{5C86E801-D2EF-92BA-0550-CFAF0E1AFAFC}" dt="2025-03-15T08:07:49.192" v="76"/>
          <ac:spMkLst>
            <pc:docMk/>
            <pc:sldMk cId="3313801511" sldId="456"/>
            <ac:spMk id="6" creationId="{028F3588-3A35-59C9-046D-8544746B15CF}"/>
          </ac:spMkLst>
        </pc:spChg>
      </pc:sldChg>
      <pc:sldChg chg="del">
        <pc:chgData name="Mohammed Fasha" userId="S::mohammed.fasha@uop.edu.jo::cc64f42d-a1a6-4f08-b97b-0c37f877119f" providerId="AD" clId="Web-{5C86E801-D2EF-92BA-0550-CFAF0E1AFAFC}" dt="2025-03-15T08:02:15.216" v="14"/>
        <pc:sldMkLst>
          <pc:docMk/>
          <pc:sldMk cId="1674895679" sldId="457"/>
        </pc:sldMkLst>
      </pc:sldChg>
      <pc:sldChg chg="modSp new">
        <pc:chgData name="Mohammed Fasha" userId="S::mohammed.fasha@uop.edu.jo::cc64f42d-a1a6-4f08-b97b-0c37f877119f" providerId="AD" clId="Web-{5C86E801-D2EF-92BA-0550-CFAF0E1AFAFC}" dt="2025-03-15T08:06:12.362" v="74" actId="20577"/>
        <pc:sldMkLst>
          <pc:docMk/>
          <pc:sldMk cId="2736460752" sldId="457"/>
        </pc:sldMkLst>
        <pc:spChg chg="mod">
          <ac:chgData name="Mohammed Fasha" userId="S::mohammed.fasha@uop.edu.jo::cc64f42d-a1a6-4f08-b97b-0c37f877119f" providerId="AD" clId="Web-{5C86E801-D2EF-92BA-0550-CFAF0E1AFAFC}" dt="2025-03-15T08:06:12.362" v="74" actId="20577"/>
          <ac:spMkLst>
            <pc:docMk/>
            <pc:sldMk cId="2736460752" sldId="457"/>
            <ac:spMk id="3" creationId="{507D72B8-6DDB-C227-071B-A57A64BCAB35}"/>
          </ac:spMkLst>
        </pc:spChg>
      </pc:sldChg>
      <pc:sldChg chg="del">
        <pc:chgData name="Mohammed Fasha" userId="S::mohammed.fasha@uop.edu.jo::cc64f42d-a1a6-4f08-b97b-0c37f877119f" providerId="AD" clId="Web-{5C86E801-D2EF-92BA-0550-CFAF0E1AFAFC}" dt="2025-03-15T08:02:15.216" v="13"/>
        <pc:sldMkLst>
          <pc:docMk/>
          <pc:sldMk cId="3292514151" sldId="458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12"/>
        <pc:sldMkLst>
          <pc:docMk/>
          <pc:sldMk cId="3675936543" sldId="459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11"/>
        <pc:sldMkLst>
          <pc:docMk/>
          <pc:sldMk cId="819366188" sldId="460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01" v="0"/>
        <pc:sldMkLst>
          <pc:docMk/>
          <pc:sldMk cId="247418909" sldId="461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10"/>
        <pc:sldMkLst>
          <pc:docMk/>
          <pc:sldMk cId="1157240725" sldId="462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9"/>
        <pc:sldMkLst>
          <pc:docMk/>
          <pc:sldMk cId="2617340595" sldId="463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8"/>
        <pc:sldMkLst>
          <pc:docMk/>
          <pc:sldMk cId="2675381745" sldId="464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7"/>
        <pc:sldMkLst>
          <pc:docMk/>
          <pc:sldMk cId="4195523681" sldId="465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6"/>
        <pc:sldMkLst>
          <pc:docMk/>
          <pc:sldMk cId="4047127300" sldId="466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5"/>
        <pc:sldMkLst>
          <pc:docMk/>
          <pc:sldMk cId="3183967706" sldId="467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4"/>
        <pc:sldMkLst>
          <pc:docMk/>
          <pc:sldMk cId="3161654258" sldId="468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3"/>
        <pc:sldMkLst>
          <pc:docMk/>
          <pc:sldMk cId="2175348861" sldId="469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16" v="2"/>
        <pc:sldMkLst>
          <pc:docMk/>
          <pc:sldMk cId="2988183144" sldId="470"/>
        </pc:sldMkLst>
      </pc:sldChg>
      <pc:sldChg chg="del">
        <pc:chgData name="Mohammed Fasha" userId="S::mohammed.fasha@uop.edu.jo::cc64f42d-a1a6-4f08-b97b-0c37f877119f" providerId="AD" clId="Web-{5C86E801-D2EF-92BA-0550-CFAF0E1AFAFC}" dt="2025-03-15T08:02:15.201" v="1"/>
        <pc:sldMkLst>
          <pc:docMk/>
          <pc:sldMk cId="1572681964" sldId="471"/>
        </pc:sldMkLst>
      </pc:sldChg>
      <pc:sldMasterChg chg="addSldLayout">
        <pc:chgData name="Mohammed Fasha" userId="S::mohammed.fasha@uop.edu.jo::cc64f42d-a1a6-4f08-b97b-0c37f877119f" providerId="AD" clId="Web-{5C86E801-D2EF-92BA-0550-CFAF0E1AFAFC}" dt="2025-03-15T08:04:09.313" v="19"/>
        <pc:sldMasterMkLst>
          <pc:docMk/>
          <pc:sldMasterMk cId="742811419" sldId="2147483648"/>
        </pc:sldMasterMkLst>
        <pc:sldLayoutChg chg="add">
          <pc:chgData name="Mohammed Fasha" userId="S::mohammed.fasha@uop.edu.jo::cc64f42d-a1a6-4f08-b97b-0c37f877119f" providerId="AD" clId="Web-{5C86E801-D2EF-92BA-0550-CFAF0E1AFAFC}" dt="2025-03-15T08:04:09.313" v="18"/>
          <pc:sldLayoutMkLst>
            <pc:docMk/>
            <pc:sldMasterMk cId="742811419" sldId="2147483648"/>
            <pc:sldLayoutMk cId="2902274837" sldId="2147483660"/>
          </pc:sldLayoutMkLst>
        </pc:sldLayoutChg>
        <pc:sldLayoutChg chg="add">
          <pc:chgData name="Mohammed Fasha" userId="S::mohammed.fasha@uop.edu.jo::cc64f42d-a1a6-4f08-b97b-0c37f877119f" providerId="AD" clId="Web-{5C86E801-D2EF-92BA-0550-CFAF0E1AFAFC}" dt="2025-03-15T08:04:09.313" v="19"/>
          <pc:sldLayoutMkLst>
            <pc:docMk/>
            <pc:sldMasterMk cId="742811419" sldId="2147483648"/>
            <pc:sldLayoutMk cId="3220374438" sldId="2147483661"/>
          </pc:sldLayoutMkLst>
        </pc:sldLayoutChg>
      </pc:sldMasterChg>
    </pc:docChg>
  </pc:docChgLst>
  <pc:docChgLst>
    <pc:chgData name="Mohammed Fasha" userId="cc64f42d-a1a6-4f08-b97b-0c37f877119f" providerId="ADAL" clId="{BAA24B5F-E316-4807-ADAF-14922A29E8E2}"/>
    <pc:docChg chg="undo custSel addSld modSld sldOrd">
      <pc:chgData name="Mohammed Fasha" userId="cc64f42d-a1a6-4f08-b97b-0c37f877119f" providerId="ADAL" clId="{BAA24B5F-E316-4807-ADAF-14922A29E8E2}" dt="2025-03-15T11:50:13.661" v="227" actId="12"/>
      <pc:docMkLst>
        <pc:docMk/>
      </pc:docMkLst>
      <pc:sldChg chg="addSp delSp modSp add mod chgLayout">
        <pc:chgData name="Mohammed Fasha" userId="cc64f42d-a1a6-4f08-b97b-0c37f877119f" providerId="ADAL" clId="{BAA24B5F-E316-4807-ADAF-14922A29E8E2}" dt="2025-03-15T09:30:10.852" v="75" actId="20577"/>
        <pc:sldMkLst>
          <pc:docMk/>
          <pc:sldMk cId="3259240421" sldId="458"/>
        </pc:sldMkLst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2" creationId="{00000000-0000-0000-0000-000000000000}"/>
          </ac:spMkLst>
        </pc:spChg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3" creationId="{00000000-0000-0000-0000-000000000000}"/>
          </ac:spMkLst>
        </pc:spChg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5" creationId="{00000000-0000-0000-0000-000000000000}"/>
          </ac:spMkLst>
        </pc:spChg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7" creationId="{00000000-0000-0000-0000-000000000000}"/>
          </ac:spMkLst>
        </pc:spChg>
        <pc:spChg chg="add mod ord">
          <ac:chgData name="Mohammed Fasha" userId="cc64f42d-a1a6-4f08-b97b-0c37f877119f" providerId="ADAL" clId="{BAA24B5F-E316-4807-ADAF-14922A29E8E2}" dt="2025-03-15T09:30:10.852" v="75" actId="20577"/>
          <ac:spMkLst>
            <pc:docMk/>
            <pc:sldMk cId="3259240421" sldId="458"/>
            <ac:spMk id="8" creationId="{844C69F2-05F6-5350-5064-3146E8C405FE}"/>
          </ac:spMkLst>
        </pc:spChg>
        <pc:spChg chg="add mod ord">
          <ac:chgData name="Mohammed Fasha" userId="cc64f42d-a1a6-4f08-b97b-0c37f877119f" providerId="ADAL" clId="{BAA24B5F-E316-4807-ADAF-14922A29E8E2}" dt="2025-03-15T09:29:58.853" v="41" actId="700"/>
          <ac:spMkLst>
            <pc:docMk/>
            <pc:sldMk cId="3259240421" sldId="458"/>
            <ac:spMk id="9" creationId="{E77C13ED-BA33-EFC5-E059-C36C28A72D68}"/>
          </ac:spMkLst>
        </pc:spChg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15" creationId="{00000000-0000-0000-0000-000000000000}"/>
          </ac:spMkLst>
        </pc:spChg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16" creationId="{00000000-0000-0000-0000-000000000000}"/>
          </ac:spMkLst>
        </pc:spChg>
        <pc:spChg chg="mod">
          <ac:chgData name="Mohammed Fasha" userId="cc64f42d-a1a6-4f08-b97b-0c37f877119f" providerId="ADAL" clId="{BAA24B5F-E316-4807-ADAF-14922A29E8E2}" dt="2025-03-15T09:29:55.442" v="40" actId="1036"/>
          <ac:spMkLst>
            <pc:docMk/>
            <pc:sldMk cId="3259240421" sldId="458"/>
            <ac:spMk id="22" creationId="{00000000-0000-0000-0000-000000000000}"/>
          </ac:spMkLst>
        </pc:spChg>
      </pc:sldChg>
      <pc:sldChg chg="modSp new mod">
        <pc:chgData name="Mohammed Fasha" userId="cc64f42d-a1a6-4f08-b97b-0c37f877119f" providerId="ADAL" clId="{BAA24B5F-E316-4807-ADAF-14922A29E8E2}" dt="2025-03-15T10:54:27.780" v="83" actId="113"/>
        <pc:sldMkLst>
          <pc:docMk/>
          <pc:sldMk cId="48836864" sldId="459"/>
        </pc:sldMkLst>
        <pc:spChg chg="mod">
          <ac:chgData name="Mohammed Fasha" userId="cc64f42d-a1a6-4f08-b97b-0c37f877119f" providerId="ADAL" clId="{BAA24B5F-E316-4807-ADAF-14922A29E8E2}" dt="2025-03-15T10:54:27.780" v="83" actId="113"/>
          <ac:spMkLst>
            <pc:docMk/>
            <pc:sldMk cId="48836864" sldId="459"/>
            <ac:spMk id="2" creationId="{155C2314-3CF3-F0A9-685A-3156E5CE2674}"/>
          </ac:spMkLst>
        </pc:spChg>
        <pc:spChg chg="mod">
          <ac:chgData name="Mohammed Fasha" userId="cc64f42d-a1a6-4f08-b97b-0c37f877119f" providerId="ADAL" clId="{BAA24B5F-E316-4807-ADAF-14922A29E8E2}" dt="2025-03-15T10:54:22.602" v="78" actId="21"/>
          <ac:spMkLst>
            <pc:docMk/>
            <pc:sldMk cId="48836864" sldId="459"/>
            <ac:spMk id="3" creationId="{B1CD1ADE-0294-A1FB-F5E9-1676C5183664}"/>
          </ac:spMkLst>
        </pc:spChg>
      </pc:sldChg>
      <pc:sldChg chg="addSp modSp new mod">
        <pc:chgData name="Mohammed Fasha" userId="cc64f42d-a1a6-4f08-b97b-0c37f877119f" providerId="ADAL" clId="{BAA24B5F-E316-4807-ADAF-14922A29E8E2}" dt="2025-03-15T11:11:44.181" v="127" actId="12385"/>
        <pc:sldMkLst>
          <pc:docMk/>
          <pc:sldMk cId="928322667" sldId="460"/>
        </pc:sldMkLst>
        <pc:spChg chg="mod">
          <ac:chgData name="Mohammed Fasha" userId="cc64f42d-a1a6-4f08-b97b-0c37f877119f" providerId="ADAL" clId="{BAA24B5F-E316-4807-ADAF-14922A29E8E2}" dt="2025-03-15T10:54:55.846" v="95" actId="113"/>
          <ac:spMkLst>
            <pc:docMk/>
            <pc:sldMk cId="928322667" sldId="460"/>
            <ac:spMk id="2" creationId="{51BB7355-8D6D-8485-0894-0AB532961579}"/>
          </ac:spMkLst>
        </pc:spChg>
        <pc:spChg chg="mod">
          <ac:chgData name="Mohammed Fasha" userId="cc64f42d-a1a6-4f08-b97b-0c37f877119f" providerId="ADAL" clId="{BAA24B5F-E316-4807-ADAF-14922A29E8E2}" dt="2025-03-15T10:58:15.086" v="98" actId="21"/>
          <ac:spMkLst>
            <pc:docMk/>
            <pc:sldMk cId="928322667" sldId="460"/>
            <ac:spMk id="3" creationId="{978D9617-84BF-81D4-C219-85A58FE307F3}"/>
          </ac:spMkLst>
        </pc:spChg>
        <pc:graphicFrameChg chg="add mod modGraphic">
          <ac:chgData name="Mohammed Fasha" userId="cc64f42d-a1a6-4f08-b97b-0c37f877119f" providerId="ADAL" clId="{BAA24B5F-E316-4807-ADAF-14922A29E8E2}" dt="2025-03-15T11:11:44.181" v="127" actId="12385"/>
          <ac:graphicFrameMkLst>
            <pc:docMk/>
            <pc:sldMk cId="928322667" sldId="460"/>
            <ac:graphicFrameMk id="4" creationId="{E227B7C6-2CDC-88BB-C41D-BC7307D9374E}"/>
          </ac:graphicFrameMkLst>
        </pc:graphicFrameChg>
      </pc:sldChg>
      <pc:sldChg chg="addSp delSp modSp add mod">
        <pc:chgData name="Mohammed Fasha" userId="cc64f42d-a1a6-4f08-b97b-0c37f877119f" providerId="ADAL" clId="{BAA24B5F-E316-4807-ADAF-14922A29E8E2}" dt="2025-03-15T11:17:03.543" v="216" actId="21"/>
        <pc:sldMkLst>
          <pc:docMk/>
          <pc:sldMk cId="1395444050" sldId="461"/>
        </pc:sldMkLst>
        <pc:spChg chg="add mod">
          <ac:chgData name="Mohammed Fasha" userId="cc64f42d-a1a6-4f08-b97b-0c37f877119f" providerId="ADAL" clId="{BAA24B5F-E316-4807-ADAF-14922A29E8E2}" dt="2025-03-15T11:17:03.543" v="216" actId="21"/>
          <ac:spMkLst>
            <pc:docMk/>
            <pc:sldMk cId="1395444050" sldId="461"/>
            <ac:spMk id="7" creationId="{CB06B31B-619A-A1D9-FE73-ACF05C08B9EA}"/>
          </ac:spMkLst>
        </pc:spChg>
      </pc:sldChg>
      <pc:sldChg chg="addSp modSp add mod ord">
        <pc:chgData name="Mohammed Fasha" userId="cc64f42d-a1a6-4f08-b97b-0c37f877119f" providerId="ADAL" clId="{BAA24B5F-E316-4807-ADAF-14922A29E8E2}" dt="2025-03-15T11:17:15.321" v="223" actId="1076"/>
        <pc:sldMkLst>
          <pc:docMk/>
          <pc:sldMk cId="2284286539" sldId="462"/>
        </pc:sldMkLst>
        <pc:spChg chg="mod">
          <ac:chgData name="Mohammed Fasha" userId="cc64f42d-a1a6-4f08-b97b-0c37f877119f" providerId="ADAL" clId="{BAA24B5F-E316-4807-ADAF-14922A29E8E2}" dt="2025-03-15T11:16:57.225" v="211" actId="113"/>
          <ac:spMkLst>
            <pc:docMk/>
            <pc:sldMk cId="2284286539" sldId="462"/>
            <ac:spMk id="2" creationId="{C87CB883-DFFD-09F6-5356-084C060B0614}"/>
          </ac:spMkLst>
        </pc:spChg>
        <pc:spChg chg="mod">
          <ac:chgData name="Mohammed Fasha" userId="cc64f42d-a1a6-4f08-b97b-0c37f877119f" providerId="ADAL" clId="{BAA24B5F-E316-4807-ADAF-14922A29E8E2}" dt="2025-03-15T11:17:08.019" v="218" actId="27636"/>
          <ac:spMkLst>
            <pc:docMk/>
            <pc:sldMk cId="2284286539" sldId="462"/>
            <ac:spMk id="3" creationId="{36DAAF18-EF8F-EF3B-EC26-A6DD77CB63EC}"/>
          </ac:spMkLst>
        </pc:spChg>
        <pc:picChg chg="add mod">
          <ac:chgData name="Mohammed Fasha" userId="cc64f42d-a1a6-4f08-b97b-0c37f877119f" providerId="ADAL" clId="{BAA24B5F-E316-4807-ADAF-14922A29E8E2}" dt="2025-03-15T11:17:15.321" v="223" actId="1076"/>
          <ac:picMkLst>
            <pc:docMk/>
            <pc:sldMk cId="2284286539" sldId="462"/>
            <ac:picMk id="1026" creationId="{FF83FE64-97DB-E58E-0CC0-7EF8621200C9}"/>
          </ac:picMkLst>
        </pc:picChg>
      </pc:sldChg>
      <pc:sldChg chg="add">
        <pc:chgData name="Mohammed Fasha" userId="cc64f42d-a1a6-4f08-b97b-0c37f877119f" providerId="ADAL" clId="{BAA24B5F-E316-4807-ADAF-14922A29E8E2}" dt="2025-03-15T10:54:33.100" v="87"/>
        <pc:sldMkLst>
          <pc:docMk/>
          <pc:sldMk cId="3026790438" sldId="463"/>
        </pc:sldMkLst>
      </pc:sldChg>
      <pc:sldChg chg="add">
        <pc:chgData name="Mohammed Fasha" userId="cc64f42d-a1a6-4f08-b97b-0c37f877119f" providerId="ADAL" clId="{BAA24B5F-E316-4807-ADAF-14922A29E8E2}" dt="2025-03-15T10:54:33.205" v="88"/>
        <pc:sldMkLst>
          <pc:docMk/>
          <pc:sldMk cId="559781770" sldId="464"/>
        </pc:sldMkLst>
      </pc:sldChg>
      <pc:sldChg chg="add">
        <pc:chgData name="Mohammed Fasha" userId="cc64f42d-a1a6-4f08-b97b-0c37f877119f" providerId="ADAL" clId="{BAA24B5F-E316-4807-ADAF-14922A29E8E2}" dt="2025-03-15T10:54:33.392" v="89"/>
        <pc:sldMkLst>
          <pc:docMk/>
          <pc:sldMk cId="1438401834" sldId="465"/>
        </pc:sldMkLst>
      </pc:sldChg>
      <pc:sldChg chg="addSp delSp modSp add mod">
        <pc:chgData name="Mohammed Fasha" userId="cc64f42d-a1a6-4f08-b97b-0c37f877119f" providerId="ADAL" clId="{BAA24B5F-E316-4807-ADAF-14922A29E8E2}" dt="2025-03-15T11:15:39.043" v="200" actId="14100"/>
        <pc:sldMkLst>
          <pc:docMk/>
          <pc:sldMk cId="446689935" sldId="466"/>
        </pc:sldMkLst>
        <pc:spChg chg="mod">
          <ac:chgData name="Mohammed Fasha" userId="cc64f42d-a1a6-4f08-b97b-0c37f877119f" providerId="ADAL" clId="{BAA24B5F-E316-4807-ADAF-14922A29E8E2}" dt="2025-03-15T11:12:35.210" v="138" actId="27636"/>
          <ac:spMkLst>
            <pc:docMk/>
            <pc:sldMk cId="446689935" sldId="466"/>
            <ac:spMk id="3" creationId="{01739F70-6609-23E4-8242-5877432501A5}"/>
          </ac:spMkLst>
        </pc:spChg>
        <pc:spChg chg="add mod">
          <ac:chgData name="Mohammed Fasha" userId="cc64f42d-a1a6-4f08-b97b-0c37f877119f" providerId="ADAL" clId="{BAA24B5F-E316-4807-ADAF-14922A29E8E2}" dt="2025-03-15T11:15:39.043" v="200" actId="14100"/>
          <ac:spMkLst>
            <pc:docMk/>
            <pc:sldMk cId="446689935" sldId="466"/>
            <ac:spMk id="6" creationId="{92914B84-CEDA-F1F7-43A7-C8BAE37A70A8}"/>
          </ac:spMkLst>
        </pc:spChg>
        <pc:graphicFrameChg chg="add mod modGraphic">
          <ac:chgData name="Mohammed Fasha" userId="cc64f42d-a1a6-4f08-b97b-0c37f877119f" providerId="ADAL" clId="{BAA24B5F-E316-4807-ADAF-14922A29E8E2}" dt="2025-03-15T11:12:40.755" v="139" actId="1076"/>
          <ac:graphicFrameMkLst>
            <pc:docMk/>
            <pc:sldMk cId="446689935" sldId="466"/>
            <ac:graphicFrameMk id="4" creationId="{1E03E6E9-29DB-6231-D36D-166BD1A4B0BC}"/>
          </ac:graphicFrameMkLst>
        </pc:graphicFrameChg>
        <pc:picChg chg="add mod">
          <ac:chgData name="Mohammed Fasha" userId="cc64f42d-a1a6-4f08-b97b-0c37f877119f" providerId="ADAL" clId="{BAA24B5F-E316-4807-ADAF-14922A29E8E2}" dt="2025-03-15T11:12:44.215" v="140" actId="1076"/>
          <ac:picMkLst>
            <pc:docMk/>
            <pc:sldMk cId="446689935" sldId="466"/>
            <ac:picMk id="3074" creationId="{7838B5EC-812C-CDC8-5CFB-BD8E43326345}"/>
          </ac:picMkLst>
        </pc:picChg>
      </pc:sldChg>
      <pc:sldChg chg="modSp new mod">
        <pc:chgData name="Mohammed Fasha" userId="cc64f42d-a1a6-4f08-b97b-0c37f877119f" providerId="ADAL" clId="{BAA24B5F-E316-4807-ADAF-14922A29E8E2}" dt="2025-03-15T11:50:13.661" v="227" actId="12"/>
        <pc:sldMkLst>
          <pc:docMk/>
          <pc:sldMk cId="1353442942" sldId="467"/>
        </pc:sldMkLst>
      </pc:sldChg>
      <pc:sldChg chg="add">
        <pc:chgData name="Mohammed Fasha" userId="cc64f42d-a1a6-4f08-b97b-0c37f877119f" providerId="ADAL" clId="{BAA24B5F-E316-4807-ADAF-14922A29E8E2}" dt="2025-03-15T11:17:00.994" v="213"/>
        <pc:sldMkLst>
          <pc:docMk/>
          <pc:sldMk cId="885699272" sldId="468"/>
        </pc:sldMkLst>
      </pc:sldChg>
      <pc:sldChg chg="add">
        <pc:chgData name="Mohammed Fasha" userId="cc64f42d-a1a6-4f08-b97b-0c37f877119f" providerId="ADAL" clId="{BAA24B5F-E316-4807-ADAF-14922A29E8E2}" dt="2025-03-15T11:17:01.159" v="214"/>
        <pc:sldMkLst>
          <pc:docMk/>
          <pc:sldMk cId="2161886032" sldId="469"/>
        </pc:sldMkLst>
      </pc:sldChg>
      <pc:sldChg chg="add">
        <pc:chgData name="Mohammed Fasha" userId="cc64f42d-a1a6-4f08-b97b-0c37f877119f" providerId="ADAL" clId="{BAA24B5F-E316-4807-ADAF-14922A29E8E2}" dt="2025-03-15T11:17:01.295" v="215"/>
        <pc:sldMkLst>
          <pc:docMk/>
          <pc:sldMk cId="228845551" sldId="470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S::mohammed.fasha@uop.edu.jo::cc64f42d-a1a6-4f08-b97b-0c37f877119f" providerId="AD" clId="Web-{66E75AB1-FCE8-0FCD-8995-E220AF9681CC}"/>
    <pc:docChg chg="addSld delSld modSld sldOrd">
      <pc:chgData name="Mohammed Fasha" userId="S::mohammed.fasha@uop.edu.jo::cc64f42d-a1a6-4f08-b97b-0c37f877119f" providerId="AD" clId="Web-{66E75AB1-FCE8-0FCD-8995-E220AF9681CC}" dt="2025-03-15T07:27:28.077" v="349" actId="1076"/>
      <pc:docMkLst>
        <pc:docMk/>
      </pc:docMkLst>
      <pc:sldChg chg="del">
        <pc:chgData name="Mohammed Fasha" userId="S::mohammed.fasha@uop.edu.jo::cc64f42d-a1a6-4f08-b97b-0c37f877119f" providerId="AD" clId="Web-{66E75AB1-FCE8-0FCD-8995-E220AF9681CC}" dt="2025-03-15T06:52:43.111" v="52"/>
        <pc:sldMkLst>
          <pc:docMk/>
          <pc:sldMk cId="89912501" sldId="2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8"/>
        <pc:sldMkLst>
          <pc:docMk/>
          <pc:sldMk cId="1847087325" sldId="2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7"/>
        <pc:sldMkLst>
          <pc:docMk/>
          <pc:sldMk cId="771290671" sldId="2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2"/>
        <pc:sldMkLst>
          <pc:docMk/>
          <pc:sldMk cId="1234327519" sldId="28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0"/>
        <pc:sldMkLst>
          <pc:docMk/>
          <pc:sldMk cId="3304405524" sldId="2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9"/>
        <pc:sldMkLst>
          <pc:docMk/>
          <pc:sldMk cId="1217643332" sldId="2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8"/>
        <pc:sldMkLst>
          <pc:docMk/>
          <pc:sldMk cId="3526654973" sldId="2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2"/>
        <pc:sldMkLst>
          <pc:docMk/>
          <pc:sldMk cId="1376231676" sldId="30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1"/>
        <pc:sldMkLst>
          <pc:docMk/>
          <pc:sldMk cId="0" sldId="3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9"/>
        <pc:sldMkLst>
          <pc:docMk/>
          <pc:sldMk cId="156663359" sldId="30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1"/>
        <pc:sldMkLst>
          <pc:docMk/>
          <pc:sldMk cId="0" sldId="3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6"/>
        <pc:sldMkLst>
          <pc:docMk/>
          <pc:sldMk cId="2362708721" sldId="32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7"/>
        <pc:sldMkLst>
          <pc:docMk/>
          <pc:sldMk cId="1477953107" sldId="32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5"/>
        <pc:sldMkLst>
          <pc:docMk/>
          <pc:sldMk cId="1624740157" sldId="3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60"/>
        <pc:sldMkLst>
          <pc:docMk/>
          <pc:sldMk cId="1093295885" sldId="36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4"/>
        <pc:sldMkLst>
          <pc:docMk/>
          <pc:sldMk cId="3638528156" sldId="3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0"/>
        <pc:sldMkLst>
          <pc:docMk/>
          <pc:sldMk cId="2714000580" sldId="36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0"/>
        <pc:sldMkLst>
          <pc:docMk/>
          <pc:sldMk cId="4103125789" sldId="36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7"/>
        <pc:sldMkLst>
          <pc:docMk/>
          <pc:sldMk cId="3243173744" sldId="36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9"/>
        <pc:sldMkLst>
          <pc:docMk/>
          <pc:sldMk cId="533099717" sldId="37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5"/>
        <pc:sldMkLst>
          <pc:docMk/>
          <pc:sldMk cId="403304745" sldId="3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5"/>
        <pc:sldMkLst>
          <pc:docMk/>
          <pc:sldMk cId="1274929313" sldId="3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0"/>
        <pc:sldMkLst>
          <pc:docMk/>
          <pc:sldMk cId="3412111298" sldId="3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4"/>
        <pc:sldMkLst>
          <pc:docMk/>
          <pc:sldMk cId="3601872685" sldId="38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3"/>
        <pc:sldMkLst>
          <pc:docMk/>
          <pc:sldMk cId="215899539" sldId="3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9"/>
        <pc:sldMkLst>
          <pc:docMk/>
          <pc:sldMk cId="2001631854" sldId="3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4"/>
        <pc:sldMkLst>
          <pc:docMk/>
          <pc:sldMk cId="2976191511" sldId="3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7"/>
        <pc:sldMkLst>
          <pc:docMk/>
          <pc:sldMk cId="3942416368" sldId="3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5"/>
        <pc:sldMkLst>
          <pc:docMk/>
          <pc:sldMk cId="2455239288" sldId="39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6"/>
        <pc:sldMkLst>
          <pc:docMk/>
          <pc:sldMk cId="322630100" sldId="4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3"/>
        <pc:sldMkLst>
          <pc:docMk/>
          <pc:sldMk cId="2446723419" sldId="40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8"/>
        <pc:sldMkLst>
          <pc:docMk/>
          <pc:sldMk cId="2708838154" sldId="40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5"/>
        <pc:sldMkLst>
          <pc:docMk/>
          <pc:sldMk cId="711859222" sldId="40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4"/>
        <pc:sldMkLst>
          <pc:docMk/>
          <pc:sldMk cId="430192280" sldId="40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3"/>
        <pc:sldMkLst>
          <pc:docMk/>
          <pc:sldMk cId="1261728788" sldId="41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9"/>
        <pc:sldMkLst>
          <pc:docMk/>
          <pc:sldMk cId="465427976" sldId="4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6"/>
        <pc:sldMkLst>
          <pc:docMk/>
          <pc:sldMk cId="4222832899" sldId="41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0"/>
        <pc:sldMkLst>
          <pc:docMk/>
          <pc:sldMk cId="3168225218" sldId="42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9"/>
        <pc:sldMkLst>
          <pc:docMk/>
          <pc:sldMk cId="2310344807" sldId="42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2"/>
        <pc:sldMkLst>
          <pc:docMk/>
          <pc:sldMk cId="707737036" sldId="42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6"/>
        <pc:sldMkLst>
          <pc:docMk/>
          <pc:sldMk cId="232656594" sldId="42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4"/>
        <pc:sldMkLst>
          <pc:docMk/>
          <pc:sldMk cId="404333880" sldId="43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3"/>
        <pc:sldMkLst>
          <pc:docMk/>
          <pc:sldMk cId="2523349106" sldId="44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4"/>
        <pc:sldMkLst>
          <pc:docMk/>
          <pc:sldMk cId="2515022167" sldId="44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2"/>
        <pc:sldMkLst>
          <pc:docMk/>
          <pc:sldMk cId="1977389857" sldId="44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1"/>
        <pc:sldMkLst>
          <pc:docMk/>
          <pc:sldMk cId="2140515002" sldId="4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09"/>
        <pc:sldMkLst>
          <pc:docMk/>
          <pc:sldMk cId="1932795151" sldId="44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3"/>
        <pc:sldMkLst>
          <pc:docMk/>
          <pc:sldMk cId="1837964685" sldId="45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2"/>
        <pc:sldMkLst>
          <pc:docMk/>
          <pc:sldMk cId="1229244997" sldId="45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1"/>
        <pc:sldMkLst>
          <pc:docMk/>
          <pc:sldMk cId="1789205401" sldId="453"/>
        </pc:sldMkLst>
      </pc:sldChg>
      <pc:sldChg chg="modSp">
        <pc:chgData name="Mohammed Fasha" userId="S::mohammed.fasha@uop.edu.jo::cc64f42d-a1a6-4f08-b97b-0c37f877119f" providerId="AD" clId="Web-{66E75AB1-FCE8-0FCD-8995-E220AF9681CC}" dt="2025-03-15T06:52:38.939" v="37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66E75AB1-FCE8-0FCD-8995-E220AF9681CC}" dt="2025-03-15T06:52:38.939" v="37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modSp new">
        <pc:chgData name="Mohammed Fasha" userId="S::mohammed.fasha@uop.edu.jo::cc64f42d-a1a6-4f08-b97b-0c37f877119f" providerId="AD" clId="Web-{66E75AB1-FCE8-0FCD-8995-E220AF9681CC}" dt="2025-03-15T07:01:33.222" v="193" actId="20577"/>
        <pc:sldMkLst>
          <pc:docMk/>
          <pc:sldMk cId="2282942957" sldId="456"/>
        </pc:sldMkLst>
      </pc:sldChg>
      <pc:sldChg chg="addSp delSp modSp add replId addAnim">
        <pc:chgData name="Mohammed Fasha" userId="S::mohammed.fasha@uop.edu.jo::cc64f42d-a1a6-4f08-b97b-0c37f877119f" providerId="AD" clId="Web-{66E75AB1-FCE8-0FCD-8995-E220AF9681CC}" dt="2025-03-15T07:00:17.530" v="170" actId="20577"/>
        <pc:sldMkLst>
          <pc:docMk/>
          <pc:sldMk cId="1674895679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5"/>
        <pc:sldMkLst>
          <pc:docMk/>
          <pc:sldMk cId="2921402285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1"/>
        <pc:sldMkLst>
          <pc:docMk/>
          <pc:sldMk cId="1912979039" sldId="458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1:24.191" v="192" actId="20577"/>
        <pc:sldMkLst>
          <pc:docMk/>
          <pc:sldMk cId="3292514151" sldId="45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0"/>
        <pc:sldMkLst>
          <pc:docMk/>
          <pc:sldMk cId="484589733" sldId="459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2:26.163" v="210" actId="1076"/>
        <pc:sldMkLst>
          <pc:docMk/>
          <pc:sldMk cId="3675936543" sldId="459"/>
        </pc:sldMkLst>
      </pc:sldChg>
      <pc:sldChg chg="addSp modSp new ord addAnim">
        <pc:chgData name="Mohammed Fasha" userId="S::mohammed.fasha@uop.edu.jo::cc64f42d-a1a6-4f08-b97b-0c37f877119f" providerId="AD" clId="Web-{66E75AB1-FCE8-0FCD-8995-E220AF9681CC}" dt="2025-03-15T07:04:19.795" v="257"/>
        <pc:sldMkLst>
          <pc:docMk/>
          <pc:sldMk cId="819366188" sldId="46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9"/>
        <pc:sldMkLst>
          <pc:docMk/>
          <pc:sldMk cId="1770736122" sldId="460"/>
        </pc:sldMkLst>
      </pc:sldChg>
      <pc:sldChg chg="modSp new">
        <pc:chgData name="Mohammed Fasha" userId="S::mohammed.fasha@uop.edu.jo::cc64f42d-a1a6-4f08-b97b-0c37f877119f" providerId="AD" clId="Web-{66E75AB1-FCE8-0FCD-8995-E220AF9681CC}" dt="2025-03-15T07:04:38.046" v="266" actId="20577"/>
        <pc:sldMkLst>
          <pc:docMk/>
          <pc:sldMk cId="247418909" sldId="461"/>
        </pc:sldMkLst>
      </pc:sldChg>
      <pc:sldChg chg="addSp delSp modSp new">
        <pc:chgData name="Mohammed Fasha" userId="S::mohammed.fasha@uop.edu.jo::cc64f42d-a1a6-4f08-b97b-0c37f877119f" providerId="AD" clId="Web-{66E75AB1-FCE8-0FCD-8995-E220AF9681CC}" dt="2025-03-15T07:09:35.299" v="331" actId="1076"/>
        <pc:sldMkLst>
          <pc:docMk/>
          <pc:sldMk cId="1157240725" sldId="462"/>
        </pc:sldMkLst>
      </pc:sldChg>
      <pc:sldChg chg="addSp modSp add replId">
        <pc:chgData name="Mohammed Fasha" userId="S::mohammed.fasha@uop.edu.jo::cc64f42d-a1a6-4f08-b97b-0c37f877119f" providerId="AD" clId="Web-{66E75AB1-FCE8-0FCD-8995-E220AF9681CC}" dt="2025-03-15T07:27:28.077" v="349" actId="1076"/>
        <pc:sldMkLst>
          <pc:docMk/>
          <pc:sldMk cId="2617340595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2"/>
        <pc:sldMkLst>
          <pc:docMk/>
          <pc:sldMk cId="2965647848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1"/>
        <pc:sldMkLst>
          <pc:docMk/>
          <pc:sldMk cId="109379533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015" v="269"/>
        <pc:sldMkLst>
          <pc:docMk/>
          <pc:sldMk cId="2675381745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140" v="270"/>
        <pc:sldMkLst>
          <pc:docMk/>
          <pc:sldMk cId="4195523681" sldId="465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484" v="271"/>
        <pc:sldMkLst>
          <pc:docMk/>
          <pc:sldMk cId="4047127300" sldId="4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2"/>
        <pc:sldMkLst>
          <pc:docMk/>
          <pc:sldMk cId="719424402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609" v="272"/>
        <pc:sldMkLst>
          <pc:docMk/>
          <pc:sldMk cId="3183967706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953" v="273"/>
        <pc:sldMkLst>
          <pc:docMk/>
          <pc:sldMk cId="3161654258" sldId="468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078" v="274"/>
        <pc:sldMkLst>
          <pc:docMk/>
          <pc:sldMk cId="2175348861" sldId="469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281" v="275"/>
        <pc:sldMkLst>
          <pc:docMk/>
          <pc:sldMk cId="2988183144" sldId="470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421" v="276"/>
        <pc:sldMkLst>
          <pc:docMk/>
          <pc:sldMk cId="1572681964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4"/>
        <pc:sldMkLst>
          <pc:docMk/>
          <pc:sldMk cId="3168600941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0"/>
        <pc:sldMkLst>
          <pc:docMk/>
          <pc:sldMk cId="2302099845" sldId="4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8"/>
        <pc:sldMkLst>
          <pc:docMk/>
          <pc:sldMk cId="118211851" sldId="47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7"/>
        <pc:sldMkLst>
          <pc:docMk/>
          <pc:sldMk cId="1150689950" sldId="4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3"/>
        <pc:sldMkLst>
          <pc:docMk/>
          <pc:sldMk cId="942593251" sldId="47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6"/>
        <pc:sldMkLst>
          <pc:docMk/>
          <pc:sldMk cId="94366255" sldId="4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8"/>
        <pc:sldMkLst>
          <pc:docMk/>
          <pc:sldMk cId="3109107256" sldId="47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8"/>
        <pc:sldMkLst>
          <pc:docMk/>
          <pc:sldMk cId="408884363" sldId="4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8"/>
        <pc:sldMkLst>
          <pc:docMk/>
          <pc:sldMk cId="994101439" sldId="4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7"/>
        <pc:sldMkLst>
          <pc:docMk/>
          <pc:sldMk cId="1440183149" sldId="48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8"/>
        <pc:sldMkLst>
          <pc:docMk/>
          <pc:sldMk cId="3841714060" sldId="48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4"/>
        <pc:sldMkLst>
          <pc:docMk/>
          <pc:sldMk cId="833725597" sldId="48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3"/>
        <pc:sldMkLst>
          <pc:docMk/>
          <pc:sldMk cId="4123470834" sldId="48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7"/>
        <pc:sldMkLst>
          <pc:docMk/>
          <pc:sldMk cId="4022017735" sldId="4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1"/>
        <pc:sldMkLst>
          <pc:docMk/>
          <pc:sldMk cId="2225061527" sldId="49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6"/>
        <pc:sldMkLst>
          <pc:docMk/>
          <pc:sldMk cId="673932695" sldId="4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5"/>
        <pc:sldMkLst>
          <pc:docMk/>
          <pc:sldMk cId="2512069021" sldId="4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1"/>
        <pc:sldMkLst>
          <pc:docMk/>
          <pc:sldMk cId="3290660304" sldId="4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3"/>
        <pc:sldMkLst>
          <pc:docMk/>
          <pc:sldMk cId="4079654275" sldId="4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6"/>
        <pc:sldMkLst>
          <pc:docMk/>
          <pc:sldMk cId="1501311303" sldId="49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5"/>
        <pc:sldMkLst>
          <pc:docMk/>
          <pc:sldMk cId="2557217836" sldId="497"/>
        </pc:sldMkLst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S::mohammed.fasha@uop.edu.jo::cc64f42d-a1a6-4f08-b97b-0c37f877119f" providerId="AD" clId="Web-{62069D60-D12A-7A57-A3B1-F34941615567}"/>
    <pc:docChg chg="modSld">
      <pc:chgData name="Mohammed Fasha" userId="S::mohammed.fasha@uop.edu.jo::cc64f42d-a1a6-4f08-b97b-0c37f877119f" providerId="AD" clId="Web-{62069D60-D12A-7A57-A3B1-F34941615567}" dt="2025-03-17T14:17:40.226" v="99" actId="20577"/>
      <pc:docMkLst>
        <pc:docMk/>
      </pc:docMkLst>
      <pc:sldChg chg="addSp delSp modSp">
        <pc:chgData name="Mohammed Fasha" userId="S::mohammed.fasha@uop.edu.jo::cc64f42d-a1a6-4f08-b97b-0c37f877119f" providerId="AD" clId="Web-{62069D60-D12A-7A57-A3B1-F34941615567}" dt="2025-03-17T14:17:40.226" v="99" actId="20577"/>
        <pc:sldMkLst>
          <pc:docMk/>
          <pc:sldMk cId="885699272" sldId="468"/>
        </pc:sldMkLst>
        <pc:spChg chg="mod">
          <ac:chgData name="Mohammed Fasha" userId="S::mohammed.fasha@uop.edu.jo::cc64f42d-a1a6-4f08-b97b-0c37f877119f" providerId="AD" clId="Web-{62069D60-D12A-7A57-A3B1-F34941615567}" dt="2025-03-17T14:13:19.467" v="50" actId="20577"/>
          <ac:spMkLst>
            <pc:docMk/>
            <pc:sldMk cId="885699272" sldId="468"/>
            <ac:spMk id="2" creationId="{D3EC4347-820C-CB6A-F020-EB8FFBE4BABA}"/>
          </ac:spMkLst>
        </pc:spChg>
        <pc:spChg chg="mod">
          <ac:chgData name="Mohammed Fasha" userId="S::mohammed.fasha@uop.edu.jo::cc64f42d-a1a6-4f08-b97b-0c37f877119f" providerId="AD" clId="Web-{62069D60-D12A-7A57-A3B1-F34941615567}" dt="2025-03-17T14:17:40.226" v="99" actId="20577"/>
          <ac:spMkLst>
            <pc:docMk/>
            <pc:sldMk cId="885699272" sldId="468"/>
            <ac:spMk id="3" creationId="{36111376-C375-652C-0E62-C877F88420F2}"/>
          </ac:spMkLst>
        </pc:spChg>
        <pc:spChg chg="add del mod">
          <ac:chgData name="Mohammed Fasha" userId="S::mohammed.fasha@uop.edu.jo::cc64f42d-a1a6-4f08-b97b-0c37f877119f" providerId="AD" clId="Web-{62069D60-D12A-7A57-A3B1-F34941615567}" dt="2025-03-17T14:17:18.756" v="94"/>
          <ac:spMkLst>
            <pc:docMk/>
            <pc:sldMk cId="885699272" sldId="468"/>
            <ac:spMk id="4" creationId="{A90527D2-81B9-90FA-BF74-CBF0666C564C}"/>
          </ac:spMkLst>
        </pc:spChg>
        <pc:spChg chg="add del mod">
          <ac:chgData name="Mohammed Fasha" userId="S::mohammed.fasha@uop.edu.jo::cc64f42d-a1a6-4f08-b97b-0c37f877119f" providerId="AD" clId="Web-{62069D60-D12A-7A57-A3B1-F34941615567}" dt="2025-03-17T14:15:35.596" v="85"/>
          <ac:spMkLst>
            <pc:docMk/>
            <pc:sldMk cId="885699272" sldId="468"/>
            <ac:spMk id="6" creationId="{5E345D0A-72FE-7529-30AA-B09F0C3304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14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7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17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74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18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13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19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187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20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64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21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44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22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422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we’re going to focus on Skip-Grams</a:t>
            </a:r>
            <a:r>
              <a:rPr lang="en-US" baseline="0" dirty="0"/>
              <a:t> with Negative Sampling,</a:t>
            </a:r>
          </a:p>
          <a:p>
            <a:r>
              <a:rPr lang="en-US" baseline="0" dirty="0"/>
              <a:t>Which is considered the state-of-the-art.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23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750979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</a:t>
            </a:r>
            <a:r>
              <a:rPr lang="en-US" baseline="0" dirty="0"/>
              <a:t> how does SGNS work?</a:t>
            </a:r>
          </a:p>
          <a:p>
            <a:endParaRPr lang="en-US" baseline="0" dirty="0"/>
          </a:p>
          <a:p>
            <a:r>
              <a:rPr lang="en-US" baseline="0" dirty="0"/>
              <a:t>Let’s say we have this sentence,</a:t>
            </a:r>
          </a:p>
          <a:p>
            <a:r>
              <a:rPr lang="en-US" dirty="0"/>
              <a:t>(This example was shamelessly taken from Marco </a:t>
            </a:r>
            <a:r>
              <a:rPr lang="en-US" dirty="0" err="1"/>
              <a:t>Baroni</a:t>
            </a:r>
            <a:r>
              <a:rPr lang="en-US" dirty="0"/>
              <a:t>)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25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40770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we want to understand what a </a:t>
            </a:r>
            <a:r>
              <a:rPr lang="en-US" dirty="0" err="1"/>
              <a:t>wampimuk</a:t>
            </a:r>
            <a:r>
              <a:rPr lang="en-US" dirty="0"/>
              <a:t>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26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668953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SGNS does is take the context words around “</a:t>
            </a:r>
            <a:r>
              <a:rPr lang="en-US" dirty="0" err="1"/>
              <a:t>wampimuk</a:t>
            </a:r>
            <a:r>
              <a:rPr lang="en-US" dirty="0"/>
              <a:t>”,</a:t>
            </a:r>
          </a:p>
          <a:p>
            <a:r>
              <a:rPr lang="en-US" dirty="0"/>
              <a:t>And</a:t>
            </a:r>
            <a:r>
              <a:rPr lang="en-US" baseline="0" dirty="0"/>
              <a:t> in this way</a:t>
            </a:r>
            <a:r>
              <a:rPr lang="en-GB" baseline="0" dirty="0"/>
              <a:t>,</a:t>
            </a:r>
          </a:p>
          <a:p>
            <a:r>
              <a:rPr lang="en-US" baseline="0" dirty="0"/>
              <a:t>Constructs a dataset of word-context pairs,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27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620676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using D,</a:t>
            </a:r>
          </a:p>
          <a:p>
            <a:endParaRPr lang="en-US" dirty="0"/>
          </a:p>
          <a:p>
            <a:r>
              <a:rPr lang="en-US" dirty="0"/>
              <a:t>SGNS is going to learn a vector for</a:t>
            </a:r>
            <a:r>
              <a:rPr lang="en-US" baseline="0" dirty="0"/>
              <a:t> each word in the vocabulary</a:t>
            </a:r>
          </a:p>
          <a:p>
            <a:endParaRPr lang="en-US" baseline="0" dirty="0"/>
          </a:p>
          <a:p>
            <a:r>
              <a:rPr lang="en-US" baseline="0" dirty="0"/>
              <a:t>A vector of say… 100 latent dimensions.</a:t>
            </a:r>
          </a:p>
          <a:p>
            <a:endParaRPr lang="en-US" baseline="0" dirty="0"/>
          </a:p>
          <a:p>
            <a:r>
              <a:rPr lang="en-US" baseline="0" dirty="0"/>
              <a:t>Effectively, it’s learning a matrix W,</a:t>
            </a:r>
          </a:p>
          <a:p>
            <a:endParaRPr lang="en-US" baseline="0" dirty="0"/>
          </a:p>
          <a:p>
            <a:r>
              <a:rPr lang="en-US" baseline="0" dirty="0"/>
              <a:t>Where each row is a vector that represents a specific word.</a:t>
            </a:r>
          </a:p>
          <a:p>
            <a:endParaRPr lang="en-US" baseline="0" dirty="0"/>
          </a:p>
          <a:p>
            <a:r>
              <a:rPr lang="en-US" baseline="0" dirty="0"/>
              <a:t>Now, a key point in understanding SGNS,</a:t>
            </a:r>
          </a:p>
          <a:p>
            <a:r>
              <a:rPr lang="en-US" baseline="0" dirty="0"/>
              <a:t>Is that it also learns an auxiliary matrix C of context vectors</a:t>
            </a:r>
          </a:p>
          <a:p>
            <a:endParaRPr lang="en-US" baseline="0" dirty="0"/>
          </a:p>
          <a:p>
            <a:r>
              <a:rPr lang="en-US" baseline="0" dirty="0"/>
              <a:t>So in fact, each word has two different embeddings</a:t>
            </a:r>
          </a:p>
          <a:p>
            <a:endParaRPr lang="en-US" baseline="0" dirty="0"/>
          </a:p>
          <a:p>
            <a:r>
              <a:rPr lang="en-US" baseline="0" dirty="0"/>
              <a:t>Which are not necessarily similar.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28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926900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…SGNS maximizes the similarity between word</a:t>
            </a:r>
            <a:r>
              <a:rPr lang="en-US" baseline="0" dirty="0"/>
              <a:t> and context vectors that were </a:t>
            </a:r>
            <a:r>
              <a:rPr lang="en-US" b="1" baseline="0" dirty="0"/>
              <a:t>observed together</a:t>
            </a:r>
            <a:r>
              <a:rPr lang="en-US" baseline="0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31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32369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…and</a:t>
            </a:r>
            <a:r>
              <a:rPr lang="en-US" baseline="0" dirty="0"/>
              <a:t> minimizes the similarity between word and context vectors </a:t>
            </a:r>
            <a:r>
              <a:rPr lang="en-US" b="1" baseline="0" dirty="0"/>
              <a:t>hallucinated together</a:t>
            </a:r>
            <a:r>
              <a:rPr lang="en-US" baseline="0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32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174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the way SGNS hallucinates is really important.</a:t>
            </a:r>
          </a:p>
          <a:p>
            <a:endParaRPr lang="en-US" dirty="0"/>
          </a:p>
          <a:p>
            <a:r>
              <a:rPr lang="en-US" dirty="0"/>
              <a:t>It’s actually where it</a:t>
            </a:r>
            <a:r>
              <a:rPr lang="en-US" baseline="0" dirty="0"/>
              <a:t> gets its name from.</a:t>
            </a:r>
          </a:p>
          <a:p>
            <a:endParaRPr lang="en-US" baseline="0" dirty="0"/>
          </a:p>
          <a:p>
            <a:r>
              <a:rPr lang="en-US" baseline="0" dirty="0"/>
              <a:t>For each observed word-context pair,</a:t>
            </a:r>
          </a:p>
          <a:p>
            <a:r>
              <a:rPr lang="en-US" baseline="0" dirty="0"/>
              <a:t>SGNS samples k contexts at random,</a:t>
            </a:r>
          </a:p>
          <a:p>
            <a:r>
              <a:rPr lang="en-US" baseline="0" dirty="0"/>
              <a:t>As negative examples</a:t>
            </a:r>
          </a:p>
          <a:p>
            <a:endParaRPr lang="en-US" baseline="0" dirty="0"/>
          </a:p>
          <a:p>
            <a:r>
              <a:rPr lang="en-US" baseline="0" dirty="0"/>
              <a:t>Now, when we say random, we mean the unigram distribution</a:t>
            </a:r>
          </a:p>
          <a:p>
            <a:endParaRPr lang="en-US" baseline="0" dirty="0"/>
          </a:p>
          <a:p>
            <a:r>
              <a:rPr lang="en-US" baseline="0" dirty="0"/>
              <a:t>And Spoiler Alert: changing this distribution has quite a significant effect.</a:t>
            </a:r>
          </a:p>
          <a:p>
            <a:endParaRPr lang="en-US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A287F05-FCD8-4F5C-AFF0-93765CD6FDBF}" type="slidenum">
              <a:rPr lang="en-GB" smtClean="0">
                <a:solidFill>
                  <a:prstClr val="black"/>
                </a:solidFill>
                <a:latin typeface="Calibri" panose="020F0502020204030204"/>
                <a:ea typeface=""/>
                <a:cs typeface=""/>
              </a:rPr>
              <a:pPr/>
              <a:t>33</a:t>
            </a:fld>
            <a:endParaRPr lang="en-GB">
              <a:solidFill>
                <a:prstClr val="black"/>
              </a:solidFill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2612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asted-image.png"/>
          <p:cNvPicPr/>
          <p:nvPr/>
        </p:nvPicPr>
        <p:blipFill>
          <a:blip r:embed="rId2">
            <a:alphaModFix amt="10839"/>
          </a:blip>
          <a:srcRect l="11804" t="22310" b="2478"/>
          <a:stretch>
            <a:fillRect/>
          </a:stretch>
        </p:blipFill>
        <p:spPr>
          <a:xfrm>
            <a:off x="-93133" y="-8368"/>
            <a:ext cx="6240413" cy="532167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hape 8"/>
          <p:cNvSpPr/>
          <p:nvPr/>
        </p:nvSpPr>
        <p:spPr>
          <a:xfrm>
            <a:off x="347134" y="2631440"/>
            <a:ext cx="11497733" cy="365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algn="ctr">
              <a:defRPr sz="3400">
                <a:solidFill>
                  <a:srgbClr val="21538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800" dirty="0">
                <a:solidFill>
                  <a:srgbClr val="215380"/>
                </a:solidFill>
              </a:rPr>
              <a:t>CS6501: </a:t>
            </a:r>
            <a:r>
              <a:rPr lang="en-US" sz="4800" dirty="0">
                <a:solidFill>
                  <a:srgbClr val="215380"/>
                </a:solidFill>
              </a:rPr>
              <a:t>Vision</a:t>
            </a:r>
            <a:r>
              <a:rPr lang="en-US" sz="4800" baseline="0" dirty="0">
                <a:solidFill>
                  <a:srgbClr val="215380"/>
                </a:solidFill>
              </a:rPr>
              <a:t> and Language</a:t>
            </a:r>
            <a:endParaRPr sz="4800" dirty="0">
              <a:solidFill>
                <a:srgbClr val="2153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27483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algn="l">
              <a:defRPr sz="2667" b="0">
                <a:solidFill>
                  <a:schemeClr val="tx1"/>
                </a:solidFill>
              </a:defRPr>
            </a:lvl1pPr>
            <a:lvl2pPr algn="l">
              <a:defRPr sz="2667" b="0">
                <a:solidFill>
                  <a:schemeClr val="tx1"/>
                </a:solidFill>
              </a:defRPr>
            </a:lvl2pPr>
            <a:lvl3pPr algn="l">
              <a:defRPr sz="2667" b="0">
                <a:solidFill>
                  <a:schemeClr val="tx1"/>
                </a:solidFill>
              </a:defRPr>
            </a:lvl3pPr>
            <a:lvl4pPr algn="l">
              <a:defRPr sz="2667" b="0">
                <a:solidFill>
                  <a:schemeClr val="tx1"/>
                </a:solidFill>
              </a:defRPr>
            </a:lvl4pPr>
            <a:lvl5pPr algn="l">
              <a:defRPr sz="2667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744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307307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Introduction Word Embeddings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9965F-D781-62F6-30A4-33D89AC8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133BFA-5BB3-2A95-7FFB-71799237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Word Embeddings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55FB20-75AA-C3E2-08F5-78605162D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8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314-3CF3-F0A9-685A-3156E5CE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1ADE-0294-A1FB-F5E9-1676C5183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359400" cy="49910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Word embeddings are vector representations of words in a continuous vector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Capture semantic and syntactic relationships between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innovation</a:t>
            </a:r>
            <a:r>
              <a:rPr lang="en-US" dirty="0"/>
              <a:t>: Words with similar meanings have similar vector representations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Foundation of modern NLP</a:t>
            </a:r>
            <a:r>
              <a:rPr lang="en-US" dirty="0"/>
              <a:t>: Enable machines to understand relationships between words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BBC5E-1505-3C9E-BC4A-D989A6A24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806" y="1908299"/>
            <a:ext cx="4778994" cy="47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7355-8D6D-8485-0894-0AB53296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Evolution of Word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9617-84BF-81D4-C219-85A58FE30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Traditional Methods (Pre-2013)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One-hot encoding</a:t>
            </a:r>
            <a:r>
              <a:rPr lang="en-US" dirty="0"/>
              <a:t>: Sparse, binary vectors (dimension = vocabulary size)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notion of similarity between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Curse of dimensionality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semantic information captured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27B7C6-2CDC-88BB-C41D-BC7307D937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166198"/>
              </p:ext>
            </p:extLst>
          </p:nvPr>
        </p:nvGraphicFramePr>
        <p:xfrm>
          <a:off x="553994" y="4511032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904227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907178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48564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22357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6037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1 (cat)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2 (dog)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3 (fish)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4 (bird)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951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267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48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43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42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32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5843-6243-4FED-D51B-9968DB41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6EB8-B223-49A9-A9FB-EBE8A0CF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Evolution of Word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9F70-6609-23E4-8242-58774325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987216" cy="74820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Problem</a:t>
            </a:r>
            <a:r>
              <a:rPr lang="en-US" sz="2000" dirty="0"/>
              <a:t>: How do we represent meaning mathematically?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Solution</a:t>
            </a:r>
            <a:r>
              <a:rPr lang="en-US" sz="2000" dirty="0"/>
              <a:t>: Distributional hypothesis - "You shall know a word by the company it keeps" (J.R. Firth, 1957)</a:t>
            </a:r>
          </a:p>
          <a:p>
            <a:endParaRPr lang="en-US" sz="2000" dirty="0"/>
          </a:p>
        </p:txBody>
      </p:sp>
      <p:pic>
        <p:nvPicPr>
          <p:cNvPr id="3074" name="Picture 2" descr="Distributional semantics - Wikipedia">
            <a:extLst>
              <a:ext uri="{FF2B5EF4-FFF2-40B4-BE49-F238E27FC236}">
                <a16:creationId xmlns:a16="http://schemas.microsoft.com/office/drawing/2014/main" id="{7838B5EC-812C-CDC8-5CFB-BD8E43326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487" y="2324380"/>
            <a:ext cx="4312508" cy="30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03E6E9-29DB-6231-D36D-166BD1A4B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56614"/>
              </p:ext>
            </p:extLst>
          </p:nvPr>
        </p:nvGraphicFramePr>
        <p:xfrm>
          <a:off x="838200" y="2614493"/>
          <a:ext cx="6236043" cy="246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78681">
                  <a:extLst>
                    <a:ext uri="{9D8B030D-6E8A-4147-A177-3AD203B41FA5}">
                      <a16:colId xmlns:a16="http://schemas.microsoft.com/office/drawing/2014/main" val="1074427067"/>
                    </a:ext>
                  </a:extLst>
                </a:gridCol>
                <a:gridCol w="2078681">
                  <a:extLst>
                    <a:ext uri="{9D8B030D-6E8A-4147-A177-3AD203B41FA5}">
                      <a16:colId xmlns:a16="http://schemas.microsoft.com/office/drawing/2014/main" val="118472165"/>
                    </a:ext>
                  </a:extLst>
                </a:gridCol>
                <a:gridCol w="2078681">
                  <a:extLst>
                    <a:ext uri="{9D8B030D-6E8A-4147-A177-3AD203B41FA5}">
                      <a16:colId xmlns:a16="http://schemas.microsoft.com/office/drawing/2014/main" val="4173155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Dimension 1 (political)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2 (dangerous)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63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shark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223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367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dangerous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339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political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94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dictatorship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703038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914B84-CEDA-F1F7-43A7-C8BAE37A70A8}"/>
              </a:ext>
            </a:extLst>
          </p:cNvPr>
          <p:cNvSpPr txBox="1">
            <a:spLocks/>
          </p:cNvSpPr>
          <p:nvPr/>
        </p:nvSpPr>
        <p:spPr>
          <a:xfrm>
            <a:off x="838200" y="5313405"/>
            <a:ext cx="10987216" cy="139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Words are represented as dense vectors in a continuous vector space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Each dimension potentially captures semantic meaning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Similar words cluster together in the vector space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Semantic relationships are preserved (e.g., "shark" is closer to "dangerous" than "political")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Enables meaningful similarity measurements and analogies </a:t>
            </a:r>
          </a:p>
        </p:txBody>
      </p:sp>
    </p:spTree>
    <p:extLst>
      <p:ext uri="{BB962C8B-B14F-4D97-AF65-F5344CB8AC3E}">
        <p14:creationId xmlns:p14="http://schemas.microsoft.com/office/powerpoint/2010/main" val="44668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4AF0-0C0D-2A33-942E-7F90F86F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B883-DFFD-09F6-5356-084C060B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Word2Vec (</a:t>
            </a:r>
            <a:r>
              <a:rPr lang="en-US" dirty="0" err="1"/>
              <a:t>Mikolov</a:t>
            </a:r>
            <a:r>
              <a:rPr lang="en-US" dirty="0"/>
              <a:t> et al., 2013)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AAF18-EF8F-EF3B-EC26-A6DD77CB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710881" cy="499103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Key Innovation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Transformed NLP by creating dense vector representations through prediction-based models</a:t>
            </a:r>
          </a:p>
          <a:p>
            <a:pPr>
              <a:buNone/>
            </a:pPr>
            <a:r>
              <a:rPr lang="en-US" b="1" dirty="0"/>
              <a:t>Two Architectures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Continuous Bag of Words (CBOW)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Predicts target word from context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Faster training, better for frequent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Skip-gram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Predicts context words from target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for rare words, captures more semantic information</a:t>
            </a:r>
          </a:p>
          <a:p>
            <a:pPr>
              <a:buNone/>
            </a:pPr>
            <a:r>
              <a:rPr lang="en-US" b="1" dirty="0"/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Typically 100-300 dimensions (vs. vocabulary size)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relationships: king - man + woman ≈ queen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training through negative sampling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Limitations: Fixed vectors, one vector per word regardless of context</a:t>
            </a:r>
          </a:p>
          <a:p>
            <a:endParaRPr lang="en-US" dirty="0"/>
          </a:p>
        </p:txBody>
      </p:sp>
      <p:pic>
        <p:nvPicPr>
          <p:cNvPr id="1026" name="Picture 2" descr="Demystifying Word2Vec: Understanding Word Embeddings for Natural Language  Processing">
            <a:extLst>
              <a:ext uri="{FF2B5EF4-FFF2-40B4-BE49-F238E27FC236}">
                <a16:creationId xmlns:a16="http://schemas.microsoft.com/office/drawing/2014/main" id="{FF83FE64-97DB-E58E-0CC0-7EF862120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081" y="2098712"/>
            <a:ext cx="4987403" cy="277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286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EC20-6796-6447-BBF2-D090BB79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A864D-27D6-2882-82A2-FC76937F5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import </a:t>
            </a:r>
            <a:r>
              <a:rPr lang="en-US" sz="700" dirty="0" err="1">
                <a:ea typeface="+mn-lt"/>
                <a:cs typeface="+mn-lt"/>
              </a:rPr>
              <a:t>gensim</a:t>
            </a:r>
            <a:endParaRPr lang="en-US" sz="7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from </a:t>
            </a:r>
            <a:r>
              <a:rPr lang="en-US" sz="700" dirty="0" err="1">
                <a:ea typeface="+mn-lt"/>
                <a:cs typeface="+mn-lt"/>
              </a:rPr>
              <a:t>gensim.models</a:t>
            </a:r>
            <a:r>
              <a:rPr lang="en-US" sz="700" dirty="0">
                <a:ea typeface="+mn-lt"/>
                <a:cs typeface="+mn-lt"/>
              </a:rPr>
              <a:t> import Word2Vec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import </a:t>
            </a:r>
            <a:r>
              <a:rPr lang="en-US" sz="700" dirty="0" err="1">
                <a:ea typeface="+mn-lt"/>
                <a:cs typeface="+mn-lt"/>
              </a:rPr>
              <a:t>nltk</a:t>
            </a:r>
            <a:endParaRPr lang="en-US" sz="7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from </a:t>
            </a:r>
            <a:r>
              <a:rPr lang="en-US" sz="700" dirty="0" err="1">
                <a:ea typeface="+mn-lt"/>
                <a:cs typeface="+mn-lt"/>
              </a:rPr>
              <a:t>nltk.tokenize</a:t>
            </a:r>
            <a:r>
              <a:rPr lang="en-US" sz="700" dirty="0">
                <a:ea typeface="+mn-lt"/>
                <a:cs typeface="+mn-lt"/>
              </a:rPr>
              <a:t> import </a:t>
            </a:r>
            <a:r>
              <a:rPr lang="en-US" sz="700" dirty="0" err="1">
                <a:ea typeface="+mn-lt"/>
                <a:cs typeface="+mn-lt"/>
              </a:rPr>
              <a:t>word_tokenize</a:t>
            </a:r>
            <a:endParaRPr lang="en-US" sz="7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nltk.download</a:t>
            </a:r>
            <a:r>
              <a:rPr lang="en-US" sz="700" dirty="0">
                <a:ea typeface="+mn-lt"/>
                <a:cs typeface="+mn-lt"/>
              </a:rPr>
              <a:t>('</a:t>
            </a:r>
            <a:r>
              <a:rPr lang="en-US" sz="700" dirty="0" err="1">
                <a:ea typeface="+mn-lt"/>
                <a:cs typeface="+mn-lt"/>
              </a:rPr>
              <a:t>punkt</a:t>
            </a:r>
            <a:r>
              <a:rPr lang="en-US" sz="700" dirty="0">
                <a:ea typeface="+mn-lt"/>
                <a:cs typeface="+mn-lt"/>
              </a:rPr>
              <a:t>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# Sample corpus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sentences = [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"Large language models are transforming business applications",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"Natural language processing helps computers understand human language",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"Word embeddings capture semantic relationships between words",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"Neural networks learn distributed representations of words",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"Businesses use language models for various applications",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"Customer service can be improved with language technology",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"Modern language models require significant computing resources",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"Language models can generate human-like text for businesses"]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Tokenize the sentences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tokenized_sentences</a:t>
            </a:r>
            <a:r>
              <a:rPr lang="en-US" sz="700" dirty="0">
                <a:ea typeface="+mn-lt"/>
                <a:cs typeface="+mn-lt"/>
              </a:rPr>
              <a:t> = [</a:t>
            </a:r>
            <a:r>
              <a:rPr lang="en-US" sz="700" dirty="0" err="1">
                <a:ea typeface="+mn-lt"/>
                <a:cs typeface="+mn-lt"/>
              </a:rPr>
              <a:t>word_tokenize</a:t>
            </a:r>
            <a:r>
              <a:rPr lang="en-US" sz="700" dirty="0">
                <a:ea typeface="+mn-lt"/>
                <a:cs typeface="+mn-lt"/>
              </a:rPr>
              <a:t>(</a:t>
            </a:r>
            <a:r>
              <a:rPr lang="en-US" sz="700" dirty="0" err="1">
                <a:ea typeface="+mn-lt"/>
                <a:cs typeface="+mn-lt"/>
              </a:rPr>
              <a:t>sentence.lower</a:t>
            </a:r>
            <a:r>
              <a:rPr lang="en-US" sz="700" dirty="0">
                <a:ea typeface="+mn-lt"/>
                <a:cs typeface="+mn-lt"/>
              </a:rPr>
              <a:t>()) for sentence in sentences]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Train Word2Vec model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model = Word2Vec(sentences=</a:t>
            </a:r>
            <a:r>
              <a:rPr lang="en-US" sz="700" dirty="0" err="1">
                <a:ea typeface="+mn-lt"/>
                <a:cs typeface="+mn-lt"/>
              </a:rPr>
              <a:t>tokenized_sentences</a:t>
            </a:r>
            <a:r>
              <a:rPr lang="en-US" sz="700" dirty="0">
                <a:ea typeface="+mn-lt"/>
                <a:cs typeface="+mn-lt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</a:t>
            </a:r>
            <a:r>
              <a:rPr lang="en-US" sz="700" dirty="0" err="1">
                <a:ea typeface="+mn-lt"/>
                <a:cs typeface="+mn-lt"/>
              </a:rPr>
              <a:t>vector_size</a:t>
            </a:r>
            <a:r>
              <a:rPr lang="en-US" sz="700" dirty="0">
                <a:ea typeface="+mn-lt"/>
                <a:cs typeface="+mn-lt"/>
              </a:rPr>
              <a:t>=100,  # Embedding dimension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window=5,         # Context window size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</a:t>
            </a:r>
            <a:r>
              <a:rPr lang="en-US" sz="700" dirty="0" err="1">
                <a:ea typeface="+mn-lt"/>
                <a:cs typeface="+mn-lt"/>
              </a:rPr>
              <a:t>min_count</a:t>
            </a:r>
            <a:r>
              <a:rPr lang="en-US" sz="700" dirty="0">
                <a:ea typeface="+mn-lt"/>
                <a:cs typeface="+mn-lt"/>
              </a:rPr>
              <a:t>=1,      # Minimum word frequency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workers=4)        # Number of threads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Save the model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model.save</a:t>
            </a:r>
            <a:r>
              <a:rPr lang="en-US" sz="700" dirty="0">
                <a:ea typeface="+mn-lt"/>
                <a:cs typeface="+mn-lt"/>
              </a:rPr>
              <a:t>("word2vec.model")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Find the most similar words to "language"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similar_words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model.wv.most_similar</a:t>
            </a:r>
            <a:r>
              <a:rPr lang="en-US" sz="700" dirty="0">
                <a:ea typeface="+mn-lt"/>
                <a:cs typeface="+mn-lt"/>
              </a:rPr>
              <a:t>("language", </a:t>
            </a:r>
            <a:r>
              <a:rPr lang="en-US" sz="700" dirty="0" err="1">
                <a:ea typeface="+mn-lt"/>
                <a:cs typeface="+mn-lt"/>
              </a:rPr>
              <a:t>topn</a:t>
            </a:r>
            <a:r>
              <a:rPr lang="en-US" sz="700" dirty="0">
                <a:ea typeface="+mn-lt"/>
                <a:cs typeface="+mn-lt"/>
              </a:rPr>
              <a:t>=5)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print("Words most similar to 'language':")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for word, similarity in </a:t>
            </a:r>
            <a:r>
              <a:rPr lang="en-US" sz="700" dirty="0" err="1">
                <a:ea typeface="+mn-lt"/>
                <a:cs typeface="+mn-lt"/>
              </a:rPr>
              <a:t>similar_words</a:t>
            </a:r>
            <a:r>
              <a:rPr lang="en-US" sz="700" dirty="0">
                <a:ea typeface="+mn-lt"/>
                <a:cs typeface="+mn-lt"/>
              </a:rPr>
              <a:t>: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print(f"{word}: {similarity:.4f}")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Vector for a specific word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word_vector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model.wv</a:t>
            </a:r>
            <a:r>
              <a:rPr lang="en-US" sz="700" dirty="0">
                <a:ea typeface="+mn-lt"/>
                <a:cs typeface="+mn-lt"/>
              </a:rPr>
              <a:t>["business"]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print(f"\</a:t>
            </a:r>
            <a:r>
              <a:rPr lang="en-US" sz="700" dirty="0" err="1">
                <a:ea typeface="+mn-lt"/>
                <a:cs typeface="+mn-lt"/>
              </a:rPr>
              <a:t>nVector</a:t>
            </a:r>
            <a:r>
              <a:rPr lang="en-US" sz="700" dirty="0">
                <a:ea typeface="+mn-lt"/>
                <a:cs typeface="+mn-lt"/>
              </a:rPr>
              <a:t> for 'business' (first 10 dimensions):\n{</a:t>
            </a:r>
            <a:r>
              <a:rPr lang="en-US" sz="700" dirty="0" err="1">
                <a:ea typeface="+mn-lt"/>
                <a:cs typeface="+mn-lt"/>
              </a:rPr>
              <a:t>word_vector</a:t>
            </a:r>
            <a:r>
              <a:rPr lang="en-US" sz="700" dirty="0">
                <a:ea typeface="+mn-lt"/>
                <a:cs typeface="+mn-lt"/>
              </a:rPr>
              <a:t>[:10]}")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Word analogies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analogy_result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model.wv.most_similar</a:t>
            </a:r>
            <a:r>
              <a:rPr lang="en-US" sz="700" dirty="0">
                <a:ea typeface="+mn-lt"/>
                <a:cs typeface="+mn-lt"/>
              </a:rPr>
              <a:t>(positive=["business", "language"],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                     negative=["models"], 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                     </a:t>
            </a:r>
            <a:r>
              <a:rPr lang="en-US" sz="700" dirty="0" err="1">
                <a:ea typeface="+mn-lt"/>
                <a:cs typeface="+mn-lt"/>
              </a:rPr>
              <a:t>topn</a:t>
            </a:r>
            <a:r>
              <a:rPr lang="en-US" sz="700" dirty="0">
                <a:ea typeface="+mn-lt"/>
                <a:cs typeface="+mn-lt"/>
              </a:rPr>
              <a:t>=3)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print("\</a:t>
            </a:r>
            <a:r>
              <a:rPr lang="en-US" sz="700" dirty="0" err="1">
                <a:ea typeface="+mn-lt"/>
                <a:cs typeface="+mn-lt"/>
              </a:rPr>
              <a:t>nAnalogy</a:t>
            </a:r>
            <a:r>
              <a:rPr lang="en-US" sz="700" dirty="0">
                <a:ea typeface="+mn-lt"/>
                <a:cs typeface="+mn-lt"/>
              </a:rPr>
              <a:t> results:")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for word, similarity in </a:t>
            </a:r>
            <a:r>
              <a:rPr lang="en-US" sz="700" dirty="0" err="1">
                <a:ea typeface="+mn-lt"/>
                <a:cs typeface="+mn-lt"/>
              </a:rPr>
              <a:t>analogy_result</a:t>
            </a:r>
            <a:r>
              <a:rPr lang="en-US" sz="700" dirty="0">
                <a:ea typeface="+mn-lt"/>
                <a:cs typeface="+mn-lt"/>
              </a:rPr>
              <a:t>: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print(f"{word}: {similarity:.4f}")</a:t>
            </a:r>
            <a:endParaRPr lang="en-US" sz="700" dirty="0"/>
          </a:p>
          <a:p>
            <a:pPr marL="0">
              <a:spcBef>
                <a:spcPts val="0"/>
              </a:spcBef>
            </a:pP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729735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DFB0-3625-33F4-20B7-A3C5C7AD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A32C-6F9C-9804-E093-09E74C97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Implementation: Word2Vec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7C21-6D02-B7DF-767E-E64352F45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223"/>
            <a:ext cx="10515600" cy="521377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gensim.downloader</a:t>
            </a:r>
            <a:r>
              <a:rPr lang="en-US" dirty="0"/>
              <a:t> as </a:t>
            </a:r>
            <a:r>
              <a:rPr lang="en-US" dirty="0" err="1"/>
              <a:t>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gensim.models</a:t>
            </a:r>
            <a:r>
              <a:rPr lang="en-US" dirty="0"/>
              <a:t> import Word2Vec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# </a:t>
            </a:r>
            <a:r>
              <a:rPr lang="en-US" dirty="0"/>
              <a:t>Load pre-trained Word2Vec model</a:t>
            </a:r>
          </a:p>
          <a:p>
            <a:pPr marL="0" indent="0">
              <a:buNone/>
            </a:pPr>
            <a:r>
              <a:rPr lang="en-US" dirty="0"/>
              <a:t>word2vec_model = </a:t>
            </a:r>
            <a:r>
              <a:rPr lang="en-US" dirty="0" err="1"/>
              <a:t>api.load</a:t>
            </a:r>
            <a:r>
              <a:rPr lang="en-US" dirty="0"/>
              <a:t>('word2vec-google-news-300’)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Find similar words</a:t>
            </a:r>
          </a:p>
          <a:p>
            <a:pPr marL="0" indent="0">
              <a:buNone/>
            </a:pPr>
            <a:r>
              <a:rPr lang="en-US" dirty="0" err="1"/>
              <a:t>similar_words</a:t>
            </a:r>
            <a:r>
              <a:rPr lang="en-US" dirty="0"/>
              <a:t> = word2vec_model.most_similar('computer', </a:t>
            </a:r>
            <a:r>
              <a:rPr lang="en-US" dirty="0" err="1"/>
              <a:t>topn</a:t>
            </a:r>
            <a:r>
              <a:rPr lang="en-US" dirty="0"/>
              <a:t>=5)</a:t>
            </a:r>
          </a:p>
          <a:p>
            <a:pPr marL="0" indent="0">
              <a:buNone/>
            </a:pPr>
            <a:r>
              <a:rPr lang="en-US" dirty="0"/>
              <a:t>print("Words similar to 'computer':", </a:t>
            </a:r>
            <a:r>
              <a:rPr lang="en-US" dirty="0" err="1"/>
              <a:t>similar_words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Word analogies</a:t>
            </a:r>
          </a:p>
          <a:p>
            <a:pPr marL="0" indent="0">
              <a:buNone/>
            </a:pPr>
            <a:r>
              <a:rPr lang="en-US" dirty="0"/>
              <a:t>result = word2vec_model.most_similar(positive=['woman', 'king'], negative=['man'], </a:t>
            </a:r>
            <a:r>
              <a:rPr lang="en-US" dirty="0" err="1"/>
              <a:t>topn</a:t>
            </a:r>
            <a:r>
              <a:rPr lang="en-US" dirty="0"/>
              <a:t>=1)</a:t>
            </a:r>
          </a:p>
          <a:p>
            <a:pPr marL="0" indent="0">
              <a:buNone/>
            </a:pPr>
            <a:r>
              <a:rPr lang="en-US" dirty="0"/>
              <a:t>print("king - man + woman =", result)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Train your own Word2Vec model</a:t>
            </a:r>
          </a:p>
          <a:p>
            <a:pPr marL="0" indent="0">
              <a:buNone/>
            </a:pPr>
            <a:r>
              <a:rPr lang="en-US" dirty="0"/>
              <a:t>sentences = [["cat", "say", "meow"], ["dog", "say", "woof"]]</a:t>
            </a:r>
          </a:p>
          <a:p>
            <a:pPr marL="0" indent="0">
              <a:buNone/>
            </a:pPr>
            <a:r>
              <a:rPr lang="en-US" dirty="0"/>
              <a:t>model = Word2Vec(sentences, </a:t>
            </a:r>
            <a:r>
              <a:rPr lang="en-US" dirty="0" err="1"/>
              <a:t>vector_size</a:t>
            </a:r>
            <a:r>
              <a:rPr lang="en-US" dirty="0"/>
              <a:t>=100, window=5, </a:t>
            </a:r>
            <a:r>
              <a:rPr lang="en-US" dirty="0" err="1"/>
              <a:t>min_count</a:t>
            </a:r>
            <a:r>
              <a:rPr lang="en-US" dirty="0"/>
              <a:t>=1, workers=4)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Get vector for a word</a:t>
            </a:r>
          </a:p>
          <a:p>
            <a:pPr marL="0" indent="0">
              <a:buNone/>
            </a:pPr>
            <a:r>
              <a:rPr lang="en-US" dirty="0" err="1"/>
              <a:t>cat_vector</a:t>
            </a:r>
            <a:r>
              <a:rPr lang="en-US" dirty="0"/>
              <a:t> = </a:t>
            </a:r>
            <a:r>
              <a:rPr lang="en-US" dirty="0" err="1"/>
              <a:t>model.wv</a:t>
            </a:r>
            <a:r>
              <a:rPr lang="en-US" dirty="0"/>
              <a:t>['cat']</a:t>
            </a:r>
          </a:p>
          <a:p>
            <a:pPr marL="0" indent="0">
              <a:buNone/>
            </a:pPr>
            <a:r>
              <a:rPr lang="en-US" dirty="0"/>
              <a:t>print("Vector for 'cat':", </a:t>
            </a:r>
            <a:r>
              <a:rPr lang="en-US" dirty="0" err="1"/>
              <a:t>cat_vector</a:t>
            </a:r>
            <a:r>
              <a:rPr lang="en-US" dirty="0"/>
              <a:t>[:5])  # Show first 5 dimensions</a:t>
            </a:r>
          </a:p>
        </p:txBody>
      </p:sp>
    </p:spTree>
    <p:extLst>
      <p:ext uri="{BB962C8B-B14F-4D97-AF65-F5344CB8AC3E}">
        <p14:creationId xmlns:p14="http://schemas.microsoft.com/office/powerpoint/2010/main" val="216188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4EBBC-4381-304D-25F6-D20E1C36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B6DA-ED95-BF11-2E4C-2DFDC2E7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Implementation: </a:t>
            </a:r>
            <a:r>
              <a:rPr lang="en-US" dirty="0" err="1"/>
              <a:t>GloVe</a:t>
            </a:r>
            <a:r>
              <a:rPr lang="en-US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E0D35-F5BE-5721-912E-D6942DC23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</a:t>
            </a:r>
            <a:r>
              <a:rPr lang="en-US" dirty="0" err="1"/>
              <a:t>sklearn.metrics.pairwise</a:t>
            </a:r>
            <a:r>
              <a:rPr lang="en-US" dirty="0"/>
              <a:t> import </a:t>
            </a:r>
            <a:r>
              <a:rPr lang="en-US" dirty="0" err="1"/>
              <a:t>cosine_similarity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Function to load </a:t>
            </a:r>
            <a:r>
              <a:rPr lang="en-US" dirty="0" err="1"/>
              <a:t>GloVe</a:t>
            </a:r>
            <a:r>
              <a:rPr lang="en-US" dirty="0"/>
              <a:t> vectors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load_glove_vectors</a:t>
            </a:r>
            <a:r>
              <a:rPr lang="en-US" dirty="0"/>
              <a:t>(</a:t>
            </a:r>
            <a:r>
              <a:rPr lang="en-US" dirty="0" err="1"/>
              <a:t>file_path</a:t>
            </a:r>
            <a:r>
              <a:rPr lang="en-US" dirty="0"/>
              <a:t>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embeddings_dict</a:t>
            </a:r>
            <a:r>
              <a:rPr lang="en-US" dirty="0"/>
              <a:t> =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with open(</a:t>
            </a:r>
            <a:r>
              <a:rPr lang="en-US" dirty="0" err="1"/>
              <a:t>file_path</a:t>
            </a:r>
            <a:r>
              <a:rPr lang="en-US" dirty="0"/>
              <a:t>, 'r', encoding='utf-8') as f: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for line in f: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values = </a:t>
            </a:r>
            <a:r>
              <a:rPr lang="en-US" dirty="0" err="1"/>
              <a:t>line.split</a:t>
            </a:r>
            <a:r>
              <a:rPr lang="en-U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word = values[0]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vector = </a:t>
            </a:r>
            <a:r>
              <a:rPr lang="en-US" dirty="0" err="1"/>
              <a:t>np.array</a:t>
            </a:r>
            <a:r>
              <a:rPr lang="en-US" dirty="0"/>
              <a:t>(values[1:], </a:t>
            </a:r>
            <a:r>
              <a:rPr lang="en-US" dirty="0" err="1"/>
              <a:t>dtype</a:t>
            </a:r>
            <a:r>
              <a:rPr lang="en-US" dirty="0"/>
              <a:t>='float32')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embeddings_dict</a:t>
            </a:r>
            <a:r>
              <a:rPr lang="en-US" dirty="0"/>
              <a:t>[word] = vector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return </a:t>
            </a:r>
            <a:r>
              <a:rPr lang="en-US" dirty="0" err="1"/>
              <a:t>embeddings_dict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Load pre-trained </a:t>
            </a:r>
            <a:r>
              <a:rPr lang="en-US" dirty="0" err="1"/>
              <a:t>GloVe</a:t>
            </a:r>
            <a:r>
              <a:rPr lang="en-US" dirty="0"/>
              <a:t> vectors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glove_vectors</a:t>
            </a:r>
            <a:r>
              <a:rPr lang="en-US" dirty="0"/>
              <a:t> = </a:t>
            </a:r>
            <a:r>
              <a:rPr lang="en-US" dirty="0" err="1"/>
              <a:t>load_glove_vectors</a:t>
            </a:r>
            <a:r>
              <a:rPr lang="en-US" dirty="0"/>
              <a:t>('glove.6B.100d.txt')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Calculate word similarity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get_similarity</a:t>
            </a:r>
            <a:r>
              <a:rPr lang="en-US" dirty="0"/>
              <a:t>(word1, word2, embeddings):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if word1 in embeddings and word2 in embeddings: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vec1 = embeddings[word1].reshape(1, -1)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vec2 = embeddings[word2].reshape(1, -1)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return </a:t>
            </a:r>
            <a:r>
              <a:rPr lang="en-US" dirty="0" err="1"/>
              <a:t>cosine_similarity</a:t>
            </a:r>
            <a:r>
              <a:rPr lang="en-US" dirty="0"/>
              <a:t>(vec1, vec2)[0][0]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return None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Example usage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similarity = </a:t>
            </a:r>
            <a:r>
              <a:rPr lang="en-US" dirty="0" err="1"/>
              <a:t>get_similarity</a:t>
            </a:r>
            <a:r>
              <a:rPr lang="en-US" dirty="0"/>
              <a:t>('king', 'queen', </a:t>
            </a:r>
            <a:r>
              <a:rPr lang="en-US" dirty="0" err="1"/>
              <a:t>glove_vectors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f"Similarity</a:t>
            </a:r>
            <a:r>
              <a:rPr lang="en-US" dirty="0"/>
              <a:t> between 'king' and 'queen': {similarity:.4f}")</a:t>
            </a:r>
          </a:p>
        </p:txBody>
      </p:sp>
    </p:spTree>
    <p:extLst>
      <p:ext uri="{BB962C8B-B14F-4D97-AF65-F5344CB8AC3E}">
        <p14:creationId xmlns:p14="http://schemas.microsoft.com/office/powerpoint/2010/main" val="228845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D0AA-707C-97B4-8497-09265E55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03B8-D3CB-E120-0A40-13913A6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Implementation: BERT in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06B31B-619A-A1D9-FE73-ACF05C08B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import torch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transformers import </a:t>
            </a:r>
            <a:r>
              <a:rPr lang="en-US" dirty="0" err="1"/>
              <a:t>BertModel</a:t>
            </a:r>
            <a:r>
              <a:rPr lang="en-US" dirty="0"/>
              <a:t>, </a:t>
            </a:r>
            <a:r>
              <a:rPr lang="en-US" dirty="0" err="1"/>
              <a:t>BertTokenizer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Load pre-trained BERT model and tokenizer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tokenizer = </a:t>
            </a:r>
            <a:r>
              <a:rPr lang="en-US" dirty="0" err="1"/>
              <a:t>BertTokenizer.from_pretrained</a:t>
            </a:r>
            <a:r>
              <a:rPr lang="en-US" dirty="0"/>
              <a:t>('</a:t>
            </a:r>
            <a:r>
              <a:rPr lang="en-US" dirty="0" err="1"/>
              <a:t>bert</a:t>
            </a:r>
            <a:r>
              <a:rPr lang="en-US" dirty="0"/>
              <a:t>-base-uncased')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model = </a:t>
            </a:r>
            <a:r>
              <a:rPr lang="en-US" dirty="0" err="1"/>
              <a:t>BertModel.from_pretrained</a:t>
            </a:r>
            <a:r>
              <a:rPr lang="en-US" dirty="0"/>
              <a:t>('</a:t>
            </a:r>
            <a:r>
              <a:rPr lang="en-US" dirty="0" err="1"/>
              <a:t>bert</a:t>
            </a:r>
            <a:r>
              <a:rPr lang="en-US" dirty="0"/>
              <a:t>-base-uncased')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Input 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text = "The quick brown fox jumps over the lazy dog."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Tokenize input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inputs = tokenizer(text, </a:t>
            </a:r>
            <a:r>
              <a:rPr lang="en-US" dirty="0" err="1"/>
              <a:t>return_tensors</a:t>
            </a:r>
            <a:r>
              <a:rPr lang="en-US" dirty="0"/>
              <a:t>="pt")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Get BERT embeddings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with </a:t>
            </a:r>
            <a:r>
              <a:rPr lang="en-US" dirty="0" err="1"/>
              <a:t>torch.no_grad</a:t>
            </a:r>
            <a:r>
              <a:rPr lang="en-US" dirty="0"/>
              <a:t>():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outputs = model(**inputs)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Last hidden states contain contextual embeddings for each token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last_hidden_states</a:t>
            </a:r>
            <a:r>
              <a:rPr lang="en-US" dirty="0"/>
              <a:t> = </a:t>
            </a:r>
            <a:r>
              <a:rPr lang="en-US" dirty="0" err="1"/>
              <a:t>outputs.last_hidden_state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Get embedding for the first token (after [CLS])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word_embedding</a:t>
            </a:r>
            <a:r>
              <a:rPr lang="en-US" dirty="0"/>
              <a:t> = </a:t>
            </a:r>
            <a:r>
              <a:rPr lang="en-US" dirty="0" err="1"/>
              <a:t>last_hidden_states</a:t>
            </a:r>
            <a:r>
              <a:rPr lang="en-US" dirty="0"/>
              <a:t>[0, 1].</a:t>
            </a:r>
            <a:r>
              <a:rPr lang="en-US" dirty="0" err="1"/>
              <a:t>numpy</a:t>
            </a:r>
            <a:r>
              <a:rPr lang="en-U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f"BERT</a:t>
            </a:r>
            <a:r>
              <a:rPr lang="en-US" dirty="0"/>
              <a:t> embedding for 'The' (first 5 dimensions): {</a:t>
            </a:r>
            <a:r>
              <a:rPr lang="en-US" dirty="0" err="1"/>
              <a:t>word_embedding</a:t>
            </a:r>
            <a:r>
              <a:rPr lang="en-US" dirty="0"/>
              <a:t>[:5]}")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Get embeddings for full sentence (CLS token)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sentence_embedding</a:t>
            </a:r>
            <a:r>
              <a:rPr lang="en-US" dirty="0"/>
              <a:t> = </a:t>
            </a:r>
            <a:r>
              <a:rPr lang="en-US" dirty="0" err="1"/>
              <a:t>last_hidden_states</a:t>
            </a:r>
            <a:r>
              <a:rPr lang="en-US" dirty="0"/>
              <a:t>[0, 0].</a:t>
            </a:r>
            <a:r>
              <a:rPr lang="en-US" dirty="0" err="1"/>
              <a:t>numpy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9544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4975-3A62-350E-C904-E040089B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6C86-C70D-BF9C-8DC8-14ED1EA1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F9B76-36FB-2A49-4C7D-0EF5F331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9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9C62-6372-9A91-FD77-1298D2BC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7D00-A62D-E8B1-64D6-76CED71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43D65-B00B-AB65-6295-1382D99DA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81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1D55-4C1C-838E-BEC6-6DDFB1FE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374B-0149-031E-0AAF-3B7D7DA3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4B7E-7B92-71B8-6F87-4417BEF4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0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91364" y="3053378"/>
            <a:ext cx="985076" cy="17851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0959" tIns="60959" rIns="60959" bIns="60959" numCol="1" spcCol="38100" rtlCol="0" anchor="t">
            <a:spAutoFit/>
          </a:bodyPr>
          <a:lstStyle/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dog  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</a:rPr>
              <a:t>cat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20222" y="3224872"/>
                <a:ext cx="5079917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0     0     0     0     0     0     0     0 ]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22" y="3224872"/>
                <a:ext cx="5079917" cy="369332"/>
              </a:xfrm>
              <a:prstGeom prst="rect">
                <a:avLst/>
              </a:prstGeom>
              <a:blipFill>
                <a:blip r:embed="rId3"/>
                <a:stretch>
                  <a:fillRect l="-1681" r="-1801" b="-3442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20222" y="3799348"/>
                <a:ext cx="5079917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[0     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0     0     0     0     0     0     0 ]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22" y="3799348"/>
                <a:ext cx="5079917" cy="369332"/>
              </a:xfrm>
              <a:prstGeom prst="rect">
                <a:avLst/>
              </a:prstGeom>
              <a:blipFill>
                <a:blip r:embed="rId4"/>
                <a:stretch>
                  <a:fillRect l="-1681" r="-1801" b="-3442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20222" y="4357019"/>
                <a:ext cx="5079917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[0     0     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0     0     0     0     0     0 ]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22" y="4357019"/>
                <a:ext cx="5079917" cy="369332"/>
              </a:xfrm>
              <a:prstGeom prst="rect">
                <a:avLst/>
              </a:prstGeom>
              <a:blipFill>
                <a:blip r:embed="rId5"/>
                <a:stretch>
                  <a:fillRect l="-1681" r="-1801" b="-35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262646" y="3053378"/>
            <a:ext cx="278600" cy="17851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0959" tIns="60959" rIns="60959" bIns="60959" numCol="1" spcCol="38100" rtlCol="0" anchor="t">
            <a:spAutoFit/>
          </a:bodyPr>
          <a:lstStyle/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</a:rPr>
              <a:t>2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9432" y="2543046"/>
            <a:ext cx="9627505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0959" tIns="60959" rIns="60959" bIns="60959" numCol="1" spcCol="38100" rtlCol="0" anchor="t">
            <a:spAutoFit/>
          </a:bodyPr>
          <a:lstStyle/>
          <a:p>
            <a:pPr defTabSz="609585" latinLnBrk="1" hangingPunct="0"/>
            <a:r>
              <a:rPr lang="en-US" sz="2400" dirty="0">
                <a:solidFill>
                  <a:srgbClr val="000000"/>
                </a:solidFill>
              </a:rPr>
              <a:t>Problem: distance between words using one-hot encodings always the same</a:t>
            </a: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2405" y="5319645"/>
            <a:ext cx="10647721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0959" tIns="60959" rIns="60959" bIns="60959" numCol="1" spcCol="38100" rtlCol="0" anchor="t">
            <a:spAutoFit/>
          </a:bodyPr>
          <a:lstStyle/>
          <a:p>
            <a:pPr defTabSz="609585" latinLnBrk="1" hangingPunct="0"/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Idea: Instead of one-hot-encoding use a histogram of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commonly co-occurring words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44C69F2-05F6-5350-5064-3146E8C4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Represent a Word?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7C13ED-BA33-EFC5-E059-C36C28A7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4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06E6-EB5D-E116-1561-CF0E1103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72B8-6DDB-C227-071B-A57A64BCA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Distributed Symantec</a:t>
            </a:r>
          </a:p>
          <a:p>
            <a:r>
              <a:rPr lang="en-US">
                <a:ea typeface="Calibri"/>
                <a:cs typeface="Calibri"/>
              </a:rPr>
              <a:t>Word2Vec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6460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9FBB-3121-E31B-EA14-7A6C8004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How to Represent a Word?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F3588-3A35-59C9-046D-8544746B1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0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646363" y="5943600"/>
            <a:ext cx="2024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10" name="Shape 28"/>
          <p:cNvSpPr/>
          <p:nvPr/>
        </p:nvSpPr>
        <p:spPr>
          <a:xfrm>
            <a:off x="-67734" y="342232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How to represent a word?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1364" y="1718847"/>
            <a:ext cx="990867" cy="16466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dog  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cat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20222" y="1890342"/>
                <a:ext cx="5140297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22" y="1890342"/>
                <a:ext cx="5140297" cy="369332"/>
              </a:xfrm>
              <a:prstGeom prst="rect">
                <a:avLst/>
              </a:prstGeom>
              <a:blipFill>
                <a:blip r:embed="rId3"/>
                <a:stretch>
                  <a:fillRect t="-1639" b="-3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20222" y="2464818"/>
                <a:ext cx="5140297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22" y="2464818"/>
                <a:ext cx="5140297" cy="369332"/>
              </a:xfrm>
              <a:prstGeom prst="rect">
                <a:avLst/>
              </a:prstGeom>
              <a:blipFill>
                <a:blip r:embed="rId4"/>
                <a:stretch>
                  <a:fillRect t="-1639" b="-3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20222" y="3022489"/>
                <a:ext cx="5140297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222" y="3022489"/>
                <a:ext cx="5140297" cy="369332"/>
              </a:xfrm>
              <a:prstGeom prst="rect">
                <a:avLst/>
              </a:prstGeom>
              <a:blipFill>
                <a:blip r:embed="rId5"/>
                <a:stretch>
                  <a:fillRect t="-3333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262646" y="1718847"/>
            <a:ext cx="279135" cy="16466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C00000"/>
                </a:solidFill>
              </a:rPr>
              <a:t>2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9432" y="1208515"/>
            <a:ext cx="9745400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Problem: distance between words using one-hot encodings always the same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2405" y="3985113"/>
            <a:ext cx="10643081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Idea: Instead of one-hot-encoding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use a histogram of </a:t>
            </a:r>
            <a:r>
              <a:rPr kumimoji="0" lang="en-US" sz="24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commonly co-occurring words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77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646363" y="5943600"/>
            <a:ext cx="2024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10" name="Shape 28"/>
          <p:cNvSpPr/>
          <p:nvPr/>
        </p:nvSpPr>
        <p:spPr>
          <a:xfrm>
            <a:off x="-67734" y="342232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Distributional Semantics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49768" y="5586636"/>
            <a:ext cx="734387" cy="677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dog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27906" y="5740523"/>
                <a:ext cx="5862716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3    2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4     2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4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3     5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6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7      …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06" y="5740523"/>
                <a:ext cx="5862716" cy="369332"/>
              </a:xfrm>
              <a:prstGeom prst="rect">
                <a:avLst/>
              </a:prstGeom>
              <a:blipFill>
                <a:blip r:embed="rId3"/>
                <a:stretch>
                  <a:fillRect t="-3333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5944"/>
          <a:stretch/>
        </p:blipFill>
        <p:spPr>
          <a:xfrm>
            <a:off x="520856" y="1574787"/>
            <a:ext cx="2321937" cy="1793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8606" y="1885666"/>
            <a:ext cx="4205423" cy="410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67" dirty="0">
                <a:solidFill>
                  <a:srgbClr val="000000"/>
                </a:solidFill>
              </a:rPr>
              <a:t>I saw a dog on a leash walking in the park.</a:t>
            </a:r>
            <a:endParaRPr kumimoji="0" lang="en-US" sz="1867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8606" y="1527131"/>
            <a:ext cx="2786231" cy="410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Dogs are man’s </a:t>
            </a:r>
            <a:r>
              <a:rPr kumimoji="0" lang="en-US" sz="186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best friend.</a:t>
            </a:r>
            <a:endParaRPr kumimoji="0" lang="en-US" sz="1867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8605" y="2602735"/>
            <a:ext cx="3810016" cy="410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67" dirty="0">
                <a:solidFill>
                  <a:srgbClr val="000000"/>
                </a:solidFill>
              </a:rPr>
              <a:t>He walks his dog in the late afternoon</a:t>
            </a:r>
            <a:endParaRPr kumimoji="0" lang="en-US" sz="1867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8606" y="2961270"/>
            <a:ext cx="393783" cy="4067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mr-IN" sz="1867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…</a:t>
            </a:r>
            <a:endParaRPr kumimoji="0" lang="en-US" sz="1867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930914" y="1980522"/>
            <a:ext cx="995141" cy="62170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friend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leash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park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walking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walks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food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legs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runs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sleeps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sits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mr-IN" sz="2200" dirty="0">
                <a:solidFill>
                  <a:srgbClr val="000000"/>
                </a:solidFill>
              </a:rPr>
              <a:t>…</a:t>
            </a:r>
            <a:endParaRPr lang="en-US" sz="2200" dirty="0">
              <a:solidFill>
                <a:srgbClr val="000000"/>
              </a:solidFill>
            </a:endParaRP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8606" y="2244201"/>
            <a:ext cx="3053397" cy="410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His</a:t>
            </a:r>
            <a:r>
              <a:rPr kumimoji="0" lang="en-US" sz="1867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dog is his best companion.</a:t>
            </a:r>
            <a:endParaRPr kumimoji="0" lang="en-US" sz="1867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922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646363" y="5943600"/>
            <a:ext cx="2024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10" name="Shape 28"/>
          <p:cNvSpPr/>
          <p:nvPr/>
        </p:nvSpPr>
        <p:spPr>
          <a:xfrm>
            <a:off x="-67734" y="342232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Distributional Semantics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1364" y="1718847"/>
            <a:ext cx="990867" cy="16466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dog  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cat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76609" y="1836759"/>
                <a:ext cx="5678904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2    …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609" y="1836759"/>
                <a:ext cx="5678904" cy="369332"/>
              </a:xfrm>
              <a:prstGeom prst="rect">
                <a:avLst/>
              </a:prstGeom>
              <a:blipFill>
                <a:blip r:embed="rId3"/>
                <a:stretch>
                  <a:fillRect t="-1639" b="-3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08214" y="2425682"/>
                <a:ext cx="5815695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4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4     2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3     4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   …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14" y="2425682"/>
                <a:ext cx="5815695" cy="369332"/>
              </a:xfrm>
              <a:prstGeom prst="rect">
                <a:avLst/>
              </a:prstGeom>
              <a:blipFill>
                <a:blip r:embed="rId4"/>
                <a:stretch>
                  <a:fillRect t="-3333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6609" y="2968906"/>
                <a:ext cx="5678904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2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…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609" y="2968906"/>
                <a:ext cx="5678904" cy="369332"/>
              </a:xfrm>
              <a:prstGeom prst="rect">
                <a:avLst/>
              </a:prstGeom>
              <a:blipFill>
                <a:blip r:embed="rId5"/>
                <a:stretch>
                  <a:fillRect t="-1639" b="-3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 rot="16200000">
            <a:off x="5549722" y="1205341"/>
            <a:ext cx="1134069" cy="62170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food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walks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window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runs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mouse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invented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legs</a:t>
            </a:r>
          </a:p>
          <a:p>
            <a:pPr algn="l" rtl="0" latinLnBrk="1" hangingPunct="0"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sleeps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mirror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tail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mr-IN" sz="2200" dirty="0">
                <a:solidFill>
                  <a:srgbClr val="000000"/>
                </a:solidFill>
              </a:rPr>
              <a:t>…</a:t>
            </a:r>
            <a:endParaRPr lang="en-US" sz="2200" dirty="0">
              <a:solidFill>
                <a:srgbClr val="000000"/>
              </a:solidFill>
            </a:endParaRP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08214" y="1582735"/>
            <a:ext cx="534545" cy="205522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42760" y="1582734"/>
            <a:ext cx="534545" cy="205522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25594" y="1582733"/>
            <a:ext cx="534545" cy="205522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84177" y="1582651"/>
            <a:ext cx="534545" cy="205522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34284" y="1582650"/>
            <a:ext cx="534545" cy="205522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75486" y="5543453"/>
            <a:ext cx="4985551" cy="578595"/>
            <a:chOff x="2878768" y="4223658"/>
            <a:chExt cx="3739163" cy="433946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3666309" y="4223658"/>
              <a:ext cx="2142309" cy="0"/>
            </a:xfrm>
            <a:prstGeom prst="straightConnector1">
              <a:avLst/>
            </a:prstGeom>
            <a:noFill/>
            <a:ln w="25400" cap="flat">
              <a:solidFill>
                <a:srgbClr val="404040"/>
              </a:solidFill>
              <a:prstDash val="solid"/>
              <a:bevel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" name="TextBox 7"/>
            <p:cNvSpPr txBox="1"/>
            <p:nvPr/>
          </p:nvSpPr>
          <p:spPr>
            <a:xfrm>
              <a:off x="2878768" y="4288274"/>
              <a:ext cx="3739163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60959" tIns="60959" rIns="60959" bIns="60959" numCol="1" spcCol="38100" rtlCol="0" anchor="t">
              <a:spAutoFit/>
            </a:bodyPr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indent="0" algn="l" defTabSz="609585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rPr>
                <a:t>This vocabulary can be extremely large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800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646363" y="5943600"/>
            <a:ext cx="2024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10" name="Shape 28"/>
          <p:cNvSpPr/>
          <p:nvPr/>
        </p:nvSpPr>
        <p:spPr>
          <a:xfrm>
            <a:off x="-67734" y="342232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Toward more Compact Representations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1364" y="1718847"/>
            <a:ext cx="990867" cy="16466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dog  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cat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76609" y="1836759"/>
                <a:ext cx="5678904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2    …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609" y="1836759"/>
                <a:ext cx="5678904" cy="369332"/>
              </a:xfrm>
              <a:prstGeom prst="rect">
                <a:avLst/>
              </a:prstGeom>
              <a:blipFill>
                <a:blip r:embed="rId3"/>
                <a:stretch>
                  <a:fillRect t="-1639" b="-3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08214" y="2425682"/>
                <a:ext cx="5815695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4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4     2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3     4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3   …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14" y="2425682"/>
                <a:ext cx="5815695" cy="369332"/>
              </a:xfrm>
              <a:prstGeom prst="rect">
                <a:avLst/>
              </a:prstGeom>
              <a:blipFill>
                <a:blip r:embed="rId4"/>
                <a:stretch>
                  <a:fillRect t="-3333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6609" y="2968906"/>
                <a:ext cx="5678904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2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0     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…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609" y="2968906"/>
                <a:ext cx="5678904" cy="369332"/>
              </a:xfrm>
              <a:prstGeom prst="rect">
                <a:avLst/>
              </a:prstGeom>
              <a:blipFill>
                <a:blip r:embed="rId5"/>
                <a:stretch>
                  <a:fillRect t="-1639" b="-3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 rot="16200000">
            <a:off x="5549722" y="1205341"/>
            <a:ext cx="1134069" cy="62170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food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walks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window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runs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mouse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invented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legs</a:t>
            </a:r>
          </a:p>
          <a:p>
            <a:pPr algn="l" rtl="0" latinLnBrk="1" hangingPunct="0"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sleeps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mirror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000000"/>
                </a:solidFill>
              </a:rPr>
              <a:t>tail</a:t>
            </a: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mr-IN" sz="2200" dirty="0">
                <a:solidFill>
                  <a:srgbClr val="000000"/>
                </a:solidFill>
              </a:rPr>
              <a:t>…</a:t>
            </a:r>
            <a:endParaRPr lang="en-US" sz="2200" dirty="0">
              <a:solidFill>
                <a:srgbClr val="000000"/>
              </a:solidFill>
            </a:endParaRPr>
          </a:p>
          <a:p>
            <a:pPr marL="0" marR="0" indent="0" algn="l" defTabSz="609585" rtl="0" fontAlgn="auto" latinLnBrk="1" hangingPunct="0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200" dirty="0">
              <a:solidFill>
                <a:srgbClr val="000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542759" y="1582732"/>
            <a:ext cx="3617380" cy="2055225"/>
            <a:chOff x="2657069" y="1187048"/>
            <a:chExt cx="2713035" cy="1541419"/>
          </a:xfrm>
        </p:grpSpPr>
        <p:sp>
          <p:nvSpPr>
            <p:cNvPr id="23" name="Rectangle 22"/>
            <p:cNvSpPr/>
            <p:nvPr/>
          </p:nvSpPr>
          <p:spPr>
            <a:xfrm>
              <a:off x="2657069" y="1187050"/>
              <a:ext cx="400909" cy="1541417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spAutoFit/>
            </a:bodyPr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indent="0" algn="l" defTabSz="609585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969195" y="1187049"/>
              <a:ext cx="400909" cy="1541417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spAutoFit/>
            </a:bodyPr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indent="0" algn="l" defTabSz="609585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412223" y="1187048"/>
              <a:ext cx="400909" cy="1541417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spAutoFit/>
            </a:bodyPr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indent="0" algn="l" defTabSz="609585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75486" y="5543453"/>
            <a:ext cx="4985551" cy="578595"/>
            <a:chOff x="2878768" y="4223658"/>
            <a:chExt cx="3739163" cy="433946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3666309" y="4223658"/>
              <a:ext cx="2142309" cy="0"/>
            </a:xfrm>
            <a:prstGeom prst="straightConnector1">
              <a:avLst/>
            </a:prstGeom>
            <a:noFill/>
            <a:ln w="25400" cap="flat">
              <a:solidFill>
                <a:srgbClr val="404040"/>
              </a:solidFill>
              <a:prstDash val="solid"/>
              <a:bevel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" name="TextBox 7"/>
            <p:cNvSpPr txBox="1"/>
            <p:nvPr/>
          </p:nvSpPr>
          <p:spPr>
            <a:xfrm>
              <a:off x="2878768" y="4288274"/>
              <a:ext cx="3739163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60959" tIns="60959" rIns="60959" bIns="60959" numCol="1" spcCol="38100" rtlCol="0" anchor="t">
              <a:spAutoFit/>
            </a:bodyPr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indent="0" algn="l" defTabSz="609585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  <a:cs typeface="Calibri"/>
                  <a:sym typeface="Calibri"/>
                </a:rPr>
                <a:t>This vocabulary can be extremely large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337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345723" y="5949140"/>
            <a:ext cx="2024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10" name="Shape 28"/>
          <p:cNvSpPr/>
          <p:nvPr/>
        </p:nvSpPr>
        <p:spPr>
          <a:xfrm>
            <a:off x="-67734" y="342232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Toward more Compact Representations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6665" y="2896548"/>
            <a:ext cx="108192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dog =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53375" y="1187211"/>
                <a:ext cx="714896" cy="30469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2    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:r>
                  <a:rPr lang="en-US" b="0" i="1" dirty="0">
                    <a:solidFill>
                      <a:srgbClr val="0070C0"/>
                    </a:solidFill>
                    <a:latin typeface="Cambria Math" charset="0"/>
                  </a:rPr>
                  <a:t> </a:t>
                </a:r>
                <a:r>
                  <a:rPr lang="mr-IN" b="0" i="1" dirty="0">
                    <a:solidFill>
                      <a:srgbClr val="0070C0"/>
                    </a:solidFill>
                    <a:latin typeface="Cambria Math" charset="0"/>
                  </a:rPr>
                  <a:t>…</a:t>
                </a:r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375" y="1187211"/>
                <a:ext cx="714896" cy="3046988"/>
              </a:xfrm>
              <a:prstGeom prst="rect">
                <a:avLst/>
              </a:prstGeom>
              <a:blipFill>
                <a:blip r:embed="rId3"/>
                <a:stretch>
                  <a:fillRect l="-12712" b="-34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ket 6"/>
          <p:cNvSpPr/>
          <p:nvPr/>
        </p:nvSpPr>
        <p:spPr>
          <a:xfrm>
            <a:off x="2372093" y="1187211"/>
            <a:ext cx="60959" cy="4468916"/>
          </a:xfrm>
          <a:prstGeom prst="lef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Right Bracket 10"/>
          <p:cNvSpPr/>
          <p:nvPr/>
        </p:nvSpPr>
        <p:spPr>
          <a:xfrm>
            <a:off x="2834047" y="1187211"/>
            <a:ext cx="60959" cy="4468916"/>
          </a:xfrm>
          <a:prstGeom prst="righ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13621" y="2929352"/>
            <a:ext cx="47064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>
                <a:solidFill>
                  <a:srgbClr val="000000"/>
                </a:solidFill>
              </a:rPr>
              <a:t>= 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60204" y="1215053"/>
                <a:ext cx="719171" cy="30469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1     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:r>
                  <a:rPr lang="en-US" b="0" i="1" dirty="0">
                    <a:solidFill>
                      <a:srgbClr val="0070C0"/>
                    </a:solidFill>
                    <a:latin typeface="Cambria Math" charset="0"/>
                  </a:rPr>
                  <a:t> </a:t>
                </a:r>
                <a:r>
                  <a:rPr lang="mr-IN" b="0" i="1" dirty="0">
                    <a:solidFill>
                      <a:srgbClr val="0070C0"/>
                    </a:solidFill>
                    <a:latin typeface="Cambria Math" charset="0"/>
                  </a:rPr>
                  <a:t>…</a:t>
                </a:r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204" y="1215053"/>
                <a:ext cx="719171" cy="3046988"/>
              </a:xfrm>
              <a:prstGeom prst="rect">
                <a:avLst/>
              </a:prstGeom>
              <a:blipFill>
                <a:blip r:embed="rId4"/>
                <a:stretch>
                  <a:fillRect l="-13559" b="-36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ket 27"/>
          <p:cNvSpPr/>
          <p:nvPr/>
        </p:nvSpPr>
        <p:spPr>
          <a:xfrm>
            <a:off x="4378922" y="1215054"/>
            <a:ext cx="60959" cy="4468916"/>
          </a:xfrm>
          <a:prstGeom prst="lef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9" name="Right Bracket 28"/>
          <p:cNvSpPr/>
          <p:nvPr/>
        </p:nvSpPr>
        <p:spPr>
          <a:xfrm>
            <a:off x="4840877" y="1215054"/>
            <a:ext cx="60959" cy="4468916"/>
          </a:xfrm>
          <a:prstGeom prst="righ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89502" y="5887586"/>
            <a:ext cx="1287957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ctr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legs, running</a:t>
            </a: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kumimoji="0" lang="en-US" sz="16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kumimoji="0" lang="en-US" sz="16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6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walking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3873" y="2896803"/>
            <a:ext cx="499279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685" y="2929353"/>
            <a:ext cx="864764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+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455945" y="1253979"/>
                <a:ext cx="719171" cy="30469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0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:r>
                  <a:rPr lang="en-US" b="0" i="1" dirty="0">
                    <a:solidFill>
                      <a:srgbClr val="0070C0"/>
                    </a:solidFill>
                    <a:latin typeface="Cambria Math" charset="0"/>
                  </a:rPr>
                  <a:t> </a:t>
                </a:r>
                <a:r>
                  <a:rPr lang="mr-IN" b="0" i="1" dirty="0">
                    <a:solidFill>
                      <a:srgbClr val="0070C0"/>
                    </a:solidFill>
                    <a:latin typeface="Cambria Math" charset="0"/>
                  </a:rPr>
                  <a:t>…</a:t>
                </a:r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945" y="1253979"/>
                <a:ext cx="719171" cy="3046988"/>
              </a:xfrm>
              <a:prstGeom prst="rect">
                <a:avLst/>
              </a:prstGeom>
              <a:blipFill>
                <a:blip r:embed="rId5"/>
                <a:stretch>
                  <a:fillRect l="-12712" b="-34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ket 34"/>
          <p:cNvSpPr/>
          <p:nvPr/>
        </p:nvSpPr>
        <p:spPr>
          <a:xfrm>
            <a:off x="6374663" y="1253979"/>
            <a:ext cx="60959" cy="4468916"/>
          </a:xfrm>
          <a:prstGeom prst="lef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6" name="Right Bracket 35"/>
          <p:cNvSpPr/>
          <p:nvPr/>
        </p:nvSpPr>
        <p:spPr>
          <a:xfrm>
            <a:off x="6836618" y="1253979"/>
            <a:ext cx="60959" cy="4468916"/>
          </a:xfrm>
          <a:prstGeom prst="righ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8543" y="2934655"/>
            <a:ext cx="864764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+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8993" y="5887586"/>
            <a:ext cx="772859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ctr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tail, fur,</a:t>
            </a:r>
          </a:p>
          <a:p>
            <a:pPr marL="0" marR="0" indent="0" algn="ctr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</a:rPr>
              <a:t>ears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597049" y="1253979"/>
                <a:ext cx="719171" cy="30469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0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</m:t>
                      </m:r>
                    </m:oMath>
                  </m:oMathPara>
                </a14:m>
                <a:endParaRPr lang="en-US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0    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  <a:p>
                <a:pPr algn="l" rtl="0" latinLnBrk="1" hangingPunct="0"/>
                <a:r>
                  <a:rPr lang="en-US" b="0" i="1" dirty="0">
                    <a:solidFill>
                      <a:srgbClr val="0070C0"/>
                    </a:solidFill>
                    <a:latin typeface="Cambria Math" charset="0"/>
                  </a:rPr>
                  <a:t> </a:t>
                </a:r>
                <a:r>
                  <a:rPr lang="mr-IN" b="0" i="1" dirty="0">
                    <a:solidFill>
                      <a:srgbClr val="0070C0"/>
                    </a:solidFill>
                    <a:latin typeface="Cambria Math" charset="0"/>
                  </a:rPr>
                  <a:t>…</a:t>
                </a:r>
                <a:endParaRPr lang="en-US" b="0" i="1" dirty="0">
                  <a:solidFill>
                    <a:srgbClr val="0070C0"/>
                  </a:solidFill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049" y="1253979"/>
                <a:ext cx="719171" cy="3046988"/>
              </a:xfrm>
              <a:prstGeom prst="rect">
                <a:avLst/>
              </a:prstGeom>
              <a:blipFill>
                <a:blip r:embed="rId6"/>
                <a:stretch>
                  <a:fillRect l="-12712" b="-34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ket 39"/>
          <p:cNvSpPr/>
          <p:nvPr/>
        </p:nvSpPr>
        <p:spPr>
          <a:xfrm>
            <a:off x="8515767" y="1253979"/>
            <a:ext cx="60959" cy="4468916"/>
          </a:xfrm>
          <a:prstGeom prst="lef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1" name="Right Bracket 40"/>
          <p:cNvSpPr/>
          <p:nvPr/>
        </p:nvSpPr>
        <p:spPr>
          <a:xfrm>
            <a:off x="8977722" y="1253979"/>
            <a:ext cx="60959" cy="4468916"/>
          </a:xfrm>
          <a:prstGeom prst="righ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41715" y="5887586"/>
            <a:ext cx="1469631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ctr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mirror, window,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door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0149" y="2929228"/>
            <a:ext cx="719425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+   </a:t>
            </a:r>
            <a:r>
              <a:rPr kumimoji="0" lang="mr-I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…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675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345723" y="5949140"/>
            <a:ext cx="2024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10" name="Shape 28"/>
          <p:cNvSpPr/>
          <p:nvPr/>
        </p:nvSpPr>
        <p:spPr>
          <a:xfrm>
            <a:off x="-67734" y="342232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Toward more Compact Representations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6665" y="2896548"/>
            <a:ext cx="108192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dog =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773873" y="2896803"/>
            <a:ext cx="499279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684" y="2929353"/>
            <a:ext cx="781408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8543" y="2934655"/>
            <a:ext cx="851940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 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w3</a:t>
            </a:r>
          </a:p>
        </p:txBody>
      </p:sp>
      <p:sp>
        <p:nvSpPr>
          <p:cNvPr id="30" name="Left Bracket 29"/>
          <p:cNvSpPr/>
          <p:nvPr/>
        </p:nvSpPr>
        <p:spPr>
          <a:xfrm>
            <a:off x="3258379" y="2975763"/>
            <a:ext cx="215268" cy="372927"/>
          </a:xfrm>
          <a:prstGeom prst="lef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1" name="Left Bracket 30"/>
          <p:cNvSpPr/>
          <p:nvPr/>
        </p:nvSpPr>
        <p:spPr>
          <a:xfrm flipH="1">
            <a:off x="8331656" y="2989110"/>
            <a:ext cx="289288" cy="372927"/>
          </a:xfrm>
          <a:prstGeom prst="leftBracket">
            <a:avLst/>
          </a:prstGeom>
          <a:noFill/>
          <a:ln w="25400" cap="flat">
            <a:solidFill>
              <a:srgbClr val="40404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121917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85053" y="4287636"/>
            <a:ext cx="9243127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defTabSz="60958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basis vectors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can be found using Principal Component Analysis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(PCA)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8619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899" y="132244"/>
            <a:ext cx="10515600" cy="1325563"/>
          </a:xfrm>
        </p:spPr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What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word2vec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899" y="1592745"/>
            <a:ext cx="10515600" cy="5032375"/>
          </a:xfrm>
        </p:spPr>
        <p:txBody>
          <a:bodyPr>
            <a:norm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word2vec</a:t>
            </a:r>
            <a:r>
              <a:rPr lang="en-US" dirty="0"/>
              <a:t> is </a:t>
            </a:r>
            <a:r>
              <a:rPr lang="en-US" b="1" dirty="0"/>
              <a:t>not</a:t>
            </a:r>
            <a:r>
              <a:rPr lang="en-US" dirty="0"/>
              <a:t> a single algorithm</a:t>
            </a:r>
          </a:p>
          <a:p>
            <a:r>
              <a:rPr lang="en-US" dirty="0"/>
              <a:t>It is a </a:t>
            </a:r>
            <a:r>
              <a:rPr lang="en-US" b="1" dirty="0"/>
              <a:t>software package</a:t>
            </a:r>
            <a:r>
              <a:rPr lang="en-US" dirty="0"/>
              <a:t> for representing words as vectors, containing:</a:t>
            </a:r>
          </a:p>
          <a:p>
            <a:pPr lvl="1"/>
            <a:r>
              <a:rPr lang="en-US" dirty="0"/>
              <a:t>Two distinct models</a:t>
            </a:r>
          </a:p>
          <a:p>
            <a:pPr lvl="2"/>
            <a:r>
              <a:rPr lang="en-US" dirty="0" err="1"/>
              <a:t>CBoW</a:t>
            </a:r>
            <a:endParaRPr lang="en-US" dirty="0"/>
          </a:p>
          <a:p>
            <a:pPr lvl="2"/>
            <a:r>
              <a:rPr lang="en-US" b="1" dirty="0">
                <a:solidFill>
                  <a:schemeClr val="accent5"/>
                </a:solidFill>
              </a:rPr>
              <a:t>Skip-Gram			(SG)</a:t>
            </a:r>
          </a:p>
          <a:p>
            <a:pPr lvl="1"/>
            <a:r>
              <a:rPr lang="en-US" dirty="0"/>
              <a:t>Various training methods</a:t>
            </a:r>
          </a:p>
          <a:p>
            <a:pPr lvl="2"/>
            <a:r>
              <a:rPr lang="en-US" b="1" dirty="0">
                <a:solidFill>
                  <a:schemeClr val="accent2"/>
                </a:solidFill>
              </a:rPr>
              <a:t>Negative Sampling		(NS)</a:t>
            </a:r>
          </a:p>
          <a:p>
            <a:pPr lvl="2"/>
            <a:r>
              <a:rPr lang="en-US" dirty="0"/>
              <a:t>Hierarchical </a:t>
            </a:r>
            <a:r>
              <a:rPr lang="en-US" dirty="0" err="1"/>
              <a:t>Softmax</a:t>
            </a:r>
            <a:endParaRPr lang="en-US" dirty="0"/>
          </a:p>
          <a:p>
            <a:pPr lvl="1"/>
            <a:r>
              <a:rPr lang="en-US" dirty="0"/>
              <a:t>A rich preprocessing pipeline</a:t>
            </a:r>
          </a:p>
          <a:p>
            <a:pPr lvl="2"/>
            <a:r>
              <a:rPr lang="en-US" dirty="0"/>
              <a:t>Dynamic Context Windows</a:t>
            </a:r>
          </a:p>
          <a:p>
            <a:pPr lvl="2"/>
            <a:r>
              <a:rPr lang="en-US" dirty="0"/>
              <a:t>Subsampling</a:t>
            </a:r>
          </a:p>
          <a:p>
            <a:pPr lvl="2"/>
            <a:r>
              <a:rPr lang="en-US" dirty="0"/>
              <a:t>Deleting Rare Words</a:t>
            </a:r>
          </a:p>
          <a:p>
            <a:pPr lvl="2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294463" y="6267613"/>
            <a:ext cx="262208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Slide by Omer Levy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889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 err="1"/>
              <a:t>Embeddings</a:t>
            </a:r>
            <a:r>
              <a:rPr lang="en-US" dirty="0"/>
              <a:t> capture relational meaning!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1803400"/>
                <a:ext cx="11582400" cy="4445000"/>
              </a:xfrm>
            </p:spPr>
            <p:txBody>
              <a:bodyPr/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vector(</a:t>
                </a:r>
                <a:r>
                  <a:rPr lang="en-US" i="1" dirty="0"/>
                  <a:t>‘king’</a:t>
                </a:r>
                <a:r>
                  <a:rPr lang="en-US" dirty="0"/>
                  <a:t>) - vector(</a:t>
                </a:r>
                <a:r>
                  <a:rPr lang="en-US" i="1" dirty="0"/>
                  <a:t>‘man’</a:t>
                </a:r>
                <a:r>
                  <a:rPr lang="en-US" dirty="0"/>
                  <a:t>) + vector(</a:t>
                </a:r>
                <a:r>
                  <a:rPr lang="en-US" i="1" dirty="0"/>
                  <a:t>‘woman’</a:t>
                </a:r>
                <a:r>
                  <a:rPr lang="en-US" dirty="0"/>
                  <a:t>)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  <m:r>
                      <a:rPr lang="en-US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vector(‘queen’)</a:t>
                </a:r>
              </a:p>
              <a:p>
                <a:pPr marL="0" indent="0">
                  <a:buNone/>
                </a:pPr>
                <a:r>
                  <a:rPr lang="en-US" dirty="0"/>
                  <a:t>vector(</a:t>
                </a:r>
                <a:r>
                  <a:rPr lang="en-US" i="1" dirty="0"/>
                  <a:t>‘Paris’</a:t>
                </a:r>
                <a:r>
                  <a:rPr lang="en-US" dirty="0"/>
                  <a:t>) - vector(</a:t>
                </a:r>
                <a:r>
                  <a:rPr lang="en-US" i="1" dirty="0"/>
                  <a:t>‘France’</a:t>
                </a:r>
                <a:r>
                  <a:rPr lang="en-US" dirty="0"/>
                  <a:t>) + vector(</a:t>
                </a:r>
                <a:r>
                  <a:rPr lang="en-US" i="1" dirty="0"/>
                  <a:t>‘Italy’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vector(‘Rome’)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803400"/>
                <a:ext cx="11582400" cy="4445000"/>
              </a:xfrm>
              <a:blipFill>
                <a:blip r:embed="rId2"/>
                <a:stretch>
                  <a:fillRect l="-842" t="-1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258" y="3091737"/>
            <a:ext cx="8416041" cy="29969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94463" y="6267613"/>
            <a:ext cx="2851549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Slide by Dan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Jurafsky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5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dirty="0"/>
              <a:t>Marco saw a furry little </a:t>
            </a:r>
            <a:r>
              <a:rPr lang="en-US" dirty="0" err="1"/>
              <a:t>wampimuk</a:t>
            </a:r>
            <a:r>
              <a:rPr lang="en-US" dirty="0"/>
              <a:t> hiding in the tree.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8952000" y="5557635"/>
            <a:ext cx="32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defTabSz="914377" rtl="0"/>
            <a:r>
              <a:rPr lang="en-GB" kern="1200" dirty="0">
                <a:solidFill>
                  <a:prstClr val="black"/>
                </a:solidFill>
                <a:ea typeface=""/>
                <a:cs typeface=""/>
              </a:rPr>
              <a:t>“word2vec Explained…”</a:t>
            </a:r>
          </a:p>
          <a:p>
            <a:pPr algn="l" defTabSz="914377" rtl="0"/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Goldberg &amp; Levy,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arXiv</a:t>
            </a:r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 2014</a:t>
            </a:r>
            <a:endParaRPr lang="en-GB" kern="1200" dirty="0">
              <a:solidFill>
                <a:prstClr val="black"/>
              </a:solidFill>
              <a:ea typeface=""/>
              <a:cs typeface="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9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dirty="0"/>
              <a:t>Marco saw a furry little </a:t>
            </a:r>
            <a:r>
              <a:rPr lang="en-US" dirty="0" err="1">
                <a:solidFill>
                  <a:schemeClr val="accent5"/>
                </a:solidFill>
              </a:rPr>
              <a:t>wampimuk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hiding in the tree.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8952000" y="5626893"/>
            <a:ext cx="32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defTabSz="914377" rtl="0"/>
            <a:r>
              <a:rPr lang="en-GB" kern="1200" dirty="0">
                <a:solidFill>
                  <a:prstClr val="black"/>
                </a:solidFill>
                <a:ea typeface=""/>
                <a:cs typeface=""/>
              </a:rPr>
              <a:t>“word2vec Explained…”</a:t>
            </a:r>
          </a:p>
          <a:p>
            <a:pPr algn="l" defTabSz="914377" rtl="0"/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Goldberg &amp; Levy,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arXiv</a:t>
            </a:r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 2014</a:t>
            </a:r>
            <a:endParaRPr lang="en-GB" kern="1200" dirty="0">
              <a:solidFill>
                <a:prstClr val="black"/>
              </a:solidFill>
              <a:ea typeface=""/>
              <a:cs typeface="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989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512" y="0"/>
            <a:ext cx="10515600" cy="1325563"/>
          </a:xfrm>
        </p:spPr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512" y="1460500"/>
            <a:ext cx="10515600" cy="4351339"/>
          </a:xfrm>
        </p:spPr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dirty="0"/>
              <a:t>Marco saw a </a:t>
            </a:r>
            <a:r>
              <a:rPr lang="en-US" dirty="0">
                <a:solidFill>
                  <a:schemeClr val="accent2"/>
                </a:solidFill>
              </a:rPr>
              <a:t>furry little </a:t>
            </a:r>
            <a:r>
              <a:rPr lang="en-US" dirty="0" err="1">
                <a:solidFill>
                  <a:schemeClr val="accent5"/>
                </a:solidFill>
              </a:rPr>
              <a:t>wampimuk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hiding in </a:t>
            </a:r>
            <a:r>
              <a:rPr lang="en-US" dirty="0"/>
              <a:t>the tree.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words</a:t>
            </a:r>
            <a:r>
              <a:rPr lang="en-US" b="1" dirty="0"/>
              <a:t>			</a:t>
            </a:r>
            <a:r>
              <a:rPr lang="en-US" b="1" u="sng" dirty="0"/>
              <a:t>contexts</a:t>
            </a:r>
          </a:p>
          <a:p>
            <a:pPr marL="0" indent="0">
              <a:buNone/>
            </a:pPr>
            <a:r>
              <a:rPr lang="en-US" dirty="0" err="1"/>
              <a:t>wampimuk</a:t>
            </a:r>
            <a:r>
              <a:rPr lang="en-US" dirty="0"/>
              <a:t>		furry</a:t>
            </a:r>
          </a:p>
          <a:p>
            <a:pPr marL="0" indent="0">
              <a:buNone/>
            </a:pPr>
            <a:r>
              <a:rPr lang="en-US" dirty="0" err="1"/>
              <a:t>wampimuk</a:t>
            </a:r>
            <a:r>
              <a:rPr lang="en-US" dirty="0"/>
              <a:t>		little</a:t>
            </a:r>
            <a:endParaRPr lang="en-GB" dirty="0"/>
          </a:p>
          <a:p>
            <a:pPr marL="0" indent="0">
              <a:buNone/>
            </a:pPr>
            <a:r>
              <a:rPr lang="en-US" dirty="0" err="1"/>
              <a:t>wampimuk</a:t>
            </a:r>
            <a:r>
              <a:rPr lang="en-US" dirty="0"/>
              <a:t>		hiding</a:t>
            </a:r>
            <a:endParaRPr lang="en-GB" dirty="0"/>
          </a:p>
          <a:p>
            <a:pPr marL="0" indent="0">
              <a:buNone/>
            </a:pPr>
            <a:r>
              <a:rPr lang="en-US" dirty="0" err="1"/>
              <a:t>wampimuk</a:t>
            </a:r>
            <a:r>
              <a:rPr lang="en-US" dirty="0"/>
              <a:t>		in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…			…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8801312" y="5769756"/>
            <a:ext cx="32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defTabSz="914377" rtl="0"/>
            <a:r>
              <a:rPr lang="en-GB" kern="1200" dirty="0">
                <a:solidFill>
                  <a:prstClr val="black"/>
                </a:solidFill>
                <a:ea typeface=""/>
                <a:cs typeface=""/>
              </a:rPr>
              <a:t>“word2vec Explained…”</a:t>
            </a:r>
          </a:p>
          <a:p>
            <a:pPr algn="l" defTabSz="914377" rtl="0"/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Goldberg &amp; Levy,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arXiv</a:t>
            </a:r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 2014</a:t>
            </a:r>
            <a:endParaRPr lang="en-GB" kern="1200" dirty="0">
              <a:solidFill>
                <a:prstClr val="black"/>
              </a:solidFill>
              <a:ea typeface=""/>
              <a:cs typeface="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889312" y="2514875"/>
            <a:ext cx="1080000" cy="3060000"/>
          </a:xfrm>
          <a:prstGeom prst="rightBrace">
            <a:avLst>
              <a:gd name="adj1" fmla="val 45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914377" rtl="0"/>
            <a:endParaRPr lang="en-GB" kern="120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69312" y="3774875"/>
                <a:ext cx="18258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defTabSz="914377" rtl="0"/>
                <a:r>
                  <a:rPr lang="en-US" sz="2800" kern="1200" dirty="0">
                    <a:solidFill>
                      <a:prstClr val="black"/>
                    </a:solidFill>
                    <a:ea typeface=""/>
                    <a:cs typeface="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"/>
                        <a:cs typeface=""/>
                      </a:rPr>
                      <m:t>𝐷</m:t>
                    </m:r>
                  </m:oMath>
                </a14:m>
                <a:r>
                  <a:rPr lang="en-GB" sz="2800" kern="1200" dirty="0">
                    <a:solidFill>
                      <a:prstClr val="black"/>
                    </a:solidFill>
                    <a:ea typeface=""/>
                    <a:cs typeface=""/>
                  </a:rPr>
                  <a:t> (data)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312" y="3774875"/>
                <a:ext cx="1825821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59912" y="5991226"/>
            <a:ext cx="2743200" cy="365125"/>
          </a:xfrm>
        </p:spPr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443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0500"/>
                <a:ext cx="10515600" cy="4351339"/>
              </a:xfrm>
            </p:spPr>
            <p:txBody>
              <a:bodyPr/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r>
                  <a:rPr lang="en-US" dirty="0"/>
                  <a:t>SGNS finds 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GB" dirty="0"/>
                  <a:t> for each word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dirty="0"/>
                  <a:t> in our vocabulary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US" dirty="0"/>
                  <a:t>Each such vector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latent dimensions (e.g.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Effectively, it learns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whose rows represent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Key point:</a:t>
                </a:r>
                <a:r>
                  <a:rPr lang="en-US" dirty="0"/>
                  <a:t> it also learns a similar auxiliary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of context vectors</a:t>
                </a:r>
              </a:p>
              <a:p>
                <a:r>
                  <a:rPr lang="en-US" dirty="0"/>
                  <a:t>In fact, each word has two embeddings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0500"/>
                <a:ext cx="10515600" cy="4351339"/>
              </a:xfrm>
              <a:blipFill>
                <a:blip r:embed="rId3"/>
                <a:stretch>
                  <a:fillRect l="-812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952000" y="5769756"/>
            <a:ext cx="32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defTabSz="914377" rtl="0"/>
            <a:r>
              <a:rPr lang="en-GB" kern="1200" dirty="0">
                <a:solidFill>
                  <a:prstClr val="black"/>
                </a:solidFill>
                <a:ea typeface=""/>
                <a:cs typeface=""/>
              </a:rPr>
              <a:t>“word2vec Explained…”</a:t>
            </a:r>
          </a:p>
          <a:p>
            <a:pPr algn="l" defTabSz="914377" rtl="0"/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Goldberg &amp; Levy,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arXiv</a:t>
            </a:r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 2014</a:t>
            </a:r>
            <a:endParaRPr lang="en-GB" kern="1200" dirty="0">
              <a:solidFill>
                <a:prstClr val="black"/>
              </a:solidFill>
              <a:ea typeface=""/>
              <a:cs typeface="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69114" y="3995271"/>
            <a:ext cx="1150887" cy="2119604"/>
            <a:chOff x="469113" y="4360397"/>
            <a:chExt cx="1150887" cy="2119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900000" y="4680000"/>
                  <a:ext cx="720000" cy="1800000"/>
                </a:xfrm>
                <a:prstGeom prst="rect">
                  <a:avLst/>
                </a:prstGeom>
                <a:pattFill prst="lgGrid">
                  <a:fgClr>
                    <a:schemeClr val="accent5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ctr" defTabSz="914377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GB" sz="2800" kern="12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00" y="4680000"/>
                  <a:ext cx="720000" cy="180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900000" y="4360397"/>
                  <a:ext cx="7200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l" defTabSz="914377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"/>
                            <a:cs typeface=""/>
                          </a:rPr>
                          <m:t>𝑑</m:t>
                        </m:r>
                      </m:oMath>
                    </m:oMathPara>
                  </a14:m>
                  <a:endParaRPr lang="en-GB" kern="1200" dirty="0">
                    <a:solidFill>
                      <a:prstClr val="black"/>
                    </a:solidFill>
                    <a:ea typeface=""/>
                    <a:cs typeface="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00" y="4360397"/>
                  <a:ext cx="720000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 rot="16200000">
                  <a:off x="-184665" y="5333780"/>
                  <a:ext cx="18000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l" defTabSz="914377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kern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"/>
                                <a:cs typeface=""/>
                              </a:rPr>
                            </m:ctrlPr>
                          </m:sSubPr>
                          <m:e>
                            <m:r>
                              <a:rPr lang="en-US" i="1" kern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"/>
                                <a:cs typeface="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 kern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"/>
                                <a:cs typeface=""/>
                              </a:rPr>
                              <m:t>𝑊</m:t>
                            </m:r>
                          </m:sub>
                        </m:sSub>
                      </m:oMath>
                    </m:oMathPara>
                  </a14:m>
                  <a:endParaRPr lang="en-GB" kern="1200" dirty="0">
                    <a:solidFill>
                      <a:prstClr val="black"/>
                    </a:solidFill>
                    <a:ea typeface=""/>
                    <a:cs typeface="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84665" y="5333780"/>
                  <a:ext cx="1800000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864000" y="4402747"/>
            <a:ext cx="5864688" cy="861775"/>
            <a:chOff x="864000" y="4767873"/>
            <a:chExt cx="5864688" cy="861775"/>
          </a:xfrm>
        </p:grpSpPr>
        <p:sp>
          <p:nvSpPr>
            <p:cNvPr id="8" name="Rectangle 7"/>
            <p:cNvSpPr/>
            <p:nvPr/>
          </p:nvSpPr>
          <p:spPr>
            <a:xfrm>
              <a:off x="864000" y="4860000"/>
              <a:ext cx="792000" cy="18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algn="ctr" defTabSz="914377" rtl="0"/>
              <a:endParaRPr lang="en-GB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656000" y="4950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471999" y="4767873"/>
                  <a:ext cx="4256689" cy="861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l" defTabSz="914377" rtl="0"/>
                  <a14:m>
                    <m:oMath xmlns:m="http://schemas.openxmlformats.org/officeDocument/2006/math">
                      <m:r>
                        <a:rPr lang="en-US" i="1" kern="120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𝑤</m:t>
                      </m:r>
                    </m:oMath>
                  </a14:m>
                  <a:r>
                    <a:rPr lang="en-GB" kern="1200" dirty="0">
                      <a:solidFill>
                        <a:prstClr val="black"/>
                      </a:solidFill>
                      <a:ea typeface=""/>
                      <a:cs typeface=""/>
                    </a:rPr>
                    <a:t>:</a:t>
                  </a:r>
                  <a:r>
                    <a:rPr lang="en-GB" kern="1200" dirty="0" err="1">
                      <a:solidFill>
                        <a:prstClr val="black"/>
                      </a:solidFill>
                      <a:ea typeface=""/>
                      <a:cs typeface=""/>
                    </a:rPr>
                    <a:t>wampimuk</a:t>
                  </a:r>
                  <a:r>
                    <a:rPr lang="en-GB" kern="1200" dirty="0">
                      <a:solidFill>
                        <a:prstClr val="black"/>
                      </a:solidFill>
                      <a:ea typeface=""/>
                      <a:cs typeface="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=</m:t>
                      </m:r>
                      <m:r>
                        <a:rPr lang="en-US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(−3.1, 4.15, 9.2, −6.5,…)</m:t>
                      </m:r>
                    </m:oMath>
                  </a14:m>
                  <a:endParaRPr lang="en-GB" kern="1200" dirty="0">
                    <a:solidFill>
                      <a:prstClr val="black"/>
                    </a:solidFill>
                    <a:ea typeface=""/>
                    <a:cs typeface="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1999" y="4767873"/>
                  <a:ext cx="4256689" cy="861775"/>
                </a:xfrm>
                <a:prstGeom prst="rect">
                  <a:avLst/>
                </a:prstGeom>
                <a:blipFill>
                  <a:blip r:embed="rId7"/>
                  <a:stretch>
                    <a:fillRect t="-35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6949111" y="3995271"/>
            <a:ext cx="1150887" cy="2119604"/>
            <a:chOff x="6949113" y="4360397"/>
            <a:chExt cx="1150887" cy="2119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380000" y="4680000"/>
                  <a:ext cx="720000" cy="1800000"/>
                </a:xfrm>
                <a:prstGeom prst="rect">
                  <a:avLst/>
                </a:prstGeom>
                <a:pattFill prst="lgGrid">
                  <a:fgClr>
                    <a:schemeClr val="accent2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ctr" defTabSz="914377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GB" sz="2800" kern="12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680000"/>
                  <a:ext cx="720000" cy="1800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 rot="16200000">
                  <a:off x="6295335" y="5333780"/>
                  <a:ext cx="18000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l" defTabSz="914377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kern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"/>
                                <a:cs typeface=""/>
                              </a:rPr>
                            </m:ctrlPr>
                          </m:sSubPr>
                          <m:e>
                            <m:r>
                              <a:rPr lang="en-US" i="1" kern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"/>
                                <a:cs typeface="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 kern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"/>
                                <a:cs typeface="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GB" kern="1200" dirty="0">
                    <a:solidFill>
                      <a:prstClr val="black"/>
                    </a:solidFill>
                    <a:ea typeface=""/>
                    <a:cs typeface="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95335" y="5333780"/>
                  <a:ext cx="1800000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380000" y="4360397"/>
                  <a:ext cx="7200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l" defTabSz="914377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"/>
                            <a:cs typeface=""/>
                          </a:rPr>
                          <m:t>𝑑</m:t>
                        </m:r>
                      </m:oMath>
                    </m:oMathPara>
                  </a14:m>
                  <a:endParaRPr lang="en-GB" kern="1200" dirty="0">
                    <a:solidFill>
                      <a:prstClr val="black"/>
                    </a:solidFill>
                    <a:ea typeface=""/>
                    <a:cs typeface="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360397"/>
                  <a:ext cx="720000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2472000" y="5658593"/>
            <a:ext cx="5664000" cy="861775"/>
            <a:chOff x="2472000" y="6023720"/>
            <a:chExt cx="5664000" cy="861775"/>
          </a:xfrm>
        </p:grpSpPr>
        <p:sp>
          <p:nvSpPr>
            <p:cNvPr id="16" name="Rectangle 15"/>
            <p:cNvSpPr/>
            <p:nvPr/>
          </p:nvSpPr>
          <p:spPr>
            <a:xfrm>
              <a:off x="7344000" y="6120000"/>
              <a:ext cx="792000" cy="18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  <a:lvl2pPr indent="609585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2pPr>
              <a:lvl3pPr indent="1219170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3pPr>
              <a:lvl4pPr indent="182875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4pPr>
              <a:lvl5pPr indent="243833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5pPr>
              <a:lvl6pPr indent="3047924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6pPr>
              <a:lvl7pPr indent="3657509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7pPr>
              <a:lvl8pPr indent="4267093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8pPr>
              <a:lvl9pPr indent="4876678" defTabSz="609585">
                <a:defRPr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algn="ctr" defTabSz="914377" rtl="0"/>
              <a:endParaRPr lang="en-GB" kern="1200">
                <a:solidFill>
                  <a:prstClr val="white"/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6624000" y="6208386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472000" y="6023720"/>
                  <a:ext cx="4256689" cy="861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lvl1pPr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indent="609585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indent="1219170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indent="182875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indent="243833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indent="3047924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indent="3657509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indent="4267093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indent="4876678" defTabSz="609585"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algn="l" defTabSz="914377" rtl="0"/>
                  <a14:m>
                    <m:oMath xmlns:m="http://schemas.openxmlformats.org/officeDocument/2006/math">
                      <m:r>
                        <a:rPr lang="en-US" i="1" kern="1200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𝑐</m:t>
                      </m:r>
                    </m:oMath>
                  </a14:m>
                  <a:r>
                    <a:rPr lang="en-GB" kern="1200" dirty="0">
                      <a:solidFill>
                        <a:prstClr val="black"/>
                      </a:solidFill>
                      <a:ea typeface=""/>
                      <a:cs typeface=""/>
                    </a:rPr>
                    <a:t>:wampimuk </a:t>
                  </a:r>
                  <a14:m>
                    <m:oMath xmlns:m="http://schemas.openxmlformats.org/officeDocument/2006/math">
                      <m:r>
                        <a:rPr lang="en-US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=</m:t>
                      </m:r>
                      <m:r>
                        <a:rPr lang="en-US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(−5.6, 2.95, 1.4, −1.3,…)</m:t>
                      </m:r>
                    </m:oMath>
                  </a14:m>
                  <a:endParaRPr lang="en-GB" kern="1200" dirty="0">
                    <a:solidFill>
                      <a:prstClr val="black"/>
                    </a:solidFill>
                    <a:ea typeface=""/>
                    <a:cs typeface="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000" y="6023720"/>
                  <a:ext cx="4256689" cy="861775"/>
                </a:xfrm>
                <a:prstGeom prst="rect">
                  <a:avLst/>
                </a:prstGeom>
                <a:blipFill>
                  <a:blip r:embed="rId10"/>
                  <a:stretch>
                    <a:fillRect t="-35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126200" y="4953727"/>
                <a:ext cx="2497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defTabSz="914377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"/>
                          <a:cs typeface=""/>
                        </a:rPr>
                        <m:t>≠</m:t>
                      </m:r>
                    </m:oMath>
                  </m:oMathPara>
                </a14:m>
                <a:endParaRPr lang="en-GB" sz="2800" kern="1200" dirty="0">
                  <a:solidFill>
                    <a:prstClr val="black"/>
                  </a:solidFill>
                  <a:ea typeface=""/>
                  <a:cs typeface="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200" y="4953727"/>
                <a:ext cx="24978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10600" y="5991226"/>
            <a:ext cx="2743200" cy="365125"/>
          </a:xfrm>
        </p:spPr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23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Word2Vec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41303" y="2292531"/>
                <a:ext cx="7498720" cy="17309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733" b="0" i="1" smtClean="0">
                          <a:latin typeface="Cambria Math" charset="0"/>
                        </a:rPr>
                        <m:t>𝐽</m:t>
                      </m:r>
                      <m:d>
                        <m:dPr>
                          <m:ctrlPr>
                            <a:rPr lang="en-US" sz="3733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733" b="0" i="1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3733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3733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733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3733" b="0" i="1" smtClean="0">
                              <a:latin typeface="Cambria Math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sz="3733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733" b="0" i="1" smtClean="0">
                              <a:latin typeface="Cambria Math" charset="0"/>
                            </a:rPr>
                            <m:t>𝑡</m:t>
                          </m:r>
                          <m:r>
                            <a:rPr lang="en-US" sz="3733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3733" b="0" i="1" smtClean="0">
                              <a:latin typeface="Cambria Math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sz="3733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733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𝑚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≤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≤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𝑚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, 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sz="3733" b="0" i="1" smtClean="0">
                                  <a:latin typeface="Cambria Math" charset="0"/>
                                </a:rPr>
                                <m:t>≠0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3733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733" b="0" i="0" smtClean="0">
                                      <a:latin typeface="Cambria Math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3733" b="0" i="1" smtClean="0">
                                      <a:latin typeface="Cambria Math" charset="0"/>
                                    </a:rPr>
                                    <m:t>𝑝</m:t>
                                  </m:r>
                                  <m:r>
                                    <a:rPr lang="en-US" sz="3733" b="0" i="1" smtClean="0">
                                      <a:latin typeface="Cambria Math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3733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733" b="0" i="1" smtClean="0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733" b="0" i="1" smtClean="0">
                                          <a:latin typeface="Cambria Math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3733" b="0" i="1" smtClean="0">
                                      <a:latin typeface="Cambria Math" charset="0"/>
                                    </a:rPr>
                                    <m:t>|</m:t>
                                  </m:r>
                                  <m:r>
                                    <a:rPr lang="en-US" sz="3733" b="0" i="1" smtClean="0">
                                      <a:latin typeface="Cambria Math" charset="0"/>
                                    </a:rPr>
                                    <m:t>𝑐</m:t>
                                  </m:r>
                                  <m:r>
                                    <a:rPr lang="en-US" sz="3733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3733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303" y="2292531"/>
                <a:ext cx="7498720" cy="17309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04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Word2Vec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26078" y="2961792"/>
                <a:ext cx="7000125" cy="1565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267" b="0" i="1" smtClean="0">
                          <a:latin typeface="Cambria Math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sz="4267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267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267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4267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4267" b="0" i="1" smtClean="0">
                          <a:latin typeface="Cambria Math" charset="0"/>
                        </a:rPr>
                        <m:t>𝑐</m:t>
                      </m:r>
                      <m:r>
                        <a:rPr lang="en-US" sz="4267" b="0" i="1" smtClean="0">
                          <a:latin typeface="Cambria Math" charset="0"/>
                        </a:rPr>
                        <m:t>)=</m:t>
                      </m:r>
                      <m:f>
                        <m:fPr>
                          <m:ctrlPr>
                            <a:rPr lang="en-US" sz="4267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4267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4267" b="0" i="0" smtClean="0">
                                  <a:latin typeface="Cambria Math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4267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4267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4267" b="0" i="1" smtClean="0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4267" b="0" i="1" smtClean="0">
                                          <a:latin typeface="Cambria Math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4267" b="0" i="1" smtClean="0">
                                          <a:latin typeface="Cambria Math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sz="4267" b="0" i="1" smtClean="0">
                                      <a:latin typeface="Cambria Math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is-IS" sz="4267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4267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4267" b="0" i="1" smtClean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4267" b="0" i="1" smtClean="0">
                                  <a:latin typeface="Cambria Math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4267">
                                  <a:latin typeface="Cambria Math" charset="0"/>
                                </a:rPr>
                                <m:t>exp</m:t>
                              </m:r>
                              <m:r>
                                <a:rPr lang="en-US" sz="4267" i="1">
                                  <a:latin typeface="Cambria Math" charset="0"/>
                                </a:rPr>
                                <m:t>⁡(</m:t>
                              </m:r>
                              <m:sSubSup>
                                <m:sSubSupPr>
                                  <m:ctrlPr>
                                    <a:rPr lang="en-US" sz="4267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4267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4267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4267" i="1">
                                      <a:latin typeface="Cambria Math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4267" i="1">
                                  <a:latin typeface="Cambria Math" charset="0"/>
                                </a:rPr>
                                <m:t>𝑐</m:t>
                              </m:r>
                              <m:r>
                                <a:rPr lang="en-US" sz="4267" i="1">
                                  <a:latin typeface="Cambria Math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4267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078" y="2961792"/>
                <a:ext cx="7000125" cy="1565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879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>
              <a:ln w="9525">
                <a:solidFill>
                  <a:schemeClr val="accent5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r>
                  <a:rPr lang="en-US" b="1" dirty="0"/>
                  <a:t>Maximize: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was </a:t>
                </a:r>
                <a:r>
                  <a:rPr lang="en-US" b="1" dirty="0">
                    <a:solidFill>
                      <a:schemeClr val="accent5"/>
                    </a:solidFill>
                  </a:rPr>
                  <a:t>observed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r>
                  <a:rPr lang="en-US" b="1" u="sng" dirty="0"/>
                  <a:t>words</a:t>
                </a:r>
                <a:r>
                  <a:rPr lang="en-US" b="1" dirty="0"/>
                  <a:t>			</a:t>
                </a:r>
                <a:r>
                  <a:rPr lang="en-US" b="1" u="sng" dirty="0"/>
                  <a:t>contexts</a:t>
                </a:r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furry</a:t>
                </a:r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little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hiding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in</a:t>
                </a:r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030" t="-542"/>
                </a:stretch>
              </a:blipFill>
              <a:ln w="9525">
                <a:solidFill>
                  <a:schemeClr val="accent5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952000" y="5707857"/>
            <a:ext cx="32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defTabSz="914377" rtl="0"/>
            <a:r>
              <a:rPr lang="en-GB" kern="1200" dirty="0">
                <a:solidFill>
                  <a:prstClr val="black"/>
                </a:solidFill>
                <a:ea typeface=""/>
                <a:cs typeface=""/>
              </a:rPr>
              <a:t>“word2vec Explained…”</a:t>
            </a:r>
          </a:p>
          <a:p>
            <a:pPr algn="l" defTabSz="914377" rtl="0"/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Goldberg &amp; Levy,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arXiv</a:t>
            </a:r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 2014</a:t>
            </a:r>
            <a:endParaRPr lang="en-GB" kern="1200" dirty="0">
              <a:solidFill>
                <a:prstClr val="black"/>
              </a:solidFill>
              <a:ea typeface=""/>
              <a:cs typeface="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554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>
              <a:ln w="9525">
                <a:solidFill>
                  <a:schemeClr val="accent5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r>
                  <a:rPr lang="en-US" b="1" dirty="0"/>
                  <a:t>Maximize: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was </a:t>
                </a:r>
                <a:r>
                  <a:rPr lang="en-US" b="1" dirty="0">
                    <a:solidFill>
                      <a:schemeClr val="accent5"/>
                    </a:solidFill>
                  </a:rPr>
                  <a:t>observed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r>
                  <a:rPr lang="en-US" b="1" u="sng" dirty="0"/>
                  <a:t>words</a:t>
                </a:r>
                <a:r>
                  <a:rPr lang="en-US" b="1" dirty="0"/>
                  <a:t>			</a:t>
                </a:r>
                <a:r>
                  <a:rPr lang="en-US" b="1" u="sng" dirty="0"/>
                  <a:t>contexts</a:t>
                </a:r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furry</a:t>
                </a:r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little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hiding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in</a:t>
                </a:r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030" t="-542"/>
                </a:stretch>
              </a:blipFill>
              <a:ln w="9525">
                <a:solidFill>
                  <a:schemeClr val="accent5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accent2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r>
                  <a:rPr lang="en-US" b="1" dirty="0"/>
                  <a:t>Minimize: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was </a:t>
                </a:r>
                <a:r>
                  <a:rPr lang="en-US" b="1" dirty="0">
                    <a:solidFill>
                      <a:schemeClr val="accent2"/>
                    </a:solidFill>
                  </a:rPr>
                  <a:t>hallucinated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r>
                  <a:rPr lang="en-US" b="1" u="sng" dirty="0"/>
                  <a:t>words</a:t>
                </a:r>
                <a:r>
                  <a:rPr lang="en-US" b="1" dirty="0"/>
                  <a:t>			</a:t>
                </a:r>
                <a:r>
                  <a:rPr lang="en-US" b="1" u="sng" dirty="0"/>
                  <a:t>contexts</a:t>
                </a:r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Australia</a:t>
                </a:r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cyber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the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dirty="0" err="1"/>
                  <a:t>wampimuk</a:t>
                </a:r>
                <a:r>
                  <a:rPr lang="en-US" dirty="0"/>
                  <a:t>		1985</a:t>
                </a:r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030" t="-542"/>
                </a:stretch>
              </a:blipFill>
              <a:ln>
                <a:solidFill>
                  <a:schemeClr val="accent2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952000" y="6134881"/>
            <a:ext cx="32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defTabSz="914377" rtl="0"/>
            <a:r>
              <a:rPr lang="en-GB" kern="1200" dirty="0">
                <a:solidFill>
                  <a:prstClr val="black"/>
                </a:solidFill>
                <a:ea typeface=""/>
                <a:cs typeface=""/>
              </a:rPr>
              <a:t>“word2vec Explained…”</a:t>
            </a:r>
          </a:p>
          <a:p>
            <a:pPr algn="l" defTabSz="914377" rtl="0"/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Goldberg &amp; Levy, </a:t>
            </a:r>
            <a:r>
              <a:rPr lang="en-US" kern="1200" dirty="0" err="1">
                <a:solidFill>
                  <a:prstClr val="black"/>
                </a:solidFill>
                <a:ea typeface=""/>
                <a:cs typeface=""/>
              </a:rPr>
              <a:t>arXiv</a:t>
            </a:r>
            <a:r>
              <a:rPr lang="en-US" kern="1200" dirty="0">
                <a:solidFill>
                  <a:prstClr val="black"/>
                </a:solidFill>
                <a:ea typeface=""/>
                <a:cs typeface=""/>
              </a:rPr>
              <a:t> 2014</a:t>
            </a:r>
            <a:endParaRPr lang="en-GB" kern="1200" dirty="0">
              <a:solidFill>
                <a:prstClr val="black"/>
              </a:solidFill>
              <a:ea typeface=""/>
              <a:cs typeface="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738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Skip-Grams with Negative Sampling (SGNS)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>
                <a:lvl1pPr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indent="609585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indent="1219170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indent="182875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indent="243833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indent="3047924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indent="3657509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indent="4267093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indent="4876678" defTabSz="609585">
                  <a:defRPr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r>
                  <a:rPr lang="en-US" dirty="0"/>
                  <a:t>“Negative Sampling”</a:t>
                </a:r>
              </a:p>
              <a:p>
                <a:r>
                  <a:rPr lang="en-US" dirty="0"/>
                  <a:t>SGNS samples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contexts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en-GB" b="1" dirty="0"/>
                  <a:t>at random </a:t>
                </a:r>
                <a:r>
                  <a:rPr lang="en-GB" dirty="0"/>
                  <a:t>as</a:t>
                </a:r>
                <a:r>
                  <a:rPr lang="en-GB" b="1" dirty="0"/>
                  <a:t> </a:t>
                </a:r>
                <a:r>
                  <a:rPr lang="en-US" b="1" dirty="0">
                    <a:solidFill>
                      <a:schemeClr val="accent2"/>
                    </a:solidFill>
                  </a:rPr>
                  <a:t>negative</a:t>
                </a:r>
                <a:r>
                  <a:rPr lang="en-US" b="1" dirty="0"/>
                  <a:t> examples</a:t>
                </a:r>
                <a:endParaRPr lang="en-GB" b="1" dirty="0"/>
              </a:p>
              <a:p>
                <a:r>
                  <a:rPr lang="en-US" dirty="0"/>
                  <a:t>“Random” = unigram distribution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US" dirty="0"/>
              </a:p>
              <a:p>
                <a:r>
                  <a:rPr lang="en-US" b="1" dirty="0"/>
                  <a:t>Spoiler: </a:t>
                </a:r>
                <a:r>
                  <a:rPr lang="en-US" dirty="0"/>
                  <a:t>Changing this distribution has a significant effect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F92B3FB-2F82-4CB9-93A4-1640FC20E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6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-33866" y="50800"/>
            <a:ext cx="12259735" cy="778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defTabSz="609585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609585" defTabSz="609585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219170" defTabSz="609585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828754" defTabSz="609585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2438339" defTabSz="609585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3047924" defTabSz="609585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3657509" defTabSz="609585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4267093" defTabSz="609585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4876678" defTabSz="609585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67" dirty="0">
                <a:solidFill>
                  <a:srgbClr val="215380"/>
                </a:solidFill>
              </a:rPr>
              <a:t>Questions?</a:t>
            </a:r>
            <a:endParaRPr sz="4267" dirty="0">
              <a:solidFill>
                <a:srgbClr val="215380"/>
              </a:solidFill>
            </a:endParaRPr>
          </a:p>
        </p:txBody>
      </p:sp>
      <p:sp>
        <p:nvSpPr>
          <p:cNvPr id="98" name="Shape 98"/>
          <p:cNvSpPr>
            <a:spLocks noGrp="1"/>
          </p:cNvSpPr>
          <p:nvPr>
            <p:ph type="sldNum" sz="quarter" idx="4294967295"/>
          </p:nvPr>
        </p:nvSpPr>
        <p:spPr>
          <a:xfrm>
            <a:off x="9216522" y="6471569"/>
            <a:ext cx="2844801" cy="37592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812760"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812760" defTabSz="81276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1625519" defTabSz="81276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2438278" defTabSz="81276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3251037" defTabSz="81276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4063797" defTabSz="81276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4876557" defTabSz="81276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5689315" defTabSz="81276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6502075" defTabSz="81276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733">
                <a:solidFill>
                  <a:srgbClr val="FFFFFF"/>
                </a:solidFill>
              </a:rPr>
              <a:t>34</a:t>
            </a:fld>
            <a:endParaRPr sz="1733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8601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2572</Words>
  <Application>Microsoft Office PowerPoint</Application>
  <PresentationFormat>Widescreen</PresentationFormat>
  <Paragraphs>504</Paragraphs>
  <Slides>34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(Body)</vt:lpstr>
      <vt:lpstr>Calibri Light</vt:lpstr>
      <vt:lpstr>Cambria Math</vt:lpstr>
      <vt:lpstr>Courier New</vt:lpstr>
      <vt:lpstr>Times New Roman</vt:lpstr>
      <vt:lpstr>Office Theme</vt:lpstr>
      <vt:lpstr>307307 Introduction Word Embeddings</vt:lpstr>
      <vt:lpstr>Introduction to Word Embeddings</vt:lpstr>
      <vt:lpstr>Introduction to Word Embeddings</vt:lpstr>
      <vt:lpstr>The Evolution of Word Representations</vt:lpstr>
      <vt:lpstr>The Evolution of Word Representations</vt:lpstr>
      <vt:lpstr>Word2Vec (Mikolov et al., 2013)</vt:lpstr>
      <vt:lpstr>PowerPoint Presentation</vt:lpstr>
      <vt:lpstr>Practical Implementation: Word2Vec in Python</vt:lpstr>
      <vt:lpstr>Practical Implementation: GloVe in Python</vt:lpstr>
      <vt:lpstr>Practical Implementation: BERT in Python</vt:lpstr>
      <vt:lpstr>PowerPoint Presentation</vt:lpstr>
      <vt:lpstr>PowerPoint Presentation</vt:lpstr>
      <vt:lpstr>PowerPoint Presentation</vt:lpstr>
      <vt:lpstr>How to Represent a Word?</vt:lpstr>
      <vt:lpstr>PowerPoint Presentation</vt:lpstr>
      <vt:lpstr>How to Represent a Word?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word2vec?</vt:lpstr>
      <vt:lpstr>Embeddings capture relational meaning!</vt:lpstr>
      <vt:lpstr>Skip-Grams with Negative Sampling (SGNS)</vt:lpstr>
      <vt:lpstr>Skip-Grams with Negative Sampling (SGNS)</vt:lpstr>
      <vt:lpstr>Skip-Grams with Negative Sampling (SGNS)</vt:lpstr>
      <vt:lpstr>Skip-Grams with Negative Sampling (SGNS)</vt:lpstr>
      <vt:lpstr>Word2Vec Objective</vt:lpstr>
      <vt:lpstr>Word2Vec Objective</vt:lpstr>
      <vt:lpstr>Skip-Grams with Negative Sampling (SGNS)</vt:lpstr>
      <vt:lpstr>Skip-Grams with Negative Sampling (SGNS)</vt:lpstr>
      <vt:lpstr>Skip-Grams with Negative Sampling (SGNS)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1251</cp:revision>
  <dcterms:created xsi:type="dcterms:W3CDTF">2023-03-26T11:17:23Z</dcterms:created>
  <dcterms:modified xsi:type="dcterms:W3CDTF">2025-03-18T04:57:14Z</dcterms:modified>
</cp:coreProperties>
</file>